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Calibri (MS)" charset="1" panose="020F0502020204030204"/>
      <p:regular r:id="rId7"/>
    </p:embeddedFont>
    <p:embeddedFont>
      <p:font typeface="Now Bold" charset="1" panose="00000800000000000000"/>
      <p:regular r:id="rId8"/>
    </p:embeddedFont>
    <p:embeddedFont>
      <p:font typeface="Aileron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840" y="-219960"/>
            <a:ext cx="20449440" cy="2552760"/>
          </a:xfrm>
          <a:custGeom>
            <a:avLst/>
            <a:gdLst/>
            <a:ahLst/>
            <a:cxnLst/>
            <a:rect r="r" b="b" t="t" l="l"/>
            <a:pathLst>
              <a:path h="2552760" w="20449440">
                <a:moveTo>
                  <a:pt x="0" y="0"/>
                </a:moveTo>
                <a:lnTo>
                  <a:pt x="20449440" y="0"/>
                </a:lnTo>
                <a:lnTo>
                  <a:pt x="20449440" y="2552760"/>
                </a:lnTo>
                <a:lnTo>
                  <a:pt x="0" y="2552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07058" y="-2635647"/>
            <a:ext cx="9953393" cy="11989973"/>
          </a:xfrm>
          <a:custGeom>
            <a:avLst/>
            <a:gdLst/>
            <a:ahLst/>
            <a:cxnLst/>
            <a:rect r="r" b="b" t="t" l="l"/>
            <a:pathLst>
              <a:path h="11989973" w="9953393">
                <a:moveTo>
                  <a:pt x="0" y="0"/>
                </a:moveTo>
                <a:lnTo>
                  <a:pt x="9953393" y="0"/>
                </a:lnTo>
                <a:lnTo>
                  <a:pt x="9953393" y="11989974"/>
                </a:lnTo>
                <a:lnTo>
                  <a:pt x="0" y="119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19793" y="-2361350"/>
            <a:ext cx="9705603" cy="11552260"/>
          </a:xfrm>
          <a:custGeom>
            <a:avLst/>
            <a:gdLst/>
            <a:ahLst/>
            <a:cxnLst/>
            <a:rect r="r" b="b" t="t" l="l"/>
            <a:pathLst>
              <a:path h="11552260" w="9705603">
                <a:moveTo>
                  <a:pt x="0" y="0"/>
                </a:moveTo>
                <a:lnTo>
                  <a:pt x="9705603" y="0"/>
                </a:lnTo>
                <a:lnTo>
                  <a:pt x="9705603" y="11552260"/>
                </a:lnTo>
                <a:lnTo>
                  <a:pt x="0" y="115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33232" y="-2357355"/>
            <a:ext cx="9614446" cy="11392137"/>
          </a:xfrm>
          <a:custGeom>
            <a:avLst/>
            <a:gdLst/>
            <a:ahLst/>
            <a:cxnLst/>
            <a:rect r="r" b="b" t="t" l="l"/>
            <a:pathLst>
              <a:path h="11392137" w="9614446">
                <a:moveTo>
                  <a:pt x="0" y="0"/>
                </a:moveTo>
                <a:lnTo>
                  <a:pt x="9614445" y="0"/>
                </a:lnTo>
                <a:lnTo>
                  <a:pt x="9614445" y="11392137"/>
                </a:lnTo>
                <a:lnTo>
                  <a:pt x="0" y="11392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684628" y="-7390255"/>
            <a:ext cx="19966725" cy="16112509"/>
          </a:xfrm>
          <a:custGeom>
            <a:avLst/>
            <a:gdLst/>
            <a:ahLst/>
            <a:cxnLst/>
            <a:rect r="r" b="b" t="t" l="l"/>
            <a:pathLst>
              <a:path h="16112509" w="19966725">
                <a:moveTo>
                  <a:pt x="0" y="0"/>
                </a:moveTo>
                <a:lnTo>
                  <a:pt x="19966725" y="0"/>
                </a:lnTo>
                <a:lnTo>
                  <a:pt x="19966725" y="16112510"/>
                </a:lnTo>
                <a:lnTo>
                  <a:pt x="0" y="16112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55520" y="2214720"/>
            <a:ext cx="21694320" cy="8173080"/>
          </a:xfrm>
          <a:custGeom>
            <a:avLst/>
            <a:gdLst/>
            <a:ahLst/>
            <a:cxnLst/>
            <a:rect r="r" b="b" t="t" l="l"/>
            <a:pathLst>
              <a:path h="8173080" w="21694320">
                <a:moveTo>
                  <a:pt x="0" y="0"/>
                </a:moveTo>
                <a:lnTo>
                  <a:pt x="21694320" y="0"/>
                </a:lnTo>
                <a:lnTo>
                  <a:pt x="21694320" y="8173080"/>
                </a:lnTo>
                <a:lnTo>
                  <a:pt x="0" y="81730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05522" y="1890722"/>
            <a:ext cx="4969440" cy="6291720"/>
            <a:chOff x="0" y="0"/>
            <a:chExt cx="6625920" cy="838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25971" cy="8388985"/>
            </a:xfrm>
            <a:custGeom>
              <a:avLst/>
              <a:gdLst/>
              <a:ahLst/>
              <a:cxnLst/>
              <a:rect r="r" b="b" t="t" l="l"/>
              <a:pathLst>
                <a:path h="8388985" w="6625971">
                  <a:moveTo>
                    <a:pt x="0" y="0"/>
                  </a:moveTo>
                  <a:lnTo>
                    <a:pt x="6625971" y="0"/>
                  </a:lnTo>
                  <a:lnTo>
                    <a:pt x="6625971" y="8388985"/>
                  </a:lnTo>
                  <a:lnTo>
                    <a:pt x="0" y="8388985"/>
                  </a:lnTo>
                  <a:close/>
                </a:path>
              </a:pathLst>
            </a:custGeom>
            <a:blipFill>
              <a:blip r:embed="rId14"/>
              <a:stretch>
                <a:fillRect l="-59" t="0" r="-5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04442" y="2584542"/>
            <a:ext cx="11443678" cy="263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2"/>
              </a:lnSpc>
            </a:pPr>
            <a:r>
              <a:rPr lang="en-US" sz="8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{{name}}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4125" y="5156759"/>
            <a:ext cx="8525885" cy="182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186"/>
              </a:lnSpc>
            </a:pPr>
            <a:r>
              <a:rPr lang="en-US" sz="8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{{title}}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12694" y="14260811"/>
            <a:ext cx="12528099" cy="37538"/>
            <a:chOff x="0" y="0"/>
            <a:chExt cx="16704132" cy="500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16687165" cy="33020"/>
            </a:xfrm>
            <a:custGeom>
              <a:avLst/>
              <a:gdLst/>
              <a:ahLst/>
              <a:cxnLst/>
              <a:rect r="r" b="b" t="t" l="l"/>
              <a:pathLst>
                <a:path h="33020" w="16687165">
                  <a:moveTo>
                    <a:pt x="16518129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6687165" y="33020"/>
                  </a:lnTo>
                  <a:lnTo>
                    <a:pt x="16687165" y="0"/>
                  </a:lnTo>
                  <a:close/>
                </a:path>
              </a:pathLst>
            </a:custGeom>
            <a:solidFill>
              <a:srgbClr val="8A7D6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04183" cy="50038"/>
            </a:xfrm>
            <a:custGeom>
              <a:avLst/>
              <a:gdLst/>
              <a:ahLst/>
              <a:cxnLst/>
              <a:rect r="r" b="b" t="t" l="l"/>
              <a:pathLst>
                <a:path h="50038" w="16704183">
                  <a:moveTo>
                    <a:pt x="16526638" y="16891"/>
                  </a:moveTo>
                  <a:lnTo>
                    <a:pt x="8509" y="16891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41529"/>
                  </a:lnTo>
                  <a:lnTo>
                    <a:pt x="8509" y="41529"/>
                  </a:lnTo>
                  <a:lnTo>
                    <a:pt x="8509" y="33147"/>
                  </a:lnTo>
                  <a:lnTo>
                    <a:pt x="16695674" y="33147"/>
                  </a:lnTo>
                  <a:lnTo>
                    <a:pt x="16695674" y="41656"/>
                  </a:lnTo>
                  <a:lnTo>
                    <a:pt x="16687164" y="41656"/>
                  </a:lnTo>
                  <a:lnTo>
                    <a:pt x="16687164" y="8509"/>
                  </a:lnTo>
                  <a:lnTo>
                    <a:pt x="16695674" y="8509"/>
                  </a:lnTo>
                  <a:lnTo>
                    <a:pt x="16695674" y="17018"/>
                  </a:lnTo>
                  <a:lnTo>
                    <a:pt x="16526638" y="17018"/>
                  </a:lnTo>
                  <a:lnTo>
                    <a:pt x="16526638" y="8509"/>
                  </a:lnTo>
                  <a:lnTo>
                    <a:pt x="16526638" y="17018"/>
                  </a:lnTo>
                  <a:moveTo>
                    <a:pt x="16526638" y="127"/>
                  </a:moveTo>
                  <a:lnTo>
                    <a:pt x="16695674" y="127"/>
                  </a:lnTo>
                  <a:cubicBezTo>
                    <a:pt x="16700373" y="127"/>
                    <a:pt x="16704183" y="3937"/>
                    <a:pt x="16704183" y="8636"/>
                  </a:cubicBezTo>
                  <a:lnTo>
                    <a:pt x="16704183" y="41529"/>
                  </a:lnTo>
                  <a:cubicBezTo>
                    <a:pt x="16704183" y="46228"/>
                    <a:pt x="16700373" y="50038"/>
                    <a:pt x="16695674" y="50038"/>
                  </a:cubicBezTo>
                  <a:lnTo>
                    <a:pt x="8509" y="50038"/>
                  </a:lnTo>
                  <a:cubicBezTo>
                    <a:pt x="3810" y="50038"/>
                    <a:pt x="0" y="46228"/>
                    <a:pt x="0" y="415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16526638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720689" y="9793567"/>
            <a:ext cx="12496419" cy="37538"/>
            <a:chOff x="0" y="0"/>
            <a:chExt cx="16661892" cy="500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8509" y="8509"/>
              <a:ext cx="16644874" cy="33020"/>
            </a:xfrm>
            <a:custGeom>
              <a:avLst/>
              <a:gdLst/>
              <a:ahLst/>
              <a:cxnLst/>
              <a:rect r="r" b="b" t="t" l="l"/>
              <a:pathLst>
                <a:path h="33020" w="16644874">
                  <a:moveTo>
                    <a:pt x="16475837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16644874" y="33020"/>
                  </a:lnTo>
                  <a:lnTo>
                    <a:pt x="16644874" y="0"/>
                  </a:lnTo>
                  <a:close/>
                </a:path>
              </a:pathLst>
            </a:custGeom>
            <a:solidFill>
              <a:srgbClr val="8A7D6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61893" cy="50038"/>
            </a:xfrm>
            <a:custGeom>
              <a:avLst/>
              <a:gdLst/>
              <a:ahLst/>
              <a:cxnLst/>
              <a:rect r="r" b="b" t="t" l="l"/>
              <a:pathLst>
                <a:path h="50038" w="16661893">
                  <a:moveTo>
                    <a:pt x="16484346" y="16891"/>
                  </a:moveTo>
                  <a:lnTo>
                    <a:pt x="8509" y="16891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41529"/>
                  </a:lnTo>
                  <a:lnTo>
                    <a:pt x="8509" y="41529"/>
                  </a:lnTo>
                  <a:lnTo>
                    <a:pt x="8509" y="33147"/>
                  </a:lnTo>
                  <a:lnTo>
                    <a:pt x="16653383" y="33147"/>
                  </a:lnTo>
                  <a:lnTo>
                    <a:pt x="16653383" y="41656"/>
                  </a:lnTo>
                  <a:lnTo>
                    <a:pt x="16644874" y="41656"/>
                  </a:lnTo>
                  <a:lnTo>
                    <a:pt x="16644874" y="8509"/>
                  </a:lnTo>
                  <a:lnTo>
                    <a:pt x="16653383" y="8509"/>
                  </a:lnTo>
                  <a:lnTo>
                    <a:pt x="16653383" y="17018"/>
                  </a:lnTo>
                  <a:lnTo>
                    <a:pt x="16484346" y="17018"/>
                  </a:lnTo>
                  <a:lnTo>
                    <a:pt x="16484346" y="8509"/>
                  </a:lnTo>
                  <a:lnTo>
                    <a:pt x="16484346" y="17018"/>
                  </a:lnTo>
                  <a:moveTo>
                    <a:pt x="16484346" y="127"/>
                  </a:moveTo>
                  <a:lnTo>
                    <a:pt x="16653383" y="127"/>
                  </a:lnTo>
                  <a:cubicBezTo>
                    <a:pt x="16658082" y="127"/>
                    <a:pt x="16661893" y="3937"/>
                    <a:pt x="16661893" y="8636"/>
                  </a:cubicBezTo>
                  <a:lnTo>
                    <a:pt x="16661893" y="41529"/>
                  </a:lnTo>
                  <a:cubicBezTo>
                    <a:pt x="16661893" y="46228"/>
                    <a:pt x="16658082" y="50038"/>
                    <a:pt x="16653383" y="50038"/>
                  </a:cubicBezTo>
                  <a:lnTo>
                    <a:pt x="8509" y="50038"/>
                  </a:lnTo>
                  <a:cubicBezTo>
                    <a:pt x="3810" y="50038"/>
                    <a:pt x="0" y="46228"/>
                    <a:pt x="0" y="415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16484346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5400000">
            <a:off x="3814686" y="18695289"/>
            <a:ext cx="7845943" cy="35376"/>
            <a:chOff x="0" y="0"/>
            <a:chExt cx="10461257" cy="471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509" y="8509"/>
              <a:ext cx="10444226" cy="30226"/>
            </a:xfrm>
            <a:custGeom>
              <a:avLst/>
              <a:gdLst/>
              <a:ahLst/>
              <a:cxnLst/>
              <a:rect r="r" b="b" t="t" l="l"/>
              <a:pathLst>
                <a:path h="30226" w="10444226">
                  <a:moveTo>
                    <a:pt x="10283698" y="0"/>
                  </a:moveTo>
                  <a:lnTo>
                    <a:pt x="0" y="0"/>
                  </a:lnTo>
                  <a:lnTo>
                    <a:pt x="0" y="30226"/>
                  </a:lnTo>
                  <a:lnTo>
                    <a:pt x="10444226" y="30226"/>
                  </a:lnTo>
                  <a:lnTo>
                    <a:pt x="10444226" y="0"/>
                  </a:lnTo>
                  <a:close/>
                </a:path>
              </a:pathLst>
            </a:custGeom>
            <a:solidFill>
              <a:srgbClr val="8A7D6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61371" cy="47244"/>
            </a:xfrm>
            <a:custGeom>
              <a:avLst/>
              <a:gdLst/>
              <a:ahLst/>
              <a:cxnLst/>
              <a:rect r="r" b="b" t="t" l="l"/>
              <a:pathLst>
                <a:path h="47244" w="10461371">
                  <a:moveTo>
                    <a:pt x="10292207" y="16891"/>
                  </a:moveTo>
                  <a:lnTo>
                    <a:pt x="8509" y="16891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38735"/>
                  </a:lnTo>
                  <a:lnTo>
                    <a:pt x="8509" y="38735"/>
                  </a:lnTo>
                  <a:lnTo>
                    <a:pt x="8509" y="30226"/>
                  </a:lnTo>
                  <a:lnTo>
                    <a:pt x="10452735" y="30226"/>
                  </a:lnTo>
                  <a:lnTo>
                    <a:pt x="10452735" y="38735"/>
                  </a:lnTo>
                  <a:lnTo>
                    <a:pt x="10444226" y="38735"/>
                  </a:lnTo>
                  <a:lnTo>
                    <a:pt x="10444226" y="8509"/>
                  </a:lnTo>
                  <a:lnTo>
                    <a:pt x="10452735" y="8509"/>
                  </a:lnTo>
                  <a:lnTo>
                    <a:pt x="10452735" y="17018"/>
                  </a:lnTo>
                  <a:lnTo>
                    <a:pt x="10292207" y="17018"/>
                  </a:lnTo>
                  <a:lnTo>
                    <a:pt x="10292207" y="8509"/>
                  </a:lnTo>
                  <a:lnTo>
                    <a:pt x="10292207" y="17018"/>
                  </a:lnTo>
                  <a:moveTo>
                    <a:pt x="10292207" y="127"/>
                  </a:moveTo>
                  <a:lnTo>
                    <a:pt x="10452862" y="127"/>
                  </a:lnTo>
                  <a:cubicBezTo>
                    <a:pt x="10457561" y="127"/>
                    <a:pt x="10461371" y="3937"/>
                    <a:pt x="10461371" y="8636"/>
                  </a:cubicBezTo>
                  <a:lnTo>
                    <a:pt x="10461371" y="38735"/>
                  </a:lnTo>
                  <a:cubicBezTo>
                    <a:pt x="10461371" y="43434"/>
                    <a:pt x="10457561" y="47244"/>
                    <a:pt x="10452862" y="47244"/>
                  </a:cubicBezTo>
                  <a:lnTo>
                    <a:pt x="8509" y="47244"/>
                  </a:lnTo>
                  <a:cubicBezTo>
                    <a:pt x="3810" y="47117"/>
                    <a:pt x="0" y="43434"/>
                    <a:pt x="0" y="3873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10292207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619038" y="13249037"/>
            <a:ext cx="12541682" cy="87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b="true" sz="3959" spc="472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EXPERIENCIA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81842" y="8879719"/>
            <a:ext cx="12483722" cy="87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b="true" sz="3959" spc="472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Perfil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27042" y="10143163"/>
            <a:ext cx="11144879" cy="49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{{about}}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33919" y="15043528"/>
            <a:ext cx="4165197" cy="576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57"/>
              </a:lnSpc>
            </a:pPr>
            <a:r>
              <a:rPr lang="en-US" sz="5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{{exp_1_dates}}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80200" y="14490706"/>
            <a:ext cx="5136842" cy="98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3"/>
              </a:lnSpc>
            </a:pPr>
            <a:r>
              <a:rPr lang="en-US" sz="5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{{exp_1_company}}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80200" y="15589787"/>
            <a:ext cx="12981603" cy="98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3"/>
              </a:lnSpc>
            </a:pPr>
            <a:r>
              <a:rPr lang="en-US" sz="508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{{exp_1_role}}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35523" y="17495758"/>
            <a:ext cx="10596963" cy="179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28889" indent="-357222" lvl="3">
              <a:lnSpc>
                <a:spcPts val="4758"/>
              </a:lnSpc>
              <a:buFont typeface="Arial"/>
              <a:buChar char="￭"/>
            </a:pPr>
            <a:r>
              <a:rPr lang="en-US" sz="340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{{exp_1_b1}}</a:t>
            </a:r>
          </a:p>
          <a:p>
            <a:pPr algn="l" marL="1428889" indent="-357222" lvl="3">
              <a:lnSpc>
                <a:spcPts val="4758"/>
              </a:lnSpc>
              <a:buFont typeface="Arial"/>
              <a:buChar char="￭"/>
            </a:pPr>
            <a:r>
              <a:rPr lang="en-US" sz="340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{{exp_1_b2}}</a:t>
            </a:r>
          </a:p>
          <a:p>
            <a:pPr algn="l" marL="1428889" indent="-357222" lvl="3">
              <a:lnSpc>
                <a:spcPts val="4758"/>
              </a:lnSpc>
              <a:buFont typeface="Arial"/>
              <a:buChar char="￭"/>
            </a:pPr>
            <a:r>
              <a:rPr lang="en-US" sz="340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{{exp_1_b3}}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907058" y="21600614"/>
            <a:ext cx="13000311" cy="4069194"/>
            <a:chOff x="0" y="0"/>
            <a:chExt cx="17333747" cy="5425592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10678554" y="207086"/>
              <a:ext cx="5553596" cy="80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7"/>
                </a:lnSpc>
              </a:pPr>
              <a:r>
                <a:rPr lang="en-US" sz="508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{{exp_2_dates}}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38073" y="57150"/>
              <a:ext cx="6849123" cy="899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508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{{exp_2_company}}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38073" y="1523543"/>
              <a:ext cx="16495674" cy="899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508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{{exp_2_role}}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063951"/>
              <a:ext cx="14181125" cy="2361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428889" indent="-357222" lvl="3">
                <a:lnSpc>
                  <a:spcPts val="4758"/>
                </a:lnSpc>
                <a:buFont typeface="Arial"/>
                <a:buChar char="￭"/>
              </a:pPr>
              <a:r>
                <a:rPr lang="en-US" sz="3400">
                  <a:solidFill>
                    <a:srgbClr val="545454"/>
                  </a:solidFill>
                  <a:latin typeface="Aileron"/>
                  <a:ea typeface="Aileron"/>
                  <a:cs typeface="Aileron"/>
                  <a:sym typeface="Aileron"/>
                </a:rPr>
                <a:t>{{exp_2_b1}}</a:t>
              </a:r>
            </a:p>
            <a:p>
              <a:pPr algn="l" marL="1428889" indent="-357222" lvl="3">
                <a:lnSpc>
                  <a:spcPts val="4758"/>
                </a:lnSpc>
                <a:buFont typeface="Arial"/>
                <a:buChar char="￭"/>
              </a:pPr>
              <a:r>
                <a:rPr lang="en-US" sz="3400">
                  <a:solidFill>
                    <a:srgbClr val="545454"/>
                  </a:solidFill>
                  <a:latin typeface="Aileron"/>
                  <a:ea typeface="Aileron"/>
                  <a:cs typeface="Aileron"/>
                  <a:sym typeface="Aileron"/>
                </a:rPr>
                <a:t>{{exp_2_b2}}</a:t>
              </a:r>
            </a:p>
            <a:p>
              <a:pPr algn="l" marL="1428889" indent="-357222" lvl="3">
                <a:lnSpc>
                  <a:spcPts val="4758"/>
                </a:lnSpc>
                <a:buFont typeface="Arial"/>
                <a:buChar char="￭"/>
              </a:pPr>
              <a:r>
                <a:rPr lang="en-US" sz="3400">
                  <a:solidFill>
                    <a:srgbClr val="545454"/>
                  </a:solidFill>
                  <a:latin typeface="Aileron"/>
                  <a:ea typeface="Aileron"/>
                  <a:cs typeface="Aileron"/>
                  <a:sym typeface="Aileron"/>
                </a:rPr>
                <a:t>{{exp_2_b3}}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388516" y="9658436"/>
            <a:ext cx="348844" cy="379438"/>
          </a:xfrm>
          <a:custGeom>
            <a:avLst/>
            <a:gdLst/>
            <a:ahLst/>
            <a:cxnLst/>
            <a:rect r="r" b="b" t="t" l="l"/>
            <a:pathLst>
              <a:path h="379438" w="348844">
                <a:moveTo>
                  <a:pt x="0" y="0"/>
                </a:moveTo>
                <a:lnTo>
                  <a:pt x="348844" y="0"/>
                </a:lnTo>
                <a:lnTo>
                  <a:pt x="348844" y="379438"/>
                </a:lnTo>
                <a:lnTo>
                  <a:pt x="0" y="3794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385" t="0" r="-4385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88516" y="10597677"/>
            <a:ext cx="359997" cy="257042"/>
          </a:xfrm>
          <a:custGeom>
            <a:avLst/>
            <a:gdLst/>
            <a:ahLst/>
            <a:cxnLst/>
            <a:rect r="r" b="b" t="t" l="l"/>
            <a:pathLst>
              <a:path h="257042" w="359997">
                <a:moveTo>
                  <a:pt x="0" y="0"/>
                </a:moveTo>
                <a:lnTo>
                  <a:pt x="359998" y="0"/>
                </a:lnTo>
                <a:lnTo>
                  <a:pt x="359998" y="257042"/>
                </a:lnTo>
                <a:lnTo>
                  <a:pt x="0" y="2570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600" r="0" b="-1597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14082" y="11413436"/>
            <a:ext cx="293761" cy="453600"/>
          </a:xfrm>
          <a:custGeom>
            <a:avLst/>
            <a:gdLst/>
            <a:ahLst/>
            <a:cxnLst/>
            <a:rect r="r" b="b" t="t" l="l"/>
            <a:pathLst>
              <a:path h="453600" w="293761">
                <a:moveTo>
                  <a:pt x="0" y="0"/>
                </a:moveTo>
                <a:lnTo>
                  <a:pt x="293760" y="0"/>
                </a:lnTo>
                <a:lnTo>
                  <a:pt x="293760" y="453600"/>
                </a:lnTo>
                <a:lnTo>
                  <a:pt x="0" y="4536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472" t="0" r="-1468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14082" y="12344038"/>
            <a:ext cx="359997" cy="367198"/>
          </a:xfrm>
          <a:custGeom>
            <a:avLst/>
            <a:gdLst/>
            <a:ahLst/>
            <a:cxnLst/>
            <a:rect r="r" b="b" t="t" l="l"/>
            <a:pathLst>
              <a:path h="367198" w="359997">
                <a:moveTo>
                  <a:pt x="0" y="0"/>
                </a:moveTo>
                <a:lnTo>
                  <a:pt x="359997" y="0"/>
                </a:lnTo>
                <a:lnTo>
                  <a:pt x="359997" y="367198"/>
                </a:lnTo>
                <a:lnTo>
                  <a:pt x="0" y="3671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308" r="0" b="-311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14885" y="13929074"/>
            <a:ext cx="4803477" cy="87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b="true" sz="3959" spc="472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EDUCACION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54966" y="14693894"/>
            <a:ext cx="4816183" cy="37538"/>
            <a:chOff x="0" y="0"/>
            <a:chExt cx="6421577" cy="500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6404610" cy="33020"/>
            </a:xfrm>
            <a:custGeom>
              <a:avLst/>
              <a:gdLst/>
              <a:ahLst/>
              <a:cxnLst/>
              <a:rect r="r" b="b" t="t" l="l"/>
              <a:pathLst>
                <a:path h="33020" w="6404610">
                  <a:moveTo>
                    <a:pt x="623570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6404610" y="33020"/>
                  </a:lnTo>
                  <a:lnTo>
                    <a:pt x="640461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21628" cy="50038"/>
            </a:xfrm>
            <a:custGeom>
              <a:avLst/>
              <a:gdLst/>
              <a:ahLst/>
              <a:cxnLst/>
              <a:rect r="r" b="b" t="t" l="l"/>
              <a:pathLst>
                <a:path h="50038" w="6421628">
                  <a:moveTo>
                    <a:pt x="6244209" y="16891"/>
                  </a:moveTo>
                  <a:lnTo>
                    <a:pt x="8509" y="16891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41529"/>
                  </a:lnTo>
                  <a:lnTo>
                    <a:pt x="8509" y="41529"/>
                  </a:lnTo>
                  <a:lnTo>
                    <a:pt x="8509" y="33147"/>
                  </a:lnTo>
                  <a:lnTo>
                    <a:pt x="6413119" y="33147"/>
                  </a:lnTo>
                  <a:lnTo>
                    <a:pt x="6413119" y="41656"/>
                  </a:lnTo>
                  <a:lnTo>
                    <a:pt x="6404610" y="41656"/>
                  </a:lnTo>
                  <a:lnTo>
                    <a:pt x="6404610" y="8509"/>
                  </a:lnTo>
                  <a:lnTo>
                    <a:pt x="6413119" y="8509"/>
                  </a:lnTo>
                  <a:lnTo>
                    <a:pt x="6413119" y="17018"/>
                  </a:lnTo>
                  <a:lnTo>
                    <a:pt x="6244209" y="17018"/>
                  </a:lnTo>
                  <a:lnTo>
                    <a:pt x="6244209" y="8509"/>
                  </a:lnTo>
                  <a:lnTo>
                    <a:pt x="6244209" y="17018"/>
                  </a:lnTo>
                  <a:moveTo>
                    <a:pt x="6244209" y="127"/>
                  </a:moveTo>
                  <a:lnTo>
                    <a:pt x="6413119" y="127"/>
                  </a:lnTo>
                  <a:cubicBezTo>
                    <a:pt x="6417818" y="127"/>
                    <a:pt x="6421628" y="3937"/>
                    <a:pt x="6421628" y="8636"/>
                  </a:cubicBezTo>
                  <a:lnTo>
                    <a:pt x="6421628" y="41529"/>
                  </a:lnTo>
                  <a:cubicBezTo>
                    <a:pt x="6421628" y="46228"/>
                    <a:pt x="6417818" y="50038"/>
                    <a:pt x="6413119" y="50038"/>
                  </a:cubicBezTo>
                  <a:lnTo>
                    <a:pt x="8509" y="50038"/>
                  </a:lnTo>
                  <a:cubicBezTo>
                    <a:pt x="3810" y="50038"/>
                    <a:pt x="0" y="46228"/>
                    <a:pt x="0" y="415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244209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90167" y="22167847"/>
            <a:ext cx="4829499" cy="35376"/>
            <a:chOff x="0" y="0"/>
            <a:chExt cx="6439332" cy="471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6422390" cy="30226"/>
            </a:xfrm>
            <a:custGeom>
              <a:avLst/>
              <a:gdLst/>
              <a:ahLst/>
              <a:cxnLst/>
              <a:rect r="r" b="b" t="t" l="l"/>
              <a:pathLst>
                <a:path h="30226" w="6422390">
                  <a:moveTo>
                    <a:pt x="6263259" y="0"/>
                  </a:moveTo>
                  <a:lnTo>
                    <a:pt x="0" y="0"/>
                  </a:lnTo>
                  <a:lnTo>
                    <a:pt x="0" y="30226"/>
                  </a:lnTo>
                  <a:lnTo>
                    <a:pt x="6422390" y="30226"/>
                  </a:lnTo>
                  <a:lnTo>
                    <a:pt x="642239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39408" cy="47244"/>
            </a:xfrm>
            <a:custGeom>
              <a:avLst/>
              <a:gdLst/>
              <a:ahLst/>
              <a:cxnLst/>
              <a:rect r="r" b="b" t="t" l="l"/>
              <a:pathLst>
                <a:path h="47244" w="6439408">
                  <a:moveTo>
                    <a:pt x="6271768" y="16891"/>
                  </a:moveTo>
                  <a:lnTo>
                    <a:pt x="8509" y="16891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38735"/>
                  </a:lnTo>
                  <a:lnTo>
                    <a:pt x="8509" y="38735"/>
                  </a:lnTo>
                  <a:lnTo>
                    <a:pt x="8509" y="30226"/>
                  </a:lnTo>
                  <a:lnTo>
                    <a:pt x="6430899" y="30226"/>
                  </a:lnTo>
                  <a:lnTo>
                    <a:pt x="6430899" y="38735"/>
                  </a:lnTo>
                  <a:lnTo>
                    <a:pt x="6422390" y="38735"/>
                  </a:lnTo>
                  <a:lnTo>
                    <a:pt x="6422390" y="8509"/>
                  </a:lnTo>
                  <a:lnTo>
                    <a:pt x="6430899" y="8509"/>
                  </a:lnTo>
                  <a:lnTo>
                    <a:pt x="6430899" y="17018"/>
                  </a:lnTo>
                  <a:lnTo>
                    <a:pt x="6271768" y="17018"/>
                  </a:lnTo>
                  <a:lnTo>
                    <a:pt x="6271768" y="8509"/>
                  </a:lnTo>
                  <a:lnTo>
                    <a:pt x="6271768" y="17018"/>
                  </a:lnTo>
                  <a:moveTo>
                    <a:pt x="6271768" y="127"/>
                  </a:moveTo>
                  <a:lnTo>
                    <a:pt x="6430899" y="127"/>
                  </a:lnTo>
                  <a:cubicBezTo>
                    <a:pt x="6435598" y="127"/>
                    <a:pt x="6439408" y="3937"/>
                    <a:pt x="6439408" y="8636"/>
                  </a:cubicBezTo>
                  <a:lnTo>
                    <a:pt x="6439408" y="38735"/>
                  </a:lnTo>
                  <a:cubicBezTo>
                    <a:pt x="6439408" y="43434"/>
                    <a:pt x="6435598" y="47244"/>
                    <a:pt x="6430899" y="47244"/>
                  </a:cubicBezTo>
                  <a:lnTo>
                    <a:pt x="8509" y="47244"/>
                  </a:lnTo>
                  <a:cubicBezTo>
                    <a:pt x="3810" y="47117"/>
                    <a:pt x="0" y="43434"/>
                    <a:pt x="0" y="3873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271768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505522" y="8487670"/>
            <a:ext cx="4091397" cy="87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b="true" sz="3959" spc="472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CONTACTO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18519" y="9779641"/>
            <a:ext cx="5204879" cy="33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9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{{contact_phone}}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093043" y="10636082"/>
            <a:ext cx="5130356" cy="33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{{contact_email}}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93043" y="11610013"/>
            <a:ext cx="8032680" cy="25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1"/>
              </a:lnSpc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{{contact_location}}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93043" y="12461996"/>
            <a:ext cx="5130356" cy="33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{{contact_website}}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98683" y="21399798"/>
            <a:ext cx="5111277" cy="84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b="true" sz="3959" spc="472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SKILLS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0201" y="22380873"/>
            <a:ext cx="5572801" cy="406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{{skill_1}}</a:t>
            </a:r>
          </a:p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{{skill_2}}</a:t>
            </a:r>
          </a:p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{{skill_3}}</a:t>
            </a:r>
          </a:p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{{skill_4}}</a:t>
            </a:r>
          </a:p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{{skill_5}}</a:t>
            </a:r>
          </a:p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{{skill_6}}</a:t>
            </a:r>
          </a:p>
          <a:p>
            <a:pPr algn="l" marL="1669715" indent="-417429" lvl="3">
              <a:lnSpc>
                <a:spcPts val="4441"/>
              </a:lnSpc>
              <a:buFont typeface="Arial"/>
              <a:buChar char="￭"/>
            </a:pPr>
            <a:r>
              <a:rPr lang="en-US" sz="4300" spc="-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{{skill_7}}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7895" y="15193366"/>
            <a:ext cx="7534799" cy="2258644"/>
            <a:chOff x="0" y="0"/>
            <a:chExt cx="10046398" cy="3011526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2276462"/>
              <a:ext cx="10046398" cy="73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291480" indent="-322870" lvl="3">
                <a:lnSpc>
                  <a:spcPts val="3691"/>
                </a:lnSpc>
                <a:buFont typeface="Arial"/>
                <a:buChar char="￭"/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{{edu_1_degree}}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851355" y="993902"/>
              <a:ext cx="8108645" cy="73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{{edu_1_school}}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851355" y="-142875"/>
              <a:ext cx="7692962" cy="97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51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{{edu_1_years}}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0683" y="18110340"/>
            <a:ext cx="7534799" cy="2241004"/>
            <a:chOff x="0" y="0"/>
            <a:chExt cx="10046398" cy="2988005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1836484" y="-142875"/>
              <a:ext cx="8108645" cy="97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1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{{edu_2_years}}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851368" y="919988"/>
              <a:ext cx="8108645" cy="73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{{edu_2_school}}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0" y="2252942"/>
              <a:ext cx="10046398" cy="735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291480" indent="-322870" lvl="3">
                <a:lnSpc>
                  <a:spcPts val="3691"/>
                </a:lnSpc>
                <a:buFont typeface="Arial"/>
                <a:buChar char="￭"/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{{edu_2_degree}}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0" y="28868760"/>
            <a:ext cx="21383280" cy="1564200"/>
          </a:xfrm>
          <a:custGeom>
            <a:avLst/>
            <a:gdLst/>
            <a:ahLst/>
            <a:cxnLst/>
            <a:rect r="r" b="b" t="t" l="l"/>
            <a:pathLst>
              <a:path h="1564200" w="21383280">
                <a:moveTo>
                  <a:pt x="0" y="0"/>
                </a:moveTo>
                <a:lnTo>
                  <a:pt x="21383280" y="0"/>
                </a:lnTo>
                <a:lnTo>
                  <a:pt x="21383280" y="1564200"/>
                </a:lnTo>
                <a:lnTo>
                  <a:pt x="0" y="15642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508531" y="9314412"/>
            <a:ext cx="4816183" cy="37538"/>
            <a:chOff x="0" y="0"/>
            <a:chExt cx="6421577" cy="500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6404610" cy="33020"/>
            </a:xfrm>
            <a:custGeom>
              <a:avLst/>
              <a:gdLst/>
              <a:ahLst/>
              <a:cxnLst/>
              <a:rect r="r" b="b" t="t" l="l"/>
              <a:pathLst>
                <a:path h="33020" w="6404610">
                  <a:moveTo>
                    <a:pt x="623570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6404610" y="33020"/>
                  </a:lnTo>
                  <a:lnTo>
                    <a:pt x="640461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21628" cy="50038"/>
            </a:xfrm>
            <a:custGeom>
              <a:avLst/>
              <a:gdLst/>
              <a:ahLst/>
              <a:cxnLst/>
              <a:rect r="r" b="b" t="t" l="l"/>
              <a:pathLst>
                <a:path h="50038" w="6421628">
                  <a:moveTo>
                    <a:pt x="6244209" y="16891"/>
                  </a:moveTo>
                  <a:lnTo>
                    <a:pt x="8509" y="16891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41529"/>
                  </a:lnTo>
                  <a:lnTo>
                    <a:pt x="8509" y="41529"/>
                  </a:lnTo>
                  <a:lnTo>
                    <a:pt x="8509" y="33147"/>
                  </a:lnTo>
                  <a:lnTo>
                    <a:pt x="6413119" y="33147"/>
                  </a:lnTo>
                  <a:lnTo>
                    <a:pt x="6413119" y="41656"/>
                  </a:lnTo>
                  <a:lnTo>
                    <a:pt x="6404610" y="41656"/>
                  </a:lnTo>
                  <a:lnTo>
                    <a:pt x="6404610" y="8509"/>
                  </a:lnTo>
                  <a:lnTo>
                    <a:pt x="6413119" y="8509"/>
                  </a:lnTo>
                  <a:lnTo>
                    <a:pt x="6413119" y="17018"/>
                  </a:lnTo>
                  <a:lnTo>
                    <a:pt x="6244209" y="17018"/>
                  </a:lnTo>
                  <a:lnTo>
                    <a:pt x="6244209" y="8509"/>
                  </a:lnTo>
                  <a:lnTo>
                    <a:pt x="6244209" y="17018"/>
                  </a:lnTo>
                  <a:moveTo>
                    <a:pt x="6244209" y="127"/>
                  </a:moveTo>
                  <a:lnTo>
                    <a:pt x="6413119" y="127"/>
                  </a:lnTo>
                  <a:cubicBezTo>
                    <a:pt x="6417818" y="127"/>
                    <a:pt x="6421628" y="3937"/>
                    <a:pt x="6421628" y="8636"/>
                  </a:cubicBezTo>
                  <a:lnTo>
                    <a:pt x="6421628" y="41529"/>
                  </a:lnTo>
                  <a:cubicBezTo>
                    <a:pt x="6421628" y="46228"/>
                    <a:pt x="6417818" y="50038"/>
                    <a:pt x="6413119" y="50038"/>
                  </a:cubicBezTo>
                  <a:lnTo>
                    <a:pt x="8509" y="50038"/>
                  </a:lnTo>
                  <a:cubicBezTo>
                    <a:pt x="3810" y="50038"/>
                    <a:pt x="0" y="46228"/>
                    <a:pt x="0" y="415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244209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DAG82U7hNkg</dc:identifier>
  <dcterms:modified xsi:type="dcterms:W3CDTF">2011-08-01T06:04:30Z</dcterms:modified>
  <cp:revision>1</cp:revision>
  <dc:title>Template_1_clasico</dc:title>
</cp:coreProperties>
</file>