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 Bold"/>
    </p:embeddedFont>
    <p:embeddedFont>
      <p:font typeface="Raleway Bold"/>
    </p:embeddedFont>
    <p:embeddedFont>
      <p:font typeface="Poppins"/>
      <p:regular r:id="rId5"/>
      <p:bold r:id="rId5"/>
    </p:embeddedFont>
    <p:embeddedFont>
      <p:font typeface="Raleway"/>
      <p:regular r:id="rId6"/>
      <p:bold r:id="rId6"/>
    </p:embeddedFont>
    <p:embeddedFont>
      <p:font typeface="Proxima nova"/>
    </p:embeddedFont>
    <p:embeddedFont>
      <p:font typeface="Microsoft YaHei"/>
      <p:regular r:id="rId7"/>
    </p:embeddedFont>
    <p:embeddedFont>
      <p:font typeface="Montserrat"/>
      <p:regular r:id="rId8"/>
      <p:bold r:id="rId8"/>
    </p:embeddedFont>
    <p:embeddedFont>
      <p:font typeface="Garet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Raleway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4691F5-6E59-42FC-A8B8-4C2898CD0F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91544C-37F2-47CC-81BE-C9BBE2DA11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EDDC2C-C5EA-4E73-AE30-26CAC3A223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23801E-1C2F-4883-A450-1541789220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61AEB7-3403-4764-BEC4-A0F0887511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DBB9F2-AB82-45D0-AE5C-CD0D233639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7D1627-6F89-40B6-9340-800865AAC5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6C1A04-D6C0-42FF-9A77-DBE623546A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4FAB9F-563B-431F-88E7-B3CB37B7AE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35A3D5-CB35-4740-AA61-467236A132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908DDC-88EB-4C8A-9D85-2E0ACAA656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814680" y="4500000"/>
            <a:ext cx="8544600" cy="42480"/>
            <a:chOff x="9814680" y="4500000"/>
            <a:chExt cx="8544600" cy="42480"/>
          </a:xfrm>
        </p:grpSpPr>
        <p:sp>
          <p:nvSpPr>
            <p:cNvPr id="60" name="Freeform 3"/>
            <p:cNvSpPr/>
            <p:nvPr/>
          </p:nvSpPr>
          <p:spPr>
            <a:xfrm>
              <a:off x="9814680" y="4500000"/>
              <a:ext cx="8544600" cy="42480"/>
            </a:xfrm>
            <a:custGeom>
              <a:avLst/>
              <a:gdLst>
                <a:gd name="textAreaLeft" fmla="*/ 0 w 8544600"/>
                <a:gd name="textAreaRight" fmla="*/ 8556120 w 8544600"/>
                <a:gd name="textAreaTop" fmla="*/ 0 h 42480"/>
                <a:gd name="textAreaBottom" fmla="*/ 54000 h 4248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6240" y="5940000"/>
            <a:ext cx="8835840" cy="731880"/>
            <a:chOff x="9696240" y="5940000"/>
            <a:chExt cx="8835840" cy="731880"/>
          </a:xfrm>
        </p:grpSpPr>
        <p:sp>
          <p:nvSpPr>
            <p:cNvPr id="62" name="Freeform 5"/>
            <p:cNvSpPr/>
            <p:nvPr/>
          </p:nvSpPr>
          <p:spPr>
            <a:xfrm>
              <a:off x="9696240" y="5940000"/>
              <a:ext cx="8835840" cy="731880"/>
            </a:xfrm>
            <a:custGeom>
              <a:avLst/>
              <a:gdLst>
                <a:gd name="textAreaLeft" fmla="*/ 0 w 8835840"/>
                <a:gd name="textAreaRight" fmla="*/ 8847360 w 8835840"/>
                <a:gd name="textAreaTop" fmla="*/ 0 h 731880"/>
                <a:gd name="textAreaBottom" fmla="*/ 743400 h 73188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5400" y="5967360"/>
            <a:ext cx="862668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88280" cy="30244320"/>
            <a:chOff x="0" y="0"/>
            <a:chExt cx="9188280" cy="3024432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88280" cy="30244320"/>
            </a:xfrm>
            <a:custGeom>
              <a:avLst/>
              <a:gdLst>
                <a:gd name="textAreaLeft" fmla="*/ 0 w 9188280"/>
                <a:gd name="textAreaRight" fmla="*/ 9199800 w 9188280"/>
                <a:gd name="textAreaTop" fmla="*/ 0 h 30244320"/>
                <a:gd name="textAreaBottom" fmla="*/ 30255840 h 3024432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21"/>
          <p:cNvSpPr/>
          <p:nvPr/>
        </p:nvSpPr>
        <p:spPr>
          <a:xfrm>
            <a:off x="9799560" y="272160"/>
            <a:ext cx="10539720" cy="260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56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844"/>
              </a:lnSpc>
            </a:pPr>
            <a:r>
              <a:rPr lang="en-US" sz="28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2"/>
          <p:cNvSpPr/>
          <p:nvPr/>
        </p:nvSpPr>
        <p:spPr>
          <a:xfrm>
            <a:off x="9734400" y="6554880"/>
            <a:ext cx="10956600" cy="83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260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{{exp_2_role}}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{{exp_2_company}} {{exp_2_dates}}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{{exp_3_role}}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{{exp_3_company}} {{exp_3_dates}}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{{exp_4_role}}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{{exp_4_company}} {{exp_4_dates}}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61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622520" y="35568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1"/>
          <p:cNvSpPr/>
          <p:nvPr/>
        </p:nvSpPr>
        <p:spPr>
          <a:xfrm>
            <a:off x="1220400" y="6444360"/>
            <a:ext cx="676080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PERFIL PROFESIONAL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2"/>
          <p:cNvSpPr/>
          <p:nvPr/>
        </p:nvSpPr>
        <p:spPr>
          <a:xfrm>
            <a:off x="1178280" y="7128360"/>
            <a:ext cx="670536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4"/>
          <p:cNvSpPr/>
          <p:nvPr/>
        </p:nvSpPr>
        <p:spPr>
          <a:xfrm>
            <a:off x="1178280" y="11427480"/>
            <a:ext cx="584100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CONTACTO              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1"/>
          <p:cNvSpPr/>
          <p:nvPr/>
        </p:nvSpPr>
        <p:spPr>
          <a:xfrm>
            <a:off x="1222200" y="12192120"/>
            <a:ext cx="5614920" cy="24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1004760" y="14040000"/>
            <a:ext cx="6915240" cy="37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0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[[SIDEBAR_BLOCK]]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n-US" sz="3600" b="1" u="none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"/>
                <a:ea typeface="Montserrat Bold"/>
              </a:rPr>
              <a:t> {{title}}              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2026-03-05T15:44:50Z</dcterms:modified>
  <cp:revision>33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