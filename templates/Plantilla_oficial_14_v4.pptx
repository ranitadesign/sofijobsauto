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</p:embeddedFont>
    <p:embeddedFont>
      <p:font typeface="Poppins Bold"/>
    </p:embeddedFont>
    <p:embeddedFont>
      <p:font typeface="Poppins"/>
    </p:embeddedFont>
    <p:embeddedFont>
      <p:font typeface="Raleway"/>
      <p:regular r:id="rId4"/>
      <p:bold r:id="rId4"/>
    </p:embeddedFont>
    <p:embeddedFont>
      <p:font typeface="Raleway Bold"/>
    </p:embeddedFont>
    <p:embeddedFont>
      <p:font typeface="Microsoft YaHei"/>
      <p:regular r:id="rId5"/>
    </p:embeddedFont>
    <p:embeddedFont>
      <p:font typeface="Montserrat"/>
      <p:regular r:id="rId6"/>
      <p:bold r:id="rId6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Raleway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920" cy="13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920" cy="14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9F3ACF-0874-4A8D-83C7-C343B6335E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055A68-1FCE-49FA-AFDF-72A47873F4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8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80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24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24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E3620D-4FA7-48B3-8B82-4A99D5E9F2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B4C321-8257-484E-AE26-3B93D735AB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EDF56B-0DAE-4EBD-A5DA-5E99DEACFD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68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160" cy="58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680" cy="46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276EAD-CCB3-4D4B-9F9D-CDD83C047F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920" cy="5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92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E2C5B5-BDB5-4A77-97C2-BA6F4E1D20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92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DBDE3A-FE07-45DD-99C9-D2F8E28012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82C581-252A-49BA-AB7C-EC8BEBED89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92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44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A385D0-65A7-4B71-BC07-7AFE61A51F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959166-296A-4878-A55E-CADA40C56A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9799920" y="5171760"/>
            <a:ext cx="8549640" cy="47520"/>
            <a:chOff x="9799920" y="5171760"/>
            <a:chExt cx="8549640" cy="47520"/>
          </a:xfrm>
        </p:grpSpPr>
        <p:sp>
          <p:nvSpPr>
            <p:cNvPr id="60" name="Freeform 3"/>
            <p:cNvSpPr/>
            <p:nvPr/>
          </p:nvSpPr>
          <p:spPr>
            <a:xfrm>
              <a:off x="9799920" y="5171760"/>
              <a:ext cx="8549640" cy="47520"/>
            </a:xfrm>
            <a:custGeom>
              <a:avLst/>
              <a:gdLst>
                <a:gd name="textAreaLeft" fmla="*/ 0 w 8549640"/>
                <a:gd name="textAreaRight" fmla="*/ 8556120 w 8549640"/>
                <a:gd name="textAreaTop" fmla="*/ 0 h 47520"/>
                <a:gd name="textAreaBottom" fmla="*/ 54000 h 4752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9696240" y="7875360"/>
            <a:ext cx="8840880" cy="736920"/>
            <a:chOff x="9696240" y="7875360"/>
            <a:chExt cx="8840880" cy="736920"/>
          </a:xfrm>
        </p:grpSpPr>
        <p:sp>
          <p:nvSpPr>
            <p:cNvPr id="62" name="Freeform 5"/>
            <p:cNvSpPr/>
            <p:nvPr/>
          </p:nvSpPr>
          <p:spPr>
            <a:xfrm>
              <a:off x="9696240" y="7875360"/>
              <a:ext cx="8840880" cy="736920"/>
            </a:xfrm>
            <a:custGeom>
              <a:avLst/>
              <a:gdLst>
                <a:gd name="textAreaLeft" fmla="*/ 0 w 8840880"/>
                <a:gd name="textAreaRight" fmla="*/ 8847360 w 8840880"/>
                <a:gd name="textAreaTop" fmla="*/ 0 h 736920"/>
                <a:gd name="textAreaBottom" fmla="*/ 743400 h 736920"/>
              </a:gdLst>
              <a:ahLst/>
              <a:cxnLst/>
              <a:rect l="textAreaLeft" t="textAreaTop" r="textAreaRight" b="textAreaBottom"/>
              <a:pathLst>
                <a:path w="11796268" h="990981">
                  <a:moveTo>
                    <a:pt x="0" y="0"/>
                  </a:moveTo>
                  <a:lnTo>
                    <a:pt x="11796268" y="0"/>
                  </a:lnTo>
                  <a:lnTo>
                    <a:pt x="11796268" y="990981"/>
                  </a:lnTo>
                  <a:lnTo>
                    <a:pt x="0" y="990981"/>
                  </a:lnTo>
                  <a:close/>
                </a:path>
              </a:pathLst>
            </a:custGeom>
            <a:solidFill>
              <a:srgbClr val="c0504d">
                <a:alpha val="77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6"/>
          <p:cNvSpPr/>
          <p:nvPr/>
        </p:nvSpPr>
        <p:spPr>
          <a:xfrm>
            <a:off x="9905400" y="7902720"/>
            <a:ext cx="863172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14"/>
              </a:lnSpc>
            </a:pPr>
            <a:r>
              <a:rPr lang="en-US" sz="3680" b="1" u="none" spc="238" strike="noStrike">
                <a:solidFill>
                  <a:srgbClr val="543f3f"/>
                </a:solidFill>
                <a:effectLst/>
                <a:uFillTx/>
                <a:latin typeface="Poppins Bold"/>
                <a:ea typeface="Poppins Bold"/>
              </a:rPr>
              <a:t>EXPERIENCIA LABORAL</a:t>
            </a:r>
            <a:endParaRPr lang="es-AR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0" y="0"/>
            <a:ext cx="9193320" cy="30249360"/>
            <a:chOff x="0" y="0"/>
            <a:chExt cx="9193320" cy="30249360"/>
          </a:xfrm>
        </p:grpSpPr>
        <p:sp>
          <p:nvSpPr>
            <p:cNvPr id="65" name="Freeform 8"/>
            <p:cNvSpPr/>
            <p:nvPr/>
          </p:nvSpPr>
          <p:spPr>
            <a:xfrm>
              <a:off x="0" y="0"/>
              <a:ext cx="9193320" cy="30249360"/>
            </a:xfrm>
            <a:custGeom>
              <a:avLst/>
              <a:gdLst>
                <a:gd name="textAreaLeft" fmla="*/ 0 w 9193320"/>
                <a:gd name="textAreaRight" fmla="*/ 9199800 w 9193320"/>
                <a:gd name="textAreaTop" fmla="*/ 0 h 30249360"/>
                <a:gd name="textAreaBottom" fmla="*/ 30255840 h 30249360"/>
              </a:gdLst>
              <a:ahLst/>
              <a:cxnLst/>
              <a:rect l="textAreaLeft" t="textAreaTop" r="textAreaRight" b="textAreaBottom"/>
              <a:pathLst>
                <a:path w="12266295" h="40341042">
                  <a:moveTo>
                    <a:pt x="0" y="0"/>
                  </a:moveTo>
                  <a:lnTo>
                    <a:pt x="12266295" y="0"/>
                  </a:lnTo>
                  <a:lnTo>
                    <a:pt x="12266295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>
                <a:alpha val="85000"/>
              </a:srgbClr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9"/>
          <p:cNvGrpSpPr/>
          <p:nvPr/>
        </p:nvGrpSpPr>
        <p:grpSpPr>
          <a:xfrm>
            <a:off x="1223280" y="7458840"/>
            <a:ext cx="6905520" cy="738000"/>
            <a:chOff x="1223280" y="7458840"/>
            <a:chExt cx="6905520" cy="738000"/>
          </a:xfrm>
        </p:grpSpPr>
        <p:sp>
          <p:nvSpPr>
            <p:cNvPr id="67" name="Freeform 10"/>
            <p:cNvSpPr/>
            <p:nvPr/>
          </p:nvSpPr>
          <p:spPr>
            <a:xfrm>
              <a:off x="1223280" y="7458840"/>
              <a:ext cx="6905520" cy="738000"/>
            </a:xfrm>
            <a:custGeom>
              <a:avLst/>
              <a:gdLst>
                <a:gd name="textAreaLeft" fmla="*/ 0 w 6905520"/>
                <a:gd name="textAreaRight" fmla="*/ 6912000 w 6905520"/>
                <a:gd name="textAreaTop" fmla="*/ 0 h 738000"/>
                <a:gd name="textAreaBottom" fmla="*/ 744480 h 738000"/>
              </a:gdLst>
              <a:ahLst/>
              <a:cxnLst/>
              <a:rect l="textAreaLeft" t="textAreaTop" r="textAreaRight" b="textAreaBottom"/>
              <a:pathLst>
                <a:path w="9216136" h="992632">
                  <a:moveTo>
                    <a:pt x="0" y="0"/>
                  </a:moveTo>
                  <a:lnTo>
                    <a:pt x="9216136" y="0"/>
                  </a:lnTo>
                  <a:lnTo>
                    <a:pt x="9216136" y="992632"/>
                  </a:lnTo>
                  <a:lnTo>
                    <a:pt x="0" y="992632"/>
                  </a:lnTo>
                  <a:close/>
                </a:path>
              </a:pathLst>
            </a:custGeom>
            <a:solidFill>
              <a:srgbClr val="f8f7f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11"/>
          <p:cNvSpPr/>
          <p:nvPr/>
        </p:nvSpPr>
        <p:spPr>
          <a:xfrm>
            <a:off x="1363320" y="7503120"/>
            <a:ext cx="63705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292829"/>
                </a:solidFill>
                <a:effectLst/>
                <a:uFillTx/>
                <a:latin typeface="Poppins Bold"/>
                <a:ea typeface="Poppins Bold"/>
              </a:rPr>
              <a:t>PERFIL PROFESIONAL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1321200" y="8490960"/>
            <a:ext cx="671004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28"/>
              </a:lnSpc>
            </a:pPr>
            <a:r>
              <a:rPr lang="en-US" sz="2260" b="0" u="none" spc="45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1"/>
          <p:cNvSpPr/>
          <p:nvPr/>
        </p:nvSpPr>
        <p:spPr>
          <a:xfrm>
            <a:off x="9799560" y="788400"/>
            <a:ext cx="8503200" cy="19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687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Raleway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2"/>
          <p:cNvSpPr/>
          <p:nvPr/>
        </p:nvSpPr>
        <p:spPr>
          <a:xfrm>
            <a:off x="9734400" y="9066240"/>
            <a:ext cx="10961640" cy="115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{{exp_1_role}}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260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{{exp_1_company}} {{exp_1_dates}}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{{exp_2_role}}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{{exp_2_company}} {{exp_2_dates}}</a:t>
            </a: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{{exp_3_role}}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{{exp_3_company}} {{exp_3_dates}}</a:t>
            </a: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{{exp_3_bullets_block}}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{{exp_4_role}}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{{exp_4_company}} {{exp_4_dates}}</a:t>
            </a: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{{exp_4_bullets_block}}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4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reeform 24"/>
          <p:cNvSpPr/>
          <p:nvPr/>
        </p:nvSpPr>
        <p:spPr>
          <a:xfrm>
            <a:off x="1500120" y="14875920"/>
            <a:ext cx="471600" cy="336600"/>
          </a:xfrm>
          <a:custGeom>
            <a:avLst/>
            <a:gdLst>
              <a:gd name="textAreaLeft" fmla="*/ 0 w 471600"/>
              <a:gd name="textAreaRight" fmla="*/ 478080 w 471600"/>
              <a:gd name="textAreaTop" fmla="*/ 0 h 336600"/>
              <a:gd name="textAreaBottom" fmla="*/ 343080 h 336600"/>
            </a:gdLst>
            <a:ahLst/>
            <a:cxnLst/>
            <a:rect l="textAreaLeft" t="textAreaTop" r="textAreaRight" b="textAreaBottom"/>
            <a:pathLst>
              <a:path w="478145" h="342900">
                <a:moveTo>
                  <a:pt x="0" y="0"/>
                </a:moveTo>
                <a:lnTo>
                  <a:pt x="478145" y="0"/>
                </a:lnTo>
                <a:lnTo>
                  <a:pt x="47814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25"/>
          <p:cNvSpPr/>
          <p:nvPr/>
        </p:nvSpPr>
        <p:spPr>
          <a:xfrm>
            <a:off x="1469520" y="14135760"/>
            <a:ext cx="532800" cy="356040"/>
          </a:xfrm>
          <a:custGeom>
            <a:avLst/>
            <a:gdLst>
              <a:gd name="textAreaLeft" fmla="*/ 0 w 532800"/>
              <a:gd name="textAreaRight" fmla="*/ 539280 w 532800"/>
              <a:gd name="textAreaTop" fmla="*/ 0 h 356040"/>
              <a:gd name="textAreaBottom" fmla="*/ 362520 h 356040"/>
            </a:gdLst>
            <a:ahLst/>
            <a:cxnLst/>
            <a:rect l="textAreaLeft" t="textAreaTop" r="textAreaRight" b="textAreaBottom"/>
            <a:pathLst>
              <a:path w="539115" h="362674">
                <a:moveTo>
                  <a:pt x="0" y="0"/>
                </a:moveTo>
                <a:lnTo>
                  <a:pt x="539115" y="0"/>
                </a:lnTo>
                <a:lnTo>
                  <a:pt x="539115" y="362674"/>
                </a:lnTo>
                <a:lnTo>
                  <a:pt x="0" y="362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26"/>
          <p:cNvSpPr/>
          <p:nvPr/>
        </p:nvSpPr>
        <p:spPr>
          <a:xfrm>
            <a:off x="1500120" y="16165440"/>
            <a:ext cx="471600" cy="524880"/>
          </a:xfrm>
          <a:custGeom>
            <a:avLst/>
            <a:gdLst>
              <a:gd name="textAreaLeft" fmla="*/ 0 w 471600"/>
              <a:gd name="textAreaRight" fmla="*/ 478080 w 471600"/>
              <a:gd name="textAreaTop" fmla="*/ 0 h 524880"/>
              <a:gd name="textAreaBottom" fmla="*/ 531360 h 524880"/>
            </a:gdLst>
            <a:ahLst/>
            <a:cxnLst/>
            <a:rect l="textAreaLeft" t="textAreaTop" r="textAreaRight" b="textAreaBottom"/>
            <a:pathLst>
              <a:path w="478145" h="531276">
                <a:moveTo>
                  <a:pt x="0" y="0"/>
                </a:moveTo>
                <a:lnTo>
                  <a:pt x="478145" y="0"/>
                </a:lnTo>
                <a:lnTo>
                  <a:pt x="478145" y="531276"/>
                </a:lnTo>
                <a:lnTo>
                  <a:pt x="0" y="531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reeform 27"/>
          <p:cNvSpPr/>
          <p:nvPr/>
        </p:nvSpPr>
        <p:spPr>
          <a:xfrm>
            <a:off x="1537920" y="15539760"/>
            <a:ext cx="464400" cy="368640"/>
          </a:xfrm>
          <a:custGeom>
            <a:avLst/>
            <a:gdLst>
              <a:gd name="textAreaLeft" fmla="*/ 0 w 464400"/>
              <a:gd name="textAreaRight" fmla="*/ 470880 w 464400"/>
              <a:gd name="textAreaTop" fmla="*/ 0 h 368640"/>
              <a:gd name="textAreaBottom" fmla="*/ 375120 h 368640"/>
            </a:gdLst>
            <a:ahLst/>
            <a:cxnLst/>
            <a:rect l="textAreaLeft" t="textAreaTop" r="textAreaRight" b="textAreaBottom"/>
            <a:pathLst>
              <a:path w="470973" h="375066">
                <a:moveTo>
                  <a:pt x="0" y="0"/>
                </a:moveTo>
                <a:lnTo>
                  <a:pt x="470973" y="0"/>
                </a:lnTo>
                <a:lnTo>
                  <a:pt x="470973" y="375066"/>
                </a:lnTo>
                <a:lnTo>
                  <a:pt x="0" y="3750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28"/>
          <p:cNvGrpSpPr/>
          <p:nvPr/>
        </p:nvGrpSpPr>
        <p:grpSpPr>
          <a:xfrm>
            <a:off x="1258200" y="12951720"/>
            <a:ext cx="6835680" cy="738000"/>
            <a:chOff x="1258200" y="12951720"/>
            <a:chExt cx="6835680" cy="738000"/>
          </a:xfrm>
        </p:grpSpPr>
        <p:sp>
          <p:nvSpPr>
            <p:cNvPr id="77" name="Freeform 29"/>
            <p:cNvSpPr/>
            <p:nvPr/>
          </p:nvSpPr>
          <p:spPr>
            <a:xfrm>
              <a:off x="1258200" y="12951720"/>
              <a:ext cx="6835680" cy="738000"/>
            </a:xfrm>
            <a:custGeom>
              <a:avLst/>
              <a:gdLst>
                <a:gd name="textAreaLeft" fmla="*/ 0 w 6835680"/>
                <a:gd name="textAreaRight" fmla="*/ 6842160 w 6835680"/>
                <a:gd name="textAreaTop" fmla="*/ 0 h 738000"/>
                <a:gd name="textAreaBottom" fmla="*/ 744480 h 738000"/>
              </a:gdLst>
              <a:ahLst/>
              <a:cxnLst/>
              <a:rect l="textAreaLeft" t="textAreaTop" r="textAreaRight" b="textAreaBottom"/>
              <a:pathLst>
                <a:path w="9122791" h="992632">
                  <a:moveTo>
                    <a:pt x="0" y="0"/>
                  </a:moveTo>
                  <a:lnTo>
                    <a:pt x="9122791" y="0"/>
                  </a:lnTo>
                  <a:lnTo>
                    <a:pt x="9122791" y="992632"/>
                  </a:lnTo>
                  <a:lnTo>
                    <a:pt x="0" y="992632"/>
                  </a:lnTo>
                  <a:close/>
                </a:path>
              </a:pathLst>
            </a:custGeom>
            <a:solidFill>
              <a:srgbClr val="f8f7f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TextBox 30"/>
          <p:cNvSpPr/>
          <p:nvPr/>
        </p:nvSpPr>
        <p:spPr>
          <a:xfrm>
            <a:off x="2469600" y="14660640"/>
            <a:ext cx="561960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1"/>
          <p:cNvSpPr/>
          <p:nvPr/>
        </p:nvSpPr>
        <p:spPr>
          <a:xfrm>
            <a:off x="2474280" y="13931280"/>
            <a:ext cx="561960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+ 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2"/>
          <p:cNvSpPr/>
          <p:nvPr/>
        </p:nvSpPr>
        <p:spPr>
          <a:xfrm>
            <a:off x="2474280" y="16133760"/>
            <a:ext cx="455652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3"/>
          <p:cNvSpPr/>
          <p:nvPr/>
        </p:nvSpPr>
        <p:spPr>
          <a:xfrm>
            <a:off x="2474280" y="15358320"/>
            <a:ext cx="561960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Licencia de conducir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4"/>
          <p:cNvSpPr/>
          <p:nvPr/>
        </p:nvSpPr>
        <p:spPr>
          <a:xfrm>
            <a:off x="1356120" y="12997080"/>
            <a:ext cx="53316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292829"/>
                </a:solidFill>
                <a:effectLst/>
                <a:uFillTx/>
                <a:latin typeface="Poppins Bold"/>
                <a:ea typeface="Poppins Bold"/>
              </a:rPr>
              <a:t>CONTACTO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5"/>
          <p:cNvSpPr/>
          <p:nvPr/>
        </p:nvSpPr>
        <p:spPr>
          <a:xfrm>
            <a:off x="9799560" y="5796720"/>
            <a:ext cx="873504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844"/>
              </a:lnSpc>
            </a:pPr>
            <a:r>
              <a:rPr lang="en-US" sz="2800" b="0" u="none" spc="431" strike="noStrike">
                <a:solidFill>
                  <a:srgbClr val="292829"/>
                </a:solidFill>
                <a:effectLst/>
                <a:uFillTx/>
                <a:latin typeface="Lato"/>
                <a:ea typeface="Raleway"/>
              </a:rPr>
              <a:t>{{title}}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622880" y="355680"/>
            <a:ext cx="305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226880" y="18524160"/>
            <a:ext cx="597240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8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DAG9ko10TaE</dc:identifier>
  <dc:language>es-AR</dc:language>
  <cp:lastModifiedBy/>
  <dcterms:modified xsi:type="dcterms:W3CDTF">2026-01-14T15:27:35Z</dcterms:modified>
  <cp:revision>19</cp:revision>
  <dc:subject/>
  <dc:title>Plantilla_oficial_14.pptx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