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oppins"/>
      <p:regular r:id="rId5"/>
    </p:embeddedFont>
    <p:embeddedFont>
      <p:font typeface="Microsoft YaHei"/>
    </p:embeddedFont>
    <p:embeddedFont>
      <p:font typeface="Poppins Bold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E873AC-F9DB-4168-909F-F2C7151CF5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60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12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AC44AA-21C5-4A95-813C-F0685051D0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9D833C-F052-42A0-A538-7CF1D370AF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600" cy="13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600" cy="14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C68599-BEB8-4DB1-89C3-9977B36CA2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DD8C75-8DC6-4E67-8A38-5C4CDD4321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48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48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92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92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AE871F-B126-4246-85F9-5EB298058E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F080AB-3B43-4D3C-8BDB-DA5095570C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1D91DB-CA71-40C6-8169-2568128068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360" cy="115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84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360" cy="468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39FE29-72FC-41F5-BD84-EBD3A9A6D2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600" cy="5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600" cy="41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600" cy="79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B0FD53-12B7-470B-89C3-87FFB116C4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600" cy="14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34170A-E05D-4C1A-B433-0BCB888C71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3600" cy="16200"/>
            <a:chOff x="1225080" y="7717680"/>
            <a:chExt cx="17103600" cy="1620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3600" cy="16200"/>
            </a:xfrm>
            <a:custGeom>
              <a:avLst/>
              <a:gdLst>
                <a:gd name="textAreaLeft" fmla="*/ 0 w 17103600"/>
                <a:gd name="textAreaRight" fmla="*/ 17114400 w 1710360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6976080"/>
            <a:ext cx="9389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08880" y="8183880"/>
            <a:ext cx="19671120" cy="84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580000" y="8183880"/>
            <a:ext cx="1773756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890280" y="11217600"/>
            <a:ext cx="21283920" cy="75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6"/>
          <p:cNvSpPr/>
          <p:nvPr/>
        </p:nvSpPr>
        <p:spPr>
          <a:xfrm>
            <a:off x="5580000" y="10683360"/>
            <a:ext cx="17918280" cy="3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8"/>
          <p:cNvSpPr/>
          <p:nvPr/>
        </p:nvSpPr>
        <p:spPr>
          <a:xfrm>
            <a:off x="1225080" y="13314240"/>
            <a:ext cx="21283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5236920" y="3263760"/>
            <a:ext cx="15679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806040"/>
            <a:ext cx="1535724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8"/>
          <p:cNvSpPr/>
          <p:nvPr/>
        </p:nvSpPr>
        <p:spPr>
          <a:xfrm>
            <a:off x="1225080" y="4326840"/>
            <a:ext cx="18291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080000" y="540360"/>
            <a:ext cx="41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3"/>
          <p:cNvGrpSpPr/>
          <p:nvPr/>
        </p:nvGrpSpPr>
        <p:grpSpPr>
          <a:xfrm>
            <a:off x="1298520" y="21231000"/>
            <a:ext cx="17105760" cy="18360"/>
            <a:chOff x="1298520" y="21231000"/>
            <a:chExt cx="17105760" cy="18360"/>
          </a:xfrm>
        </p:grpSpPr>
        <p:sp>
          <p:nvSpPr>
            <p:cNvPr id="72" name="Freeform 4"/>
            <p:cNvSpPr/>
            <p:nvPr/>
          </p:nvSpPr>
          <p:spPr>
            <a:xfrm>
              <a:off x="1298520" y="212310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5"/>
          <p:cNvGrpSpPr/>
          <p:nvPr/>
        </p:nvGrpSpPr>
        <p:grpSpPr>
          <a:xfrm>
            <a:off x="1260720" y="26496720"/>
            <a:ext cx="17105760" cy="18360"/>
            <a:chOff x="1260720" y="26496720"/>
            <a:chExt cx="17105760" cy="18360"/>
          </a:xfrm>
        </p:grpSpPr>
        <p:sp>
          <p:nvSpPr>
            <p:cNvPr id="74" name="Freeform 5"/>
            <p:cNvSpPr/>
            <p:nvPr/>
          </p:nvSpPr>
          <p:spPr>
            <a:xfrm>
              <a:off x="1260720" y="2649672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7"/>
          <p:cNvGrpSpPr/>
          <p:nvPr/>
        </p:nvGrpSpPr>
        <p:grpSpPr>
          <a:xfrm>
            <a:off x="1225800" y="24017400"/>
            <a:ext cx="17105760" cy="18360"/>
            <a:chOff x="1225800" y="24017400"/>
            <a:chExt cx="17105760" cy="18360"/>
          </a:xfrm>
        </p:grpSpPr>
        <p:sp>
          <p:nvSpPr>
            <p:cNvPr id="76" name="Freeform 6"/>
            <p:cNvSpPr/>
            <p:nvPr/>
          </p:nvSpPr>
          <p:spPr>
            <a:xfrm>
              <a:off x="1225800" y="24017400"/>
              <a:ext cx="17105760" cy="18360"/>
            </a:xfrm>
            <a:custGeom>
              <a:avLst/>
              <a:gdLst>
                <a:gd name="textAreaLeft" fmla="*/ 0 w 17105760"/>
                <a:gd name="textAreaRight" fmla="*/ 17114400 w 17105760"/>
                <a:gd name="textAreaTop" fmla="*/ 0 h 18360"/>
                <a:gd name="textAreaBottom" fmla="*/ 27000 h 1836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7"/>
          <p:cNvSpPr/>
          <p:nvPr/>
        </p:nvSpPr>
        <p:spPr>
          <a:xfrm>
            <a:off x="1298520" y="2062800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8"/>
          <p:cNvSpPr/>
          <p:nvPr/>
        </p:nvSpPr>
        <p:spPr>
          <a:xfrm>
            <a:off x="900360" y="21292200"/>
            <a:ext cx="179276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1260720" y="25893720"/>
            <a:ext cx="115246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2"/>
          <p:cNvSpPr/>
          <p:nvPr/>
        </p:nvSpPr>
        <p:spPr>
          <a:xfrm>
            <a:off x="900360" y="26665560"/>
            <a:ext cx="1720764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1"/>
          <p:cNvSpPr/>
          <p:nvPr/>
        </p:nvSpPr>
        <p:spPr>
          <a:xfrm>
            <a:off x="1225800" y="23436720"/>
            <a:ext cx="65548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5"/>
          <p:cNvSpPr/>
          <p:nvPr/>
        </p:nvSpPr>
        <p:spPr>
          <a:xfrm>
            <a:off x="900360" y="24053040"/>
            <a:ext cx="199134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"/>
          <p:cNvSpPr/>
          <p:nvPr/>
        </p:nvSpPr>
        <p:spPr>
          <a:xfrm>
            <a:off x="1208880" y="882360"/>
            <a:ext cx="19671120" cy="337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{{exp_6_role}}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2026-02-11T00:23:19Z</dcterms:modified>
  <cp:revision>32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