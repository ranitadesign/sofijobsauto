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  <p:sldId id="257" r:id="rId4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5"/>
      <p:bold r:id="rId5"/>
    </p:embeddedFont>
    <p:embeddedFont>
      <p:font typeface="Poppins Bold"/>
    </p:embeddedFont>
    <p:embeddedFont>
      <p:font typeface="Microsoft YaHei"/>
      <p:regular r:id="rId6"/>
    </p:embeddedFont>
    <p:embeddedFont>
      <p:font typeface="Poppins Italics"/>
    </p:embeddedFont>
    <p:embeddedFont>
      <p:font typeface="Garet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font" Target="fonts/Font_1_Poppins_Regular.fntdata"/><Relationship Id="rId6" Type="http://schemas.openxmlformats.org/officeDocument/2006/relationships/font" Target="fonts/Font_2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000" cy="115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48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000" cy="468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1A9554-6A7B-436D-B20F-D3C7CEBEB9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240" cy="5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240" cy="4103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240" cy="79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86B345-A222-407C-87D2-E4252C8833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240" cy="14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518411-E8F5-4038-9C94-F87D66833A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C08180-2D42-4481-B39C-8E4429F8414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24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76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43283F-BF71-44DC-81CE-446FB46CC1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48EC3B-3BE0-4D9F-8B07-CDEE377F704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240" cy="13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240" cy="148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EEDEB18-A4D0-477E-8460-DD6128A3EC9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8F3415-99A4-40AD-8D85-51CAA39D85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12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12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56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56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F3DAB6-B6BC-4167-8490-C902DD6163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F96473-0040-4AD3-890C-75653C048A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09DE59C-EA91-44AA-AE90-AE7250F534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title"/>
          </p:nvPr>
        </p:nvSpPr>
        <p:spPr>
          <a:xfrm>
            <a:off x="1068480" y="1207800"/>
            <a:ext cx="19236240" cy="505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s-AR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body"/>
          </p:nvPr>
        </p:nvSpPr>
        <p:spPr>
          <a:xfrm>
            <a:off x="1068480" y="7084440"/>
            <a:ext cx="19236240" cy="1756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2"/>
          <p:cNvGrpSpPr/>
          <p:nvPr/>
        </p:nvGrpSpPr>
        <p:grpSpPr>
          <a:xfrm>
            <a:off x="1225080" y="7717680"/>
            <a:ext cx="17103240" cy="15840"/>
            <a:chOff x="1225080" y="7717680"/>
            <a:chExt cx="17103240" cy="15840"/>
          </a:xfrm>
        </p:grpSpPr>
        <p:sp>
          <p:nvSpPr>
            <p:cNvPr id="62" name="Freeform 3"/>
            <p:cNvSpPr/>
            <p:nvPr/>
          </p:nvSpPr>
          <p:spPr>
            <a:xfrm>
              <a:off x="1225080" y="7717680"/>
              <a:ext cx="17103240" cy="15840"/>
            </a:xfrm>
            <a:custGeom>
              <a:avLst/>
              <a:gdLst>
                <a:gd name="textAreaLeft" fmla="*/ 0 w 17103240"/>
                <a:gd name="textAreaRight" fmla="*/ 17114400 w 1710324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13"/>
          <p:cNvSpPr/>
          <p:nvPr/>
        </p:nvSpPr>
        <p:spPr>
          <a:xfrm>
            <a:off x="1225080" y="6976080"/>
            <a:ext cx="9389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2"/>
          <p:cNvSpPr/>
          <p:nvPr/>
        </p:nvSpPr>
        <p:spPr>
          <a:xfrm>
            <a:off x="1208880" y="7535880"/>
            <a:ext cx="19670760" cy="9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{{exp_3_dates}}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{{exp_5_role}}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{{exp_5_company}}   {{exp_5_dates}}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{{exp_5_bullets_block}}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3"/>
          <p:cNvSpPr/>
          <p:nvPr/>
        </p:nvSpPr>
        <p:spPr>
          <a:xfrm>
            <a:off x="5580000" y="8183880"/>
            <a:ext cx="1773720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4"/>
          <p:cNvSpPr/>
          <p:nvPr/>
        </p:nvSpPr>
        <p:spPr>
          <a:xfrm>
            <a:off x="890280" y="11217600"/>
            <a:ext cx="21283560" cy="75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993"/>
              </a:lnSpc>
            </a:pP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99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6"/>
          <p:cNvSpPr/>
          <p:nvPr/>
        </p:nvSpPr>
        <p:spPr>
          <a:xfrm>
            <a:off x="5580000" y="10683360"/>
            <a:ext cx="1791792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28"/>
          <p:cNvSpPr/>
          <p:nvPr/>
        </p:nvSpPr>
        <p:spPr>
          <a:xfrm>
            <a:off x="1225080" y="13314240"/>
            <a:ext cx="21283560" cy="37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03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0"/>
          <p:cNvSpPr/>
          <p:nvPr/>
        </p:nvSpPr>
        <p:spPr>
          <a:xfrm>
            <a:off x="5236920" y="3263760"/>
            <a:ext cx="15679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22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{{contact_phone}} |  {{contact_email}} |  {{contact_location}} | {{licencia}}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96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1"/>
          <p:cNvSpPr/>
          <p:nvPr/>
        </p:nvSpPr>
        <p:spPr>
          <a:xfrm>
            <a:off x="5338440" y="806040"/>
            <a:ext cx="15356880" cy="211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6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148"/>
              </a:lnSpc>
            </a:pPr>
            <a:r>
              <a:rPr lang="en-US" sz="2600" b="0" u="none" spc="320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8"/>
          <p:cNvSpPr/>
          <p:nvPr/>
        </p:nvSpPr>
        <p:spPr>
          <a:xfrm>
            <a:off x="1225080" y="4326840"/>
            <a:ext cx="18291240" cy="45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55"/>
              </a:lnSpc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080000" y="540360"/>
            <a:ext cx="4133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3"/>
          <p:cNvGrpSpPr/>
          <p:nvPr/>
        </p:nvGrpSpPr>
        <p:grpSpPr>
          <a:xfrm>
            <a:off x="1298520" y="21231000"/>
            <a:ext cx="17105400" cy="18000"/>
            <a:chOff x="1298520" y="21231000"/>
            <a:chExt cx="17105400" cy="18000"/>
          </a:xfrm>
        </p:grpSpPr>
        <p:sp>
          <p:nvSpPr>
            <p:cNvPr id="74" name="Freeform 4"/>
            <p:cNvSpPr/>
            <p:nvPr/>
          </p:nvSpPr>
          <p:spPr>
            <a:xfrm>
              <a:off x="1298520" y="2123100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5"/>
          <p:cNvGrpSpPr/>
          <p:nvPr/>
        </p:nvGrpSpPr>
        <p:grpSpPr>
          <a:xfrm>
            <a:off x="1260720" y="26496720"/>
            <a:ext cx="17105400" cy="18000"/>
            <a:chOff x="1260720" y="26496720"/>
            <a:chExt cx="17105400" cy="18000"/>
          </a:xfrm>
        </p:grpSpPr>
        <p:sp>
          <p:nvSpPr>
            <p:cNvPr id="76" name="Freeform 5"/>
            <p:cNvSpPr/>
            <p:nvPr/>
          </p:nvSpPr>
          <p:spPr>
            <a:xfrm>
              <a:off x="1260720" y="2649672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7" name="Group 7"/>
          <p:cNvGrpSpPr/>
          <p:nvPr/>
        </p:nvGrpSpPr>
        <p:grpSpPr>
          <a:xfrm>
            <a:off x="1225800" y="24017400"/>
            <a:ext cx="17105400" cy="18000"/>
            <a:chOff x="1225800" y="24017400"/>
            <a:chExt cx="17105400" cy="18000"/>
          </a:xfrm>
        </p:grpSpPr>
        <p:sp>
          <p:nvSpPr>
            <p:cNvPr id="78" name="Freeform 6"/>
            <p:cNvSpPr/>
            <p:nvPr/>
          </p:nvSpPr>
          <p:spPr>
            <a:xfrm>
              <a:off x="1225800" y="24017400"/>
              <a:ext cx="17105400" cy="18000"/>
            </a:xfrm>
            <a:custGeom>
              <a:avLst/>
              <a:gdLst>
                <a:gd name="textAreaLeft" fmla="*/ 0 w 17105400"/>
                <a:gd name="textAreaRight" fmla="*/ 17114400 w 17105400"/>
                <a:gd name="textAreaTop" fmla="*/ 0 h 18000"/>
                <a:gd name="textAreaBottom" fmla="*/ 27000 h 18000"/>
              </a:gdLst>
              <a:ahLst/>
              <a:cxnLst/>
              <a:rect l="textAreaLeft" t="textAreaTop" r="textAreaRight" b="textAreaBottom"/>
              <a:pathLst>
                <a:path w="22819232" h="35941">
                  <a:moveTo>
                    <a:pt x="0" y="0"/>
                  </a:moveTo>
                  <a:lnTo>
                    <a:pt x="22819232" y="0"/>
                  </a:lnTo>
                  <a:lnTo>
                    <a:pt x="22819232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b667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TextBox 7"/>
          <p:cNvSpPr/>
          <p:nvPr/>
        </p:nvSpPr>
        <p:spPr>
          <a:xfrm>
            <a:off x="1298520" y="20628000"/>
            <a:ext cx="655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900360" y="21292200"/>
            <a:ext cx="1792728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pc="37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1260720" y="25893720"/>
            <a:ext cx="115243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INFORMÁTICA E IDIOMAS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2"/>
          <p:cNvSpPr/>
          <p:nvPr/>
        </p:nvSpPr>
        <p:spPr>
          <a:xfrm>
            <a:off x="900360" y="26665560"/>
            <a:ext cx="17207280" cy="36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5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1"/>
          <p:cNvSpPr/>
          <p:nvPr/>
        </p:nvSpPr>
        <p:spPr>
          <a:xfrm>
            <a:off x="1225800" y="23436720"/>
            <a:ext cx="655452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1"/>
              </a:lnSpc>
            </a:pPr>
            <a:r>
              <a:rPr lang="en-US" sz="3959" b="0" u="none" spc="315" strike="noStrike">
                <a:solidFill>
                  <a:srgbClr val="343434"/>
                </a:solidFill>
                <a:effectLst/>
                <a:uFillTx/>
                <a:latin typeface="Poppins"/>
                <a:ea typeface="Poppins Bold"/>
              </a:rPr>
              <a:t>CAPACITACIONES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5"/>
          <p:cNvSpPr/>
          <p:nvPr/>
        </p:nvSpPr>
        <p:spPr>
          <a:xfrm>
            <a:off x="900360" y="24053040"/>
            <a:ext cx="19913040" cy="13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555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{{curso_3}}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"/>
          <p:cNvSpPr/>
          <p:nvPr/>
        </p:nvSpPr>
        <p:spPr>
          <a:xfrm>
            <a:off x="1208880" y="702360"/>
            <a:ext cx="19670760" cy="401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033"/>
              </a:lnSpc>
              <a:spcBef>
                <a:spcPts val="567"/>
              </a:spcBef>
              <a:spcAft>
                <a:spcPts val="567"/>
              </a:spcAft>
            </a:pP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{{exp_6_role}}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 </a:t>
            </a:r>
            <a:r>
              <a:rPr lang="en-US" sz="2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{{exp_6_company}}   {{exp_6_dates}}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  <a:spcBef>
                <a:spcPts val="1757"/>
              </a:spcBef>
              <a:spcAft>
                <a:spcPts val="1559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{{exp_6_bullets_block}}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757"/>
              </a:spcBef>
              <a:spcAft>
                <a:spcPts val="1559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52"/>
              </a:lnSpc>
              <a:spcBef>
                <a:spcPts val="567"/>
              </a:spcBef>
              <a:spcAft>
                <a:spcPts val="567"/>
              </a:spcAft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DAG9ksXom68</dc:identifier>
  <dc:language>es-AR</dc:language>
  <cp:lastModifiedBy/>
  <dcterms:modified xsi:type="dcterms:W3CDTF">2026-03-05T15:38:34Z</dcterms:modified>
  <cp:revision>33</cp:revision>
  <dc:subject/>
  <dc:title>Plantilla_oficial_12.pptx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