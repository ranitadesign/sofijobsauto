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</p:sldIdLst>
  <p:sldSz cx="21374100" cy="30276800"/>
  <p:notesSz cx="7559675" cy="10691813"/>
  <p:embeddedFontLst>
    <p:embeddedFont>
      <p:font typeface="Poppins"/>
      <p:regular r:id="rId5"/>
      <p:bold r:id="rId5"/>
    </p:embeddedFont>
    <p:embeddedFont>
      <p:font typeface="Proxima nova"/>
    </p:embeddedFont>
    <p:embeddedFont>
      <p:font typeface="Garet"/>
      <p:regular r:id="rId6"/>
      <p:bold r:id="rId6"/>
    </p:embeddedFont>
    <p:embeddedFont>
      <p:font typeface="Poppins Italics"/>
    </p:embeddedFont>
    <p:embeddedFont>
      <p:font typeface="Poppins Bold"/>
    </p:embeddedFont>
    <p:embeddedFont>
      <p:font typeface="Microsoft YaHei"/>
      <p:regular r:id="rId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_1_Poppins_Regular.fntdata"/><Relationship Id="rId6" Type="http://schemas.openxmlformats.org/officeDocument/2006/relationships/font" Target="fonts/Font_2_Garet_Regular.fntdata"/><Relationship Id="rId7" Type="http://schemas.openxmlformats.org/officeDocument/2006/relationships/font" Target="fonts/Font_3_Microsoft_YaHei_Regular.fntdata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876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8760" cy="39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20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200" cy="393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BBC83C-8780-4E61-86D0-CCABC85D5D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6CDD4C-55C6-482A-A68A-B1E9D93A43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3176EE-8ACE-4D5D-863C-B36F4FA397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1068480" y="1207800"/>
            <a:ext cx="19235880" cy="505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1068480" y="7084440"/>
            <a:ext cx="19235880" cy="1755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6640" cy="115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120" cy="58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6640" cy="46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B75A72-6306-44DD-B347-EEFA07B3B3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4880" cy="55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4880" cy="410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4880" cy="79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54FF7D-1E99-4206-AE31-B0A6A538CE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0880" cy="145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EEADAF-4ED8-4414-8378-0944D9D1A6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08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17EB26-5889-4826-9EA2-AB90825F41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588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840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7D5B74-AF2F-42AC-AE5D-E4244C5A59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08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727A6E-B1E6-4AFF-ABD7-FCA0D23097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0880" cy="13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0880" cy="148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43B2FA-07B3-4C8D-946F-4E3F1FD58B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0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696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6960" cy="45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396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200" cy="35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BA88DC-E1B3-46DE-A735-43E562A242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1225080" y="7717680"/>
            <a:ext cx="17102880" cy="15480"/>
            <a:chOff x="1225080" y="7717680"/>
            <a:chExt cx="17102880" cy="15480"/>
          </a:xfrm>
        </p:grpSpPr>
        <p:sp>
          <p:nvSpPr>
            <p:cNvPr id="62" name="Freeform 3"/>
            <p:cNvSpPr/>
            <p:nvPr/>
          </p:nvSpPr>
          <p:spPr>
            <a:xfrm>
              <a:off x="1225080" y="7717680"/>
              <a:ext cx="17102880" cy="15480"/>
            </a:xfrm>
            <a:custGeom>
              <a:avLst/>
              <a:gdLst>
                <a:gd name="textAreaLeft" fmla="*/ 0 w 17102880"/>
                <a:gd name="textAreaRight" fmla="*/ 17114400 w 17102880"/>
                <a:gd name="textAreaTop" fmla="*/ 0 h 15480"/>
                <a:gd name="textAreaBottom" fmla="*/ 27000 h 1548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13"/>
          <p:cNvSpPr/>
          <p:nvPr/>
        </p:nvSpPr>
        <p:spPr>
          <a:xfrm>
            <a:off x="1225080" y="6976080"/>
            <a:ext cx="9389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2"/>
          <p:cNvSpPr/>
          <p:nvPr/>
        </p:nvSpPr>
        <p:spPr>
          <a:xfrm>
            <a:off x="1208880" y="7535880"/>
            <a:ext cx="19670400" cy="9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33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{{exp_1_bullets_block}} 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{{exp_2_bullets_block}} 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{{exp_3_bullets_block}} 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{{exp_4_role}}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{{exp_4_company}}   {{exp_3_dates}}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{{exp_4_bullets_block}}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{{exp_5_role}}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{{exp_5_company}}   {{exp_5_dates}}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{{exp_5_bullets_block}} 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3"/>
          <p:cNvSpPr/>
          <p:nvPr/>
        </p:nvSpPr>
        <p:spPr>
          <a:xfrm>
            <a:off x="5580000" y="8183880"/>
            <a:ext cx="1773684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4"/>
          <p:cNvSpPr/>
          <p:nvPr/>
        </p:nvSpPr>
        <p:spPr>
          <a:xfrm>
            <a:off x="890280" y="11217600"/>
            <a:ext cx="2128320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93"/>
              </a:lnSpc>
            </a:pPr>
            <a:endParaRPr lang="es-AR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9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6"/>
          <p:cNvSpPr/>
          <p:nvPr/>
        </p:nvSpPr>
        <p:spPr>
          <a:xfrm>
            <a:off x="5580000" y="10683360"/>
            <a:ext cx="1791756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8"/>
          <p:cNvSpPr/>
          <p:nvPr/>
        </p:nvSpPr>
        <p:spPr>
          <a:xfrm>
            <a:off x="1225080" y="13314240"/>
            <a:ext cx="2128320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03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5236920" y="3263760"/>
            <a:ext cx="15679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{{contact_phone}} |  {{contact_email}} |  {{contact_location}} | {{licencia}}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5338440" y="806040"/>
            <a:ext cx="15356520" cy="21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6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148"/>
              </a:lnSpc>
            </a:pPr>
            <a:r>
              <a:rPr lang="en-US" sz="2600" b="0" u="none" spc="320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8"/>
          <p:cNvSpPr/>
          <p:nvPr/>
        </p:nvSpPr>
        <p:spPr>
          <a:xfrm>
            <a:off x="1225080" y="4326840"/>
            <a:ext cx="1829088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55"/>
              </a:lnSpc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80000" y="540360"/>
            <a:ext cx="4133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1208880" y="702360"/>
            <a:ext cx="19670400" cy="40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33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320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{{exp_6_role}}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6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{{exp_6_company}}   {{exp_6_dates}}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  <a:spcBef>
                <a:spcPts val="1757"/>
              </a:spcBef>
              <a:spcAft>
                <a:spcPts val="1559"/>
              </a:spcAft>
            </a:pPr>
            <a:r>
              <a:rPr lang="en-US" sz="240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{{exp_6_bullets_block}} 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757"/>
              </a:spcBef>
              <a:spcAft>
                <a:spcPts val="1559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252"/>
              </a:lnSpc>
              <a:spcBef>
                <a:spcPts val="567"/>
              </a:spcBef>
              <a:spcAft>
                <a:spcPts val="567"/>
              </a:spcAft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4"/>
          <p:cNvGrpSpPr/>
          <p:nvPr/>
        </p:nvGrpSpPr>
        <p:grpSpPr>
          <a:xfrm>
            <a:off x="1298520" y="19107720"/>
            <a:ext cx="17105040" cy="17640"/>
            <a:chOff x="1298520" y="19107720"/>
            <a:chExt cx="17105040" cy="17640"/>
          </a:xfrm>
        </p:grpSpPr>
        <p:sp>
          <p:nvSpPr>
            <p:cNvPr id="75" name="Freeform 2"/>
            <p:cNvSpPr/>
            <p:nvPr/>
          </p:nvSpPr>
          <p:spPr>
            <a:xfrm>
              <a:off x="1298520" y="1910772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6"/>
          <p:cNvGrpSpPr/>
          <p:nvPr/>
        </p:nvGrpSpPr>
        <p:grpSpPr>
          <a:xfrm>
            <a:off x="1260720" y="23329440"/>
            <a:ext cx="17105040" cy="17640"/>
            <a:chOff x="1260720" y="23329440"/>
            <a:chExt cx="17105040" cy="17640"/>
          </a:xfrm>
        </p:grpSpPr>
        <p:sp>
          <p:nvSpPr>
            <p:cNvPr id="77" name="Freeform 7"/>
            <p:cNvSpPr/>
            <p:nvPr/>
          </p:nvSpPr>
          <p:spPr>
            <a:xfrm>
              <a:off x="1260720" y="2332944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1225800" y="21246120"/>
            <a:ext cx="17105040" cy="17640"/>
            <a:chOff x="1225800" y="21246120"/>
            <a:chExt cx="17105040" cy="17640"/>
          </a:xfrm>
        </p:grpSpPr>
        <p:sp>
          <p:nvSpPr>
            <p:cNvPr id="79" name="Freeform 9"/>
            <p:cNvSpPr/>
            <p:nvPr/>
          </p:nvSpPr>
          <p:spPr>
            <a:xfrm>
              <a:off x="1225800" y="2124612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14"/>
          <p:cNvSpPr/>
          <p:nvPr/>
        </p:nvSpPr>
        <p:spPr>
          <a:xfrm>
            <a:off x="1298520" y="18504720"/>
            <a:ext cx="6554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900360" y="19168920"/>
            <a:ext cx="1792692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1260720" y="22726440"/>
            <a:ext cx="11523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INFORMÁTICA E IDIOMAS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900360" y="23498280"/>
            <a:ext cx="1720692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5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9"/>
          <p:cNvSpPr/>
          <p:nvPr/>
        </p:nvSpPr>
        <p:spPr>
          <a:xfrm>
            <a:off x="1225800" y="20665440"/>
            <a:ext cx="65541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CAPACITACIONES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900360" y="21281760"/>
            <a:ext cx="1991268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9"/>
          <p:cNvSpPr/>
          <p:nvPr/>
        </p:nvSpPr>
        <p:spPr>
          <a:xfrm>
            <a:off x="5220360" y="17460720"/>
            <a:ext cx="17777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4"/>
          <p:cNvSpPr/>
          <p:nvPr/>
        </p:nvSpPr>
        <p:spPr>
          <a:xfrm>
            <a:off x="1390680" y="27341280"/>
            <a:ext cx="1927116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{{skill_5}}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{{skill_6}}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1"/>
          <p:cNvGrpSpPr/>
          <p:nvPr/>
        </p:nvGrpSpPr>
        <p:grpSpPr>
          <a:xfrm>
            <a:off x="1261080" y="27325800"/>
            <a:ext cx="17105040" cy="17640"/>
            <a:chOff x="1261080" y="27325800"/>
            <a:chExt cx="17105040" cy="17640"/>
          </a:xfrm>
        </p:grpSpPr>
        <p:sp>
          <p:nvSpPr>
            <p:cNvPr id="89" name="Freeform 4"/>
            <p:cNvSpPr/>
            <p:nvPr/>
          </p:nvSpPr>
          <p:spPr>
            <a:xfrm>
              <a:off x="1261080" y="2732580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TextBox 2"/>
          <p:cNvSpPr/>
          <p:nvPr/>
        </p:nvSpPr>
        <p:spPr>
          <a:xfrm>
            <a:off x="1261080" y="26722800"/>
            <a:ext cx="11523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COMPETENCIAS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DAG9ksXom68</dc:identifier>
  <dc:language>es-AR</dc:language>
  <cp:lastModifiedBy/>
  <dcterms:modified xsi:type="dcterms:W3CDTF">2026-03-08T20:55:56Z</dcterms:modified>
  <cp:revision>34</cp:revision>
  <dc:subject/>
  <dc:title>Plantilla_oficial_12.pptx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