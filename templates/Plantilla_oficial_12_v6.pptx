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oppins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Italics"/>
    </p:embeddedFont>
    <p:embeddedFont>
      <p:font typeface="Poppins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font" Target="fonts/Font_3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0D785E-F422-42D5-A5E9-F374743634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29B4E2-A415-433C-AEF9-C9AFDEEAA8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142BBD-5E13-47D2-8D8A-0A6C51C16F6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3EC5B4-3821-4A98-B254-794A793068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644826-9681-4C76-8F26-B489F52102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01C723-42D0-4CB1-8F6F-FCC833B2AE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5520" cy="5055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5520" cy="1755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271126-1CE9-4AC1-9460-9A0459ECB83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D77FCB-96EB-490A-8AC5-8E27DD61DD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F3A3E5-D913-46DE-A4E1-661D459297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886CB5-2821-4000-A91F-01DE8A252F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E1E5C6-F2CD-4C7A-A208-9DA020672D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1225080" y="7717680"/>
            <a:ext cx="17102520" cy="15120"/>
            <a:chOff x="1225080" y="7717680"/>
            <a:chExt cx="17102520" cy="15120"/>
          </a:xfrm>
        </p:grpSpPr>
        <p:sp>
          <p:nvSpPr>
            <p:cNvPr id="62" name="Freeform 3"/>
            <p:cNvSpPr/>
            <p:nvPr/>
          </p:nvSpPr>
          <p:spPr>
            <a:xfrm>
              <a:off x="1225080" y="7717680"/>
              <a:ext cx="17102520" cy="15120"/>
            </a:xfrm>
            <a:custGeom>
              <a:avLst/>
              <a:gdLst>
                <a:gd name="textAreaLeft" fmla="*/ 0 w 17102520"/>
                <a:gd name="textAreaRight" fmla="*/ 17114400 w 1710252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3"/>
          <p:cNvSpPr/>
          <p:nvPr/>
        </p:nvSpPr>
        <p:spPr>
          <a:xfrm>
            <a:off x="1225080" y="6976080"/>
            <a:ext cx="9388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1208880" y="7535880"/>
            <a:ext cx="19670040" cy="9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5580000" y="8183880"/>
            <a:ext cx="17736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890280" y="11217600"/>
            <a:ext cx="2128284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5580000" y="10683360"/>
            <a:ext cx="179172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8"/>
          <p:cNvSpPr/>
          <p:nvPr/>
        </p:nvSpPr>
        <p:spPr>
          <a:xfrm>
            <a:off x="1225080" y="13314240"/>
            <a:ext cx="2128284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5236920" y="3263760"/>
            <a:ext cx="15678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338440" y="806040"/>
            <a:ext cx="1535616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225080" y="4326840"/>
            <a:ext cx="182905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64000" y="252360"/>
            <a:ext cx="41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1208880" y="702360"/>
            <a:ext cx="19670040" cy="40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4"/>
          <p:cNvGrpSpPr/>
          <p:nvPr/>
        </p:nvGrpSpPr>
        <p:grpSpPr>
          <a:xfrm>
            <a:off x="1298520" y="19107720"/>
            <a:ext cx="17104680" cy="17280"/>
            <a:chOff x="1298520" y="19107720"/>
            <a:chExt cx="17104680" cy="17280"/>
          </a:xfrm>
        </p:grpSpPr>
        <p:sp>
          <p:nvSpPr>
            <p:cNvPr id="75" name="Freeform 2"/>
            <p:cNvSpPr/>
            <p:nvPr/>
          </p:nvSpPr>
          <p:spPr>
            <a:xfrm>
              <a:off x="1298520" y="1910772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6"/>
          <p:cNvGrpSpPr/>
          <p:nvPr/>
        </p:nvGrpSpPr>
        <p:grpSpPr>
          <a:xfrm>
            <a:off x="1260720" y="23329440"/>
            <a:ext cx="17104680" cy="17280"/>
            <a:chOff x="1260720" y="23329440"/>
            <a:chExt cx="17104680" cy="17280"/>
          </a:xfrm>
        </p:grpSpPr>
        <p:sp>
          <p:nvSpPr>
            <p:cNvPr id="77" name="Freeform 7"/>
            <p:cNvSpPr/>
            <p:nvPr/>
          </p:nvSpPr>
          <p:spPr>
            <a:xfrm>
              <a:off x="1260720" y="2332944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8"/>
          <p:cNvGrpSpPr/>
          <p:nvPr/>
        </p:nvGrpSpPr>
        <p:grpSpPr>
          <a:xfrm>
            <a:off x="1225800" y="21246120"/>
            <a:ext cx="17104680" cy="17280"/>
            <a:chOff x="1225800" y="21246120"/>
            <a:chExt cx="17104680" cy="17280"/>
          </a:xfrm>
        </p:grpSpPr>
        <p:sp>
          <p:nvSpPr>
            <p:cNvPr id="79" name="Freeform 9"/>
            <p:cNvSpPr/>
            <p:nvPr/>
          </p:nvSpPr>
          <p:spPr>
            <a:xfrm>
              <a:off x="1225800" y="2124612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298520" y="1850472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900360" y="19168920"/>
            <a:ext cx="1792656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1260720" y="22726440"/>
            <a:ext cx="11523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"/>
          <p:cNvSpPr/>
          <p:nvPr/>
        </p:nvSpPr>
        <p:spPr>
          <a:xfrm>
            <a:off x="900360" y="23498280"/>
            <a:ext cx="1720656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9"/>
          <p:cNvSpPr/>
          <p:nvPr/>
        </p:nvSpPr>
        <p:spPr>
          <a:xfrm>
            <a:off x="1225800" y="20665440"/>
            <a:ext cx="6553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900360" y="21281760"/>
            <a:ext cx="199123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5220360" y="17460720"/>
            <a:ext cx="177771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4"/>
          <p:cNvSpPr/>
          <p:nvPr/>
        </p:nvSpPr>
        <p:spPr>
          <a:xfrm>
            <a:off x="1390680" y="27341280"/>
            <a:ext cx="1927080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"/>
          <p:cNvGrpSpPr/>
          <p:nvPr/>
        </p:nvGrpSpPr>
        <p:grpSpPr>
          <a:xfrm>
            <a:off x="1261080" y="27325800"/>
            <a:ext cx="17104680" cy="17280"/>
            <a:chOff x="1261080" y="27325800"/>
            <a:chExt cx="17104680" cy="17280"/>
          </a:xfrm>
        </p:grpSpPr>
        <p:sp>
          <p:nvSpPr>
            <p:cNvPr id="89" name="Freeform 4"/>
            <p:cNvSpPr/>
            <p:nvPr/>
          </p:nvSpPr>
          <p:spPr>
            <a:xfrm>
              <a:off x="1261080" y="27325800"/>
              <a:ext cx="17104680" cy="17280"/>
            </a:xfrm>
            <a:custGeom>
              <a:avLst/>
              <a:gdLst>
                <a:gd name="textAreaLeft" fmla="*/ 0 w 17104680"/>
                <a:gd name="textAreaRight" fmla="*/ 17114400 w 17104680"/>
                <a:gd name="textAreaTop" fmla="*/ 0 h 17280"/>
                <a:gd name="textAreaBottom" fmla="*/ 27000 h 1728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2"/>
          <p:cNvSpPr/>
          <p:nvPr/>
        </p:nvSpPr>
        <p:spPr>
          <a:xfrm>
            <a:off x="1261080" y="26722800"/>
            <a:ext cx="11523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2026-03-09T20:02:23Z</dcterms:modified>
  <cp:revision>35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