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 Bold"/>
    </p:embeddedFont>
    <p:embeddedFont>
      <p:font typeface="Montserrat"/>
      <p:regular r:id="rId4"/>
      <p:bold r:id="rId4"/>
    </p:embeddedFont>
    <p:embeddedFont>
      <p:font typeface="Lato"/>
      <p:regular r:id="rId5"/>
      <p:bold r:id="rId5"/>
    </p:embeddedFont>
    <p:embeddedFont>
      <p:font typeface="Garet"/>
      <p:regular r:id="rId6"/>
      <p:bold r:id="rId6"/>
    </p:embeddedFont>
    <p:embeddedFont>
      <p:font typeface="Microsoft YaHei"/>
      <p:regular r:id="rId7"/>
    </p:embeddedFont>
    <p:embeddedFont>
      <p:font typeface="Garet Italics"/>
    </p:embeddedFont>
    <p:embeddedFont>
      <p:font typeface="Garet Bold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0C7443-C2BD-4A72-AA41-956A7DE26F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059E91-FE7D-4084-8797-65DAAA1C27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187A89-10C7-4D85-AD83-E21344D3C6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3E6388-45F7-496C-AD2A-D703FB00B1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0AF887-8EA7-4CBB-BA50-EFDE1089D0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D03C43-9C90-46AD-913A-AE78E46A82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23F56F-7C50-4699-95A1-D1CD6995BE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8C18C3-BE96-46CB-A891-F458DCBA807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CB5EED-6C04-4C1F-A6B4-4FB81E9381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BD0453-47E9-419D-9FDC-CCA35C0CC8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EE0027-6D11-43EE-A735-20B81C09DD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7.png"/><Relationship Id="rId12" Type="http://schemas.openxmlformats.org/officeDocument/2006/relationships/image" Target="../media/image8.svg"/><Relationship Id="rId13" Type="http://schemas.openxmlformats.org/officeDocument/2006/relationships/image" Target="../media/image1.png"/><Relationship Id="rId14" Type="http://schemas.openxmlformats.org/officeDocument/2006/relationships/image" Target="../media/image2.svg"/><Relationship Id="rId15" Type="http://schemas.openxmlformats.org/officeDocument/2006/relationships/image" Target="../media/image9.png"/><Relationship Id="rId16" Type="http://schemas.openxmlformats.org/officeDocument/2006/relationships/image" Target="../media/image10.svg"/><Relationship Id="rId17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21381840" cy="4924080"/>
          </a:xfrm>
          <a:custGeom>
            <a:avLst/>
            <a:gdLst>
              <a:gd name="textAreaLeft" fmla="*/ 0 w 21381840"/>
              <a:gd name="textAreaRight" fmla="*/ 21393000 w 21381840"/>
              <a:gd name="textAreaTop" fmla="*/ 0 h 4924080"/>
              <a:gd name="textAreaBottom" fmla="*/ 4934880 h 4924080"/>
            </a:gdLst>
            <a:ahLst/>
            <a:cxnLst/>
            <a:rect l="textAreaLeft" t="textAreaTop" r="textAreaRight" b="textAreaBottom"/>
            <a:pathLst>
              <a:path w="21392989" h="5161031">
                <a:moveTo>
                  <a:pt x="0" y="0"/>
                </a:moveTo>
                <a:lnTo>
                  <a:pt x="21392989" y="0"/>
                </a:lnTo>
                <a:lnTo>
                  <a:pt x="21392989" y="5161031"/>
                </a:lnTo>
                <a:lnTo>
                  <a:pt x="0" y="5161031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14101200" y="6574680"/>
            <a:ext cx="852480" cy="852480"/>
          </a:xfrm>
          <a:custGeom>
            <a:avLst/>
            <a:gdLst>
              <a:gd name="textAreaLeft" fmla="*/ 0 w 852480"/>
              <a:gd name="textAreaRight" fmla="*/ 863640 w 852480"/>
              <a:gd name="textAreaTop" fmla="*/ 0 h 852480"/>
              <a:gd name="textAreaBottom" fmla="*/ 863640 h 85248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4319360" y="6842160"/>
            <a:ext cx="416160" cy="317520"/>
          </a:xfrm>
          <a:custGeom>
            <a:avLst/>
            <a:gdLst>
              <a:gd name="textAreaLeft" fmla="*/ 0 w 416160"/>
              <a:gd name="textAreaRight" fmla="*/ 427320 w 416160"/>
              <a:gd name="textAreaTop" fmla="*/ 0 h 317520"/>
              <a:gd name="textAreaBottom" fmla="*/ 328680 h 317520"/>
            </a:gdLst>
            <a:ahLst/>
            <a:cxnLst/>
            <a:rect l="textAreaLeft" t="textAreaTop" r="textAreaRight" b="textAreaBottom"/>
            <a:pathLst>
              <a:path w="427263" h="328603">
                <a:moveTo>
                  <a:pt x="0" y="0"/>
                </a:moveTo>
                <a:lnTo>
                  <a:pt x="427263" y="0"/>
                </a:lnTo>
                <a:lnTo>
                  <a:pt x="427263" y="328603"/>
                </a:lnTo>
                <a:lnTo>
                  <a:pt x="0" y="32860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>
            <a:off x="14101200" y="7739640"/>
            <a:ext cx="852480" cy="852480"/>
          </a:xfrm>
          <a:custGeom>
            <a:avLst/>
            <a:gdLst>
              <a:gd name="textAreaLeft" fmla="*/ 0 w 852480"/>
              <a:gd name="textAreaRight" fmla="*/ 863640 w 852480"/>
              <a:gd name="textAreaTop" fmla="*/ 0 h 852480"/>
              <a:gd name="textAreaBottom" fmla="*/ 863640 h 85248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1"/>
                </a:lnTo>
                <a:lnTo>
                  <a:pt x="0" y="86352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14381280" y="7963200"/>
            <a:ext cx="292680" cy="405360"/>
          </a:xfrm>
          <a:custGeom>
            <a:avLst/>
            <a:gdLst>
              <a:gd name="textAreaLeft" fmla="*/ 0 w 292680"/>
              <a:gd name="textAreaRight" fmla="*/ 303840 w 292680"/>
              <a:gd name="textAreaTop" fmla="*/ 0 h 405360"/>
              <a:gd name="textAreaBottom" fmla="*/ 416520 h 405360"/>
            </a:gdLst>
            <a:ahLst/>
            <a:cxnLst/>
            <a:rect l="textAreaLeft" t="textAreaTop" r="textAreaRight" b="textAreaBottom"/>
            <a:pathLst>
              <a:path w="303724" h="416576">
                <a:moveTo>
                  <a:pt x="0" y="0"/>
                </a:moveTo>
                <a:lnTo>
                  <a:pt x="303724" y="0"/>
                </a:lnTo>
                <a:lnTo>
                  <a:pt x="303724" y="416576"/>
                </a:lnTo>
                <a:lnTo>
                  <a:pt x="0" y="4165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14101200" y="8987760"/>
            <a:ext cx="852480" cy="852480"/>
          </a:xfrm>
          <a:custGeom>
            <a:avLst/>
            <a:gdLst>
              <a:gd name="textAreaLeft" fmla="*/ 0 w 852480"/>
              <a:gd name="textAreaRight" fmla="*/ 863640 w 852480"/>
              <a:gd name="textAreaTop" fmla="*/ 0 h 852480"/>
              <a:gd name="textAreaBottom" fmla="*/ 863640 h 85248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14346000" y="9226800"/>
            <a:ext cx="363240" cy="363240"/>
          </a:xfrm>
          <a:custGeom>
            <a:avLst/>
            <a:gdLst>
              <a:gd name="textAreaLeft" fmla="*/ 0 w 363240"/>
              <a:gd name="textAreaRight" fmla="*/ 374400 w 363240"/>
              <a:gd name="textAreaTop" fmla="*/ 0 h 363240"/>
              <a:gd name="textAreaBottom" fmla="*/ 374400 h 363240"/>
            </a:gdLst>
            <a:ahLst/>
            <a:cxnLst/>
            <a:rect l="textAreaLeft" t="textAreaTop" r="textAreaRight" b="textAreaBottom"/>
            <a:pathLst>
              <a:path w="374256" h="374256">
                <a:moveTo>
                  <a:pt x="0" y="0"/>
                </a:moveTo>
                <a:lnTo>
                  <a:pt x="374257" y="0"/>
                </a:lnTo>
                <a:lnTo>
                  <a:pt x="374257" y="374256"/>
                </a:lnTo>
                <a:lnTo>
                  <a:pt x="0" y="374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4101200" y="10154880"/>
            <a:ext cx="852480" cy="852480"/>
          </a:xfrm>
          <a:custGeom>
            <a:avLst/>
            <a:gdLst>
              <a:gd name="textAreaLeft" fmla="*/ 0 w 852480"/>
              <a:gd name="textAreaRight" fmla="*/ 863640 w 852480"/>
              <a:gd name="textAreaTop" fmla="*/ 0 h 852480"/>
              <a:gd name="textAreaBottom" fmla="*/ 863640 h 852480"/>
            </a:gdLst>
            <a:ahLst/>
            <a:cxnLst/>
            <a:rect l="textAreaLeft" t="textAreaTop" r="textAreaRight" b="textAreaBottom"/>
            <a:pathLst>
              <a:path w="863521" h="863521">
                <a:moveTo>
                  <a:pt x="0" y="0"/>
                </a:moveTo>
                <a:lnTo>
                  <a:pt x="863521" y="0"/>
                </a:lnTo>
                <a:lnTo>
                  <a:pt x="863521" y="863520"/>
                </a:lnTo>
                <a:lnTo>
                  <a:pt x="0" y="86352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4085720" y="6343920"/>
            <a:ext cx="5873760" cy="60480"/>
            <a:chOff x="14085720" y="6343920"/>
            <a:chExt cx="5873760" cy="60480"/>
          </a:xfrm>
        </p:grpSpPr>
        <p:sp>
          <p:nvSpPr>
            <p:cNvPr id="68" name="Freeform 11"/>
            <p:cNvSpPr/>
            <p:nvPr/>
          </p:nvSpPr>
          <p:spPr>
            <a:xfrm>
              <a:off x="14085720" y="6343920"/>
              <a:ext cx="5873760" cy="60480"/>
            </a:xfrm>
            <a:custGeom>
              <a:avLst/>
              <a:gdLst>
                <a:gd name="textAreaLeft" fmla="*/ 0 w 5873760"/>
                <a:gd name="textAreaRight" fmla="*/ 5884920 w 5873760"/>
                <a:gd name="textAreaTop" fmla="*/ 0 h 60480"/>
                <a:gd name="textAreaBottom" fmla="*/ 71640 h 60480"/>
              </a:gdLst>
              <a:ahLst/>
              <a:cxnLst/>
              <a:rect l="textAreaLeft" t="textAreaTop" r="textAreaRight" b="textAreaBottom"/>
              <a:pathLst>
                <a:path w="7846441" h="95759">
                  <a:moveTo>
                    <a:pt x="47879" y="0"/>
                  </a:moveTo>
                  <a:lnTo>
                    <a:pt x="7798562" y="0"/>
                  </a:lnTo>
                  <a:cubicBezTo>
                    <a:pt x="7824978" y="0"/>
                    <a:pt x="7846441" y="21463"/>
                    <a:pt x="7846441" y="47879"/>
                  </a:cubicBezTo>
                  <a:cubicBezTo>
                    <a:pt x="7846441" y="74295"/>
                    <a:pt x="7824978" y="95758"/>
                    <a:pt x="7798562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14322240" y="10403280"/>
            <a:ext cx="410760" cy="324720"/>
          </a:xfrm>
          <a:custGeom>
            <a:avLst/>
            <a:gdLst>
              <a:gd name="textAreaLeft" fmla="*/ 0 w 410760"/>
              <a:gd name="textAreaRight" fmla="*/ 421920 w 410760"/>
              <a:gd name="textAreaTop" fmla="*/ 0 h 324720"/>
              <a:gd name="textAreaBottom" fmla="*/ 335880 h 324720"/>
            </a:gdLst>
            <a:ahLst/>
            <a:cxnLst/>
            <a:rect l="textAreaLeft" t="textAreaTop" r="textAreaRight" b="textAreaBottom"/>
            <a:pathLst>
              <a:path w="421872" h="335966">
                <a:moveTo>
                  <a:pt x="0" y="0"/>
                </a:moveTo>
                <a:lnTo>
                  <a:pt x="421872" y="0"/>
                </a:lnTo>
                <a:lnTo>
                  <a:pt x="421872" y="335966"/>
                </a:lnTo>
                <a:lnTo>
                  <a:pt x="0" y="3359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5120000" y="9190080"/>
            <a:ext cx="46728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5120000" y="7996680"/>
            <a:ext cx="48528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+{{contact_phone}}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5120000" y="10383480"/>
            <a:ext cx="44906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5120000" y="6803280"/>
            <a:ext cx="48528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4125680" y="5454720"/>
            <a:ext cx="57884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CONTACTOS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18"/>
          <p:cNvGrpSpPr/>
          <p:nvPr/>
        </p:nvGrpSpPr>
        <p:grpSpPr>
          <a:xfrm>
            <a:off x="1436760" y="6530040"/>
            <a:ext cx="10467360" cy="60480"/>
            <a:chOff x="1436760" y="6530040"/>
            <a:chExt cx="10467360" cy="60480"/>
          </a:xfrm>
        </p:grpSpPr>
        <p:sp>
          <p:nvSpPr>
            <p:cNvPr id="76" name="Freeform 19"/>
            <p:cNvSpPr/>
            <p:nvPr/>
          </p:nvSpPr>
          <p:spPr>
            <a:xfrm>
              <a:off x="1436760" y="6530040"/>
              <a:ext cx="10467360" cy="60480"/>
            </a:xfrm>
            <a:custGeom>
              <a:avLst/>
              <a:gdLst>
                <a:gd name="textAreaLeft" fmla="*/ 0 w 10467360"/>
                <a:gd name="textAreaRight" fmla="*/ 10478520 w 10467360"/>
                <a:gd name="textAreaTop" fmla="*/ 0 h 60480"/>
                <a:gd name="textAreaBottom" fmla="*/ 71640 h 6048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20"/>
          <p:cNvSpPr/>
          <p:nvPr/>
        </p:nvSpPr>
        <p:spPr>
          <a:xfrm>
            <a:off x="1463760" y="5640840"/>
            <a:ext cx="68212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PERFIL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463760" y="6692400"/>
            <a:ext cx="10445040" cy="4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41"/>
              </a:lnSpc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Garet"/>
                <a:ea typeface="Garet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0"/>
          <p:cNvGrpSpPr/>
          <p:nvPr/>
        </p:nvGrpSpPr>
        <p:grpSpPr>
          <a:xfrm>
            <a:off x="1436760" y="10890000"/>
            <a:ext cx="10449720" cy="42840"/>
            <a:chOff x="1436760" y="10890000"/>
            <a:chExt cx="10449720" cy="42840"/>
          </a:xfrm>
        </p:grpSpPr>
        <p:sp>
          <p:nvSpPr>
            <p:cNvPr id="80" name="Freeform 31"/>
            <p:cNvSpPr/>
            <p:nvPr/>
          </p:nvSpPr>
          <p:spPr>
            <a:xfrm>
              <a:off x="1436760" y="10890000"/>
              <a:ext cx="10449720" cy="42840"/>
            </a:xfrm>
            <a:custGeom>
              <a:avLst/>
              <a:gdLst>
                <a:gd name="textAreaLeft" fmla="*/ 0 w 10449720"/>
                <a:gd name="textAreaRight" fmla="*/ 10460880 w 10449720"/>
                <a:gd name="textAreaTop" fmla="*/ 0 h 42840"/>
                <a:gd name="textAreaBottom" fmla="*/ 54000 h 42840"/>
              </a:gdLst>
              <a:ahLst/>
              <a:cxnLst/>
              <a:rect l="textAreaLeft" t="textAreaTop" r="textAreaRight" b="textAreaBottom"/>
              <a:pathLst>
                <a:path w="13947648" h="71882">
                  <a:moveTo>
                    <a:pt x="35941" y="0"/>
                  </a:moveTo>
                  <a:lnTo>
                    <a:pt x="13911707" y="0"/>
                  </a:lnTo>
                  <a:cubicBezTo>
                    <a:pt x="13931520" y="0"/>
                    <a:pt x="13947648" y="16129"/>
                    <a:pt x="13947648" y="35941"/>
                  </a:cubicBezTo>
                  <a:cubicBezTo>
                    <a:pt x="13947648" y="55753"/>
                    <a:pt x="13931520" y="71882"/>
                    <a:pt x="13911707" y="71882"/>
                  </a:cubicBezTo>
                  <a:lnTo>
                    <a:pt x="35941" y="71882"/>
                  </a:lnTo>
                  <a:cubicBezTo>
                    <a:pt x="16129" y="71882"/>
                    <a:pt x="0" y="55753"/>
                    <a:pt x="0" y="35941"/>
                  </a:cubicBezTo>
                  <a:cubicBezTo>
                    <a:pt x="0" y="16129"/>
                    <a:pt x="16129" y="0"/>
                    <a:pt x="35941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32"/>
          <p:cNvGrpSpPr/>
          <p:nvPr/>
        </p:nvGrpSpPr>
        <p:grpSpPr>
          <a:xfrm>
            <a:off x="1387800" y="26092440"/>
            <a:ext cx="10467360" cy="60480"/>
            <a:chOff x="1387800" y="26092440"/>
            <a:chExt cx="10467360" cy="60480"/>
          </a:xfrm>
        </p:grpSpPr>
        <p:sp>
          <p:nvSpPr>
            <p:cNvPr id="82" name="Freeform 33"/>
            <p:cNvSpPr/>
            <p:nvPr/>
          </p:nvSpPr>
          <p:spPr>
            <a:xfrm>
              <a:off x="1387800" y="26092440"/>
              <a:ext cx="10467360" cy="60480"/>
            </a:xfrm>
            <a:custGeom>
              <a:avLst/>
              <a:gdLst>
                <a:gd name="textAreaLeft" fmla="*/ 0 w 10467360"/>
                <a:gd name="textAreaRight" fmla="*/ 10478520 w 10467360"/>
                <a:gd name="textAreaTop" fmla="*/ 0 h 60480"/>
                <a:gd name="textAreaBottom" fmla="*/ 71640 h 60480"/>
              </a:gdLst>
              <a:ahLst/>
              <a:cxnLst/>
              <a:rect l="textAreaLeft" t="textAreaTop" r="textAreaRight" b="textAreaBottom"/>
              <a:pathLst>
                <a:path w="13971524" h="95759">
                  <a:moveTo>
                    <a:pt x="47879" y="0"/>
                  </a:moveTo>
                  <a:lnTo>
                    <a:pt x="13923645" y="0"/>
                  </a:lnTo>
                  <a:cubicBezTo>
                    <a:pt x="13950060" y="0"/>
                    <a:pt x="13971524" y="21463"/>
                    <a:pt x="13971524" y="47879"/>
                  </a:cubicBezTo>
                  <a:cubicBezTo>
                    <a:pt x="13971524" y="74295"/>
                    <a:pt x="13950060" y="95758"/>
                    <a:pt x="13923645" y="95758"/>
                  </a:cubicBezTo>
                  <a:lnTo>
                    <a:pt x="47879" y="95758"/>
                  </a:lnTo>
                  <a:cubicBezTo>
                    <a:pt x="21463" y="95885"/>
                    <a:pt x="0" y="74422"/>
                    <a:pt x="0" y="47879"/>
                  </a:cubicBezTo>
                  <a:cubicBezTo>
                    <a:pt x="0" y="21336"/>
                    <a:pt x="21463" y="0"/>
                    <a:pt x="47879" y="0"/>
                  </a:cubicBezTo>
                  <a:close/>
                </a:path>
              </a:pathLst>
            </a:custGeom>
            <a:solidFill>
              <a:srgbClr val="c0504d">
                <a:alpha val="25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6640" bIns="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34"/>
          <p:cNvSpPr/>
          <p:nvPr/>
        </p:nvSpPr>
        <p:spPr>
          <a:xfrm>
            <a:off x="1414440" y="25202880"/>
            <a:ext cx="967104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FORMACIÓN PROFESIONAL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5"/>
          <p:cNvSpPr/>
          <p:nvPr/>
        </p:nvSpPr>
        <p:spPr>
          <a:xfrm>
            <a:off x="1440000" y="26280000"/>
            <a:ext cx="1044504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0"/>
          <p:cNvSpPr/>
          <p:nvPr/>
        </p:nvSpPr>
        <p:spPr>
          <a:xfrm>
            <a:off x="1351080" y="1256760"/>
            <a:ext cx="962172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115"/>
              </a:lnSpc>
            </a:pPr>
            <a:r>
              <a:rPr lang="en-US" sz="6530" b="1" u="none" spc="-227" strike="noStrike">
                <a:solidFill>
                  <a:srgbClr val="543f3f"/>
                </a:solidFill>
                <a:effectLst/>
                <a:uFillTx/>
                <a:latin typeface="Montserrat"/>
                <a:ea typeface="Garet Bold"/>
              </a:rPr>
              <a:t>{{name}}</a:t>
            </a:r>
            <a:endParaRPr lang="es-AR" sz="6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1"/>
          <p:cNvSpPr/>
          <p:nvPr/>
        </p:nvSpPr>
        <p:spPr>
          <a:xfrm>
            <a:off x="1463760" y="2762280"/>
            <a:ext cx="1419336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393"/>
              </a:lnSpc>
            </a:pPr>
            <a:r>
              <a:rPr lang="en-US" sz="2600" b="1" u="none" spc="462" strike="noStrike">
                <a:solidFill>
                  <a:srgbClr val="543f3f"/>
                </a:solidFill>
                <a:effectLst/>
                <a:uFillTx/>
                <a:latin typeface="Garet Bold"/>
                <a:ea typeface="Garet Bold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2"/>
          <p:cNvSpPr/>
          <p:nvPr/>
        </p:nvSpPr>
        <p:spPr>
          <a:xfrm>
            <a:off x="1463760" y="10000440"/>
            <a:ext cx="915912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07"/>
              </a:lnSpc>
            </a:pPr>
            <a:r>
              <a:rPr lang="en-US" sz="4340" b="1" u="none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EXPERIENCIA LABORAL</a:t>
            </a:r>
            <a:endParaRPr lang="es-AR" sz="4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43"/>
          <p:cNvGrpSpPr/>
          <p:nvPr/>
        </p:nvGrpSpPr>
        <p:grpSpPr>
          <a:xfrm>
            <a:off x="1260000" y="11062800"/>
            <a:ext cx="10792440" cy="12389400"/>
            <a:chOff x="1260000" y="11062800"/>
            <a:chExt cx="10792440" cy="12389400"/>
          </a:xfrm>
        </p:grpSpPr>
        <p:sp>
          <p:nvSpPr>
            <p:cNvPr id="89" name="TextBox 44"/>
            <p:cNvSpPr/>
            <p:nvPr/>
          </p:nvSpPr>
          <p:spPr>
            <a:xfrm>
              <a:off x="1463760" y="11062800"/>
              <a:ext cx="10408680" cy="50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45"/>
            <p:cNvSpPr/>
            <p:nvPr/>
          </p:nvSpPr>
          <p:spPr>
            <a:xfrm>
              <a:off x="1463760" y="12240000"/>
              <a:ext cx="10445040" cy="257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extBox 46"/>
            <p:cNvSpPr/>
            <p:nvPr/>
          </p:nvSpPr>
          <p:spPr>
            <a:xfrm>
              <a:off x="1440000" y="11700000"/>
              <a:ext cx="10408680" cy="728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r>
                <a:rPr lang="en-US" sz="3600" b="1" u="none" spc="60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"/>
                </a:rPr>
                <a:t>{{exp_1_company}}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2800" b="0" u="none" spc="51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{{exp_1_role}} {{exp_1_dates}}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32"/>
                </a:lnSpc>
              </a:pP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86"/>
                </a:lnSpc>
              </a:pPr>
              <a:r>
                <a:rPr lang="en-US" sz="3600" b="1" u="none" spc="57" strike="noStrike">
                  <a:solidFill>
                    <a:srgbClr val="101010"/>
                  </a:solidFill>
                  <a:effectLst/>
                  <a:uFillTx/>
                  <a:latin typeface="Montserrat"/>
                  <a:ea typeface="Garet Bold Italics"/>
                </a:rPr>
                <a:t>{{exp_2_company}}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66"/>
                </a:lnSpc>
              </a:pPr>
              <a:r>
                <a:rPr lang="en-US" sz="2800" b="0" u="none" spc="51" strike="noStrike">
                  <a:solidFill>
                    <a:srgbClr val="101010"/>
                  </a:solidFill>
                  <a:effectLst/>
                  <a:uFillTx/>
                  <a:latin typeface="Lato"/>
                  <a:ea typeface="Garet Italics"/>
                </a:rPr>
                <a:t>{{exp_2_role}} {{exp_2_dates}}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</a:t>
              </a: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47"/>
            <p:cNvSpPr/>
            <p:nvPr/>
          </p:nvSpPr>
          <p:spPr>
            <a:xfrm>
              <a:off x="1427760" y="15300000"/>
              <a:ext cx="10445040" cy="50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Box 48"/>
            <p:cNvSpPr/>
            <p:nvPr/>
          </p:nvSpPr>
          <p:spPr>
            <a:xfrm>
              <a:off x="1427760" y="15985800"/>
              <a:ext cx="10445040" cy="44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extBox 49"/>
            <p:cNvSpPr/>
            <p:nvPr/>
          </p:nvSpPr>
          <p:spPr>
            <a:xfrm>
              <a:off x="1427760" y="16468200"/>
              <a:ext cx="10445040" cy="257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TextBox 50"/>
            <p:cNvSpPr/>
            <p:nvPr/>
          </p:nvSpPr>
          <p:spPr>
            <a:xfrm>
              <a:off x="1260000" y="19474200"/>
              <a:ext cx="10445040" cy="50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TextBox 51"/>
            <p:cNvSpPr/>
            <p:nvPr/>
          </p:nvSpPr>
          <p:spPr>
            <a:xfrm>
              <a:off x="1387800" y="20160000"/>
              <a:ext cx="10664640" cy="44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6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TextBox 52"/>
            <p:cNvSpPr/>
            <p:nvPr/>
          </p:nvSpPr>
          <p:spPr>
            <a:xfrm>
              <a:off x="1387800" y="20881800"/>
              <a:ext cx="10445040" cy="257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23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TextBox 53"/>
          <p:cNvSpPr/>
          <p:nvPr/>
        </p:nvSpPr>
        <p:spPr>
          <a:xfrm>
            <a:off x="15660000" y="180000"/>
            <a:ext cx="25603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16560000" y="535320"/>
            <a:ext cx="521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4040000" y="11693520"/>
            <a:ext cx="5937840" cy="33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{{#sidebar_sections_noedu}}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4400" b="1" u="none" strike="noStrike">
                <a:solidFill>
                  <a:srgbClr val="000000"/>
                </a:solidFill>
                <a:effectLst/>
                <a:uFillTx/>
                <a:latin typeface="Montserrat"/>
              </a:rPr>
              <a:t>{{title}}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c0504d"/>
                </a:solidFill>
                <a:effectLst/>
                <a:uFillTx/>
                <a:latin typeface="Lato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Lato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{{/sidebar_sections_noedu}}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DAG9jgn3h2g</dc:identifier>
  <dc:language>es-AR</dc:language>
  <cp:lastModifiedBy/>
  <dcterms:modified xsi:type="dcterms:W3CDTF">2026-01-14T16:27:08Z</dcterms:modified>
  <cp:revision>32</cp:revision>
  <dc:subject/>
  <dc:title>Plantilla_oficial_2.pptx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