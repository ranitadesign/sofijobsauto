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Garet"/>
      <p:regular r:id="rId4"/>
      <p:bold r:id="rId4"/>
    </p:embeddedFont>
    <p:embeddedFont>
      <p:font typeface="Microsoft YaHei"/>
      <p:regular r:id="rId5"/>
    </p:embeddedFont>
    <p:embeddedFont>
      <p:font typeface="Garet Italics"/>
    </p:embeddedFont>
    <p:embeddedFont>
      <p:font typeface="Garet Bold"/>
    </p:embeddedFont>
    <p:embeddedFont>
      <p:font typeface="Montserrat"/>
      <p:regular r:id="rId6"/>
      <p:bold r:id="rId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Garet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Montserra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DC3150-79DC-4953-822F-0BA3DD6BBA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1600" cy="114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5080" cy="583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1600" cy="467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8FEFFB-76E2-4CDE-AC32-1B8A069460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69840" cy="55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69840" cy="409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69840" cy="7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F5BCF5-F25A-4D22-8A8D-1F1B36203C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5840" cy="14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6585B0-3838-4BB8-94E8-4223610F6E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304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3040" cy="450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47858D-E96A-4500-A770-0FCE99DB28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0840" cy="583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3360" cy="583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92F217-0A7A-49ED-B12E-12368DFB2A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304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3040" cy="450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2326F8-2E24-4D95-BAC8-25EB8E8425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5840" cy="13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5840" cy="14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9505B4-ACBF-45F7-989A-04BE9B35F3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304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1920" cy="450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1920" cy="450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666ABD-292A-4BB9-97D2-8544844C0D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304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3720" cy="62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3720" cy="39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5160" cy="62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5160" cy="39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391B96-82AB-4CC4-974F-0EA8AE6696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304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7892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7160" cy="34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4F0CDA-163D-4B3C-B9C1-AB287A9231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0" y="0"/>
            <a:ext cx="21376440" cy="4918680"/>
          </a:xfrm>
          <a:custGeom>
            <a:avLst/>
            <a:gdLst>
              <a:gd name="textAreaLeft" fmla="*/ 0 w 21376440"/>
              <a:gd name="textAreaRight" fmla="*/ 21393000 w 21376440"/>
              <a:gd name="textAreaTop" fmla="*/ 0 h 4918680"/>
              <a:gd name="textAreaBottom" fmla="*/ 4934880 h 4918680"/>
            </a:gdLst>
            <a:ahLst/>
            <a:cxnLst/>
            <a:rect l="textAreaLeft" t="textAreaTop" r="textAreaRight" b="textAreaBottom"/>
            <a:pathLst>
              <a:path w="21392989" h="5161031">
                <a:moveTo>
                  <a:pt x="0" y="0"/>
                </a:moveTo>
                <a:lnTo>
                  <a:pt x="21392989" y="0"/>
                </a:lnTo>
                <a:lnTo>
                  <a:pt x="21392989" y="5161031"/>
                </a:lnTo>
                <a:lnTo>
                  <a:pt x="0" y="5161031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43"/>
          <p:cNvGrpSpPr/>
          <p:nvPr/>
        </p:nvGrpSpPr>
        <p:grpSpPr>
          <a:xfrm>
            <a:off x="1298160" y="10614960"/>
            <a:ext cx="10787040" cy="12384000"/>
            <a:chOff x="1298160" y="10614960"/>
            <a:chExt cx="10787040" cy="12384000"/>
          </a:xfrm>
        </p:grpSpPr>
        <p:sp>
          <p:nvSpPr>
            <p:cNvPr id="61" name="TextBox 44"/>
            <p:cNvSpPr/>
            <p:nvPr/>
          </p:nvSpPr>
          <p:spPr>
            <a:xfrm>
              <a:off x="1501920" y="10614960"/>
              <a:ext cx="10403280" cy="49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45"/>
            <p:cNvSpPr/>
            <p:nvPr/>
          </p:nvSpPr>
          <p:spPr>
            <a:xfrm>
              <a:off x="1501920" y="11792160"/>
              <a:ext cx="10439640" cy="256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TextBox 46"/>
            <p:cNvSpPr/>
            <p:nvPr/>
          </p:nvSpPr>
          <p:spPr>
            <a:xfrm>
              <a:off x="1478160" y="11252160"/>
              <a:ext cx="10403280" cy="412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66"/>
                </a:lnSpc>
              </a:pPr>
              <a:r>
                <a:rPr lang="en-US" sz="32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{{exp_1_role}} </a:t>
              </a:r>
              <a:r>
                <a:rPr lang="en-US" sz="2600" b="0" u="none" spc="60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{{exp_1_company}}</a:t>
              </a:r>
              <a:r>
                <a:rPr lang="en-US" sz="260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 {{exp_1_dates}}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6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4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{{exp_1_bullets_block}} 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566"/>
                </a:lnSpc>
              </a:pPr>
              <a:r>
                <a:rPr lang="en-US" sz="3200" b="1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{{exp_2_role}} </a:t>
              </a:r>
              <a:r>
                <a:rPr lang="en-US" sz="2600" b="0" u="none" spc="60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Bold"/>
                </a:rPr>
                <a:t>{{exp_2_company}}</a:t>
              </a:r>
              <a:r>
                <a:rPr lang="en-US" sz="2600" b="0" u="none" spc="51" strike="noStrike">
                  <a:solidFill>
                    <a:srgbClr val="101010"/>
                  </a:solidFill>
                  <a:effectLst/>
                  <a:uFillTx/>
                  <a:latin typeface="Garet"/>
                  <a:ea typeface="Garet Italics"/>
                </a:rPr>
                <a:t> {{exp_2_dates}}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69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400" b="0" u="none" strike="noStrike">
                  <a:solidFill>
                    <a:srgbClr val="000000"/>
                  </a:solidFill>
                  <a:effectLst/>
                  <a:uFillTx/>
                  <a:latin typeface="Garet"/>
                  <a:ea typeface="Montserrat"/>
                </a:rPr>
                <a:t>{{exp_2_bullets_block}} 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47"/>
            <p:cNvSpPr/>
            <p:nvPr/>
          </p:nvSpPr>
          <p:spPr>
            <a:xfrm>
              <a:off x="1465920" y="14852160"/>
              <a:ext cx="10439640" cy="49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48"/>
            <p:cNvSpPr/>
            <p:nvPr/>
          </p:nvSpPr>
          <p:spPr>
            <a:xfrm>
              <a:off x="1465920" y="15537960"/>
              <a:ext cx="10439640" cy="44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6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49"/>
            <p:cNvSpPr/>
            <p:nvPr/>
          </p:nvSpPr>
          <p:spPr>
            <a:xfrm>
              <a:off x="1465920" y="16020360"/>
              <a:ext cx="10439640" cy="256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TextBox 50"/>
            <p:cNvSpPr/>
            <p:nvPr/>
          </p:nvSpPr>
          <p:spPr>
            <a:xfrm>
              <a:off x="1298160" y="19026360"/>
              <a:ext cx="10439640" cy="49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8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51"/>
            <p:cNvSpPr/>
            <p:nvPr/>
          </p:nvSpPr>
          <p:spPr>
            <a:xfrm>
              <a:off x="1425960" y="19712160"/>
              <a:ext cx="10659240" cy="44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6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52"/>
            <p:cNvSpPr/>
            <p:nvPr/>
          </p:nvSpPr>
          <p:spPr>
            <a:xfrm>
              <a:off x="1425960" y="20433960"/>
              <a:ext cx="10439640" cy="256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232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53"/>
          <p:cNvSpPr/>
          <p:nvPr/>
        </p:nvSpPr>
        <p:spPr>
          <a:xfrm>
            <a:off x="15660000" y="180000"/>
            <a:ext cx="2554920" cy="3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14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6560000" y="535320"/>
            <a:ext cx="5209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32"/>
          <p:cNvGrpSpPr/>
          <p:nvPr/>
        </p:nvGrpSpPr>
        <p:grpSpPr>
          <a:xfrm>
            <a:off x="1387800" y="25864200"/>
            <a:ext cx="10464840" cy="57960"/>
            <a:chOff x="1387800" y="25864200"/>
            <a:chExt cx="10464840" cy="57960"/>
          </a:xfrm>
        </p:grpSpPr>
        <p:sp>
          <p:nvSpPr>
            <p:cNvPr id="73" name="Freeform 1"/>
            <p:cNvSpPr/>
            <p:nvPr/>
          </p:nvSpPr>
          <p:spPr>
            <a:xfrm>
              <a:off x="1387800" y="25864200"/>
              <a:ext cx="10464840" cy="57960"/>
            </a:xfrm>
            <a:custGeom>
              <a:avLst/>
              <a:gdLst>
                <a:gd name="textAreaLeft" fmla="*/ 0 w 10464840"/>
                <a:gd name="textAreaRight" fmla="*/ 10478520 w 10464840"/>
                <a:gd name="textAreaTop" fmla="*/ 0 h 57960"/>
                <a:gd name="textAreaBottom" fmla="*/ 71640 h 579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Box 34"/>
          <p:cNvSpPr/>
          <p:nvPr/>
        </p:nvSpPr>
        <p:spPr>
          <a:xfrm>
            <a:off x="1414440" y="25203240"/>
            <a:ext cx="966852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FORMACIÓN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5"/>
          <p:cNvSpPr/>
          <p:nvPr/>
        </p:nvSpPr>
        <p:spPr>
          <a:xfrm>
            <a:off x="1440000" y="26060760"/>
            <a:ext cx="10442520" cy="20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691"/>
              </a:lnSpc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9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" name="Group 18"/>
          <p:cNvGrpSpPr/>
          <p:nvPr/>
        </p:nvGrpSpPr>
        <p:grpSpPr>
          <a:xfrm>
            <a:off x="1436760" y="6530400"/>
            <a:ext cx="10464840" cy="57960"/>
            <a:chOff x="1436760" y="6530400"/>
            <a:chExt cx="10464840" cy="57960"/>
          </a:xfrm>
        </p:grpSpPr>
        <p:sp>
          <p:nvSpPr>
            <p:cNvPr id="77" name="Freeform 10"/>
            <p:cNvSpPr/>
            <p:nvPr/>
          </p:nvSpPr>
          <p:spPr>
            <a:xfrm>
              <a:off x="1436760" y="6530400"/>
              <a:ext cx="10464840" cy="57960"/>
            </a:xfrm>
            <a:custGeom>
              <a:avLst/>
              <a:gdLst>
                <a:gd name="textAreaLeft" fmla="*/ 0 w 10464840"/>
                <a:gd name="textAreaRight" fmla="*/ 10478520 w 10464840"/>
                <a:gd name="textAreaTop" fmla="*/ 0 h 57960"/>
                <a:gd name="textAreaBottom" fmla="*/ 71640 h 57960"/>
              </a:gdLst>
              <a:ahLst/>
              <a:cxnLst/>
              <a:rect l="textAreaLeft" t="textAreaTop" r="textAreaRight" b="textAreaBottom"/>
              <a:pathLst>
                <a:path w="13971524" h="95759">
                  <a:moveTo>
                    <a:pt x="47879" y="0"/>
                  </a:moveTo>
                  <a:lnTo>
                    <a:pt x="13923645" y="0"/>
                  </a:lnTo>
                  <a:cubicBezTo>
                    <a:pt x="13950060" y="0"/>
                    <a:pt x="13971524" y="21463"/>
                    <a:pt x="13971524" y="47879"/>
                  </a:cubicBezTo>
                  <a:cubicBezTo>
                    <a:pt x="13971524" y="74295"/>
                    <a:pt x="13950060" y="95758"/>
                    <a:pt x="13923645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TextBox 20"/>
          <p:cNvSpPr/>
          <p:nvPr/>
        </p:nvSpPr>
        <p:spPr>
          <a:xfrm>
            <a:off x="1463760" y="5641200"/>
            <a:ext cx="681876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PERFIL PROFESIONAL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1"/>
          <p:cNvSpPr/>
          <p:nvPr/>
        </p:nvSpPr>
        <p:spPr>
          <a:xfrm>
            <a:off x="1463760" y="6692760"/>
            <a:ext cx="1044252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41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30"/>
          <p:cNvGrpSpPr/>
          <p:nvPr/>
        </p:nvGrpSpPr>
        <p:grpSpPr>
          <a:xfrm>
            <a:off x="1436760" y="10890360"/>
            <a:ext cx="10447200" cy="40320"/>
            <a:chOff x="1436760" y="10890360"/>
            <a:chExt cx="10447200" cy="40320"/>
          </a:xfrm>
        </p:grpSpPr>
        <p:sp>
          <p:nvSpPr>
            <p:cNvPr id="81" name="Freeform 31"/>
            <p:cNvSpPr/>
            <p:nvPr/>
          </p:nvSpPr>
          <p:spPr>
            <a:xfrm>
              <a:off x="1436760" y="10890360"/>
              <a:ext cx="10447200" cy="40320"/>
            </a:xfrm>
            <a:custGeom>
              <a:avLst/>
              <a:gdLst>
                <a:gd name="textAreaLeft" fmla="*/ 0 w 10447200"/>
                <a:gd name="textAreaRight" fmla="*/ 10460880 w 10447200"/>
                <a:gd name="textAreaTop" fmla="*/ 0 h 40320"/>
                <a:gd name="textAreaBottom" fmla="*/ 54000 h 40320"/>
              </a:gdLst>
              <a:ahLst/>
              <a:cxnLst/>
              <a:rect l="textAreaLeft" t="textAreaTop" r="textAreaRight" b="textAreaBottom"/>
              <a:pathLst>
                <a:path w="13947648" h="71882">
                  <a:moveTo>
                    <a:pt x="35941" y="0"/>
                  </a:moveTo>
                  <a:lnTo>
                    <a:pt x="13911707" y="0"/>
                  </a:lnTo>
                  <a:cubicBezTo>
                    <a:pt x="13931520" y="0"/>
                    <a:pt x="13947648" y="16129"/>
                    <a:pt x="13947648" y="35941"/>
                  </a:cubicBezTo>
                  <a:cubicBezTo>
                    <a:pt x="13947648" y="55753"/>
                    <a:pt x="13931520" y="71882"/>
                    <a:pt x="13911707" y="71882"/>
                  </a:cubicBezTo>
                  <a:lnTo>
                    <a:pt x="35941" y="71882"/>
                  </a:lnTo>
                  <a:cubicBezTo>
                    <a:pt x="16129" y="71882"/>
                    <a:pt x="0" y="55753"/>
                    <a:pt x="0" y="35941"/>
                  </a:cubicBezTo>
                  <a:cubicBezTo>
                    <a:pt x="0" y="16129"/>
                    <a:pt x="16129" y="0"/>
                    <a:pt x="35941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42"/>
          <p:cNvSpPr/>
          <p:nvPr/>
        </p:nvSpPr>
        <p:spPr>
          <a:xfrm>
            <a:off x="1463760" y="10000800"/>
            <a:ext cx="915660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9"/>
          <p:cNvSpPr/>
          <p:nvPr/>
        </p:nvSpPr>
        <p:spPr>
          <a:xfrm>
            <a:off x="1285560" y="1440720"/>
            <a:ext cx="1400544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7115"/>
              </a:lnSpc>
            </a:pPr>
            <a:r>
              <a:rPr lang="en-US" sz="6530" b="1" u="none" spc="-227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{{name}}</a:t>
            </a:r>
            <a:endParaRPr lang="es-AR" sz="6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393"/>
              </a:lnSpc>
            </a:pPr>
            <a:r>
              <a:rPr lang="en-US" sz="2600" b="1" u="none" spc="462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10"/>
          <p:cNvGrpSpPr/>
          <p:nvPr/>
        </p:nvGrpSpPr>
        <p:grpSpPr>
          <a:xfrm>
            <a:off x="14092560" y="6541200"/>
            <a:ext cx="5870520" cy="57240"/>
            <a:chOff x="14092560" y="6541200"/>
            <a:chExt cx="5870520" cy="57240"/>
          </a:xfrm>
        </p:grpSpPr>
        <p:sp>
          <p:nvSpPr>
            <p:cNvPr id="85" name="Freeform 4"/>
            <p:cNvSpPr/>
            <p:nvPr/>
          </p:nvSpPr>
          <p:spPr>
            <a:xfrm>
              <a:off x="14092560" y="6541200"/>
              <a:ext cx="5870520" cy="57240"/>
            </a:xfrm>
            <a:custGeom>
              <a:avLst/>
              <a:gdLst>
                <a:gd name="textAreaLeft" fmla="*/ 0 w 5870520"/>
                <a:gd name="textAreaRight" fmla="*/ 5884920 w 5870520"/>
                <a:gd name="textAreaTop" fmla="*/ 0 h 57240"/>
                <a:gd name="textAreaBottom" fmla="*/ 71640 h 57240"/>
              </a:gdLst>
              <a:ahLst/>
              <a:cxnLst/>
              <a:rect l="textAreaLeft" t="textAreaTop" r="textAreaRight" b="textAreaBottom"/>
              <a:pathLst>
                <a:path w="7846441" h="95759">
                  <a:moveTo>
                    <a:pt x="47879" y="0"/>
                  </a:moveTo>
                  <a:lnTo>
                    <a:pt x="7798562" y="0"/>
                  </a:lnTo>
                  <a:cubicBezTo>
                    <a:pt x="7824978" y="0"/>
                    <a:pt x="7846441" y="21463"/>
                    <a:pt x="7846441" y="47879"/>
                  </a:cubicBezTo>
                  <a:cubicBezTo>
                    <a:pt x="7846441" y="74295"/>
                    <a:pt x="7824978" y="95758"/>
                    <a:pt x="7798562" y="95758"/>
                  </a:cubicBezTo>
                  <a:lnTo>
                    <a:pt x="47879" y="95758"/>
                  </a:lnTo>
                  <a:cubicBezTo>
                    <a:pt x="21463" y="95885"/>
                    <a:pt x="0" y="74422"/>
                    <a:pt x="0" y="47879"/>
                  </a:cubicBezTo>
                  <a:cubicBezTo>
                    <a:pt x="0" y="21336"/>
                    <a:pt x="21463" y="0"/>
                    <a:pt x="47879" y="0"/>
                  </a:cubicBezTo>
                  <a:close/>
                </a:path>
              </a:pathLst>
            </a:custGeom>
            <a:solidFill>
              <a:srgbClr val="c0504d">
                <a:alpha val="25000"/>
              </a:srgb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TextBox 16"/>
          <p:cNvSpPr/>
          <p:nvPr/>
        </p:nvSpPr>
        <p:spPr>
          <a:xfrm>
            <a:off x="14235840" y="6883560"/>
            <a:ext cx="4849560" cy="17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n-US" sz="2260" b="0" u="none" strike="noStrike">
                <a:solidFill>
                  <a:srgbClr val="101010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14132520" y="5652000"/>
            <a:ext cx="5785200" cy="66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207"/>
              </a:lnSpc>
            </a:pPr>
            <a:r>
              <a:rPr lang="en-US" sz="4340" b="1" u="none" strike="noStrike">
                <a:solidFill>
                  <a:srgbClr val="101010"/>
                </a:solidFill>
                <a:effectLst/>
                <a:uFillTx/>
                <a:latin typeface="Garet"/>
                <a:ea typeface="Garet Bold"/>
              </a:rPr>
              <a:t>CONTACTOS</a:t>
            </a:r>
            <a:endParaRPr lang="es-AR" sz="4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4046840" y="8870040"/>
            <a:ext cx="5932080" cy="30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4400" b="1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{{title}}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pc="-550" strike="noStrike">
                <a:solidFill>
                  <a:srgbClr val="c0504d"/>
                </a:solidFill>
                <a:effectLst/>
                <a:uFillTx/>
                <a:latin typeface="Garet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DAG9jgn3h2g</dc:identifier>
  <dc:language>es-AR</dc:language>
  <cp:lastModifiedBy/>
  <dcterms:modified xsi:type="dcterms:W3CDTF">2026-02-09T14:42:39Z</dcterms:modified>
  <cp:revision>47</cp:revision>
  <dc:subject/>
  <dc:title>Plantilla_oficial_2.pptx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