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"/>
      <p:regular r:id="rId4"/>
      <p:bold r:id="rId4"/>
    </p:embeddedFont>
    <p:embeddedFont>
      <p:font typeface="Poppins"/>
      <p:regular r:id="rId5"/>
      <p:bold r:id="rId5"/>
    </p:embeddedFont>
    <p:embeddedFont>
      <p:font typeface="Microsoft YaHei"/>
      <p:regular r:id="rId6"/>
    </p:embeddedFont>
    <p:embeddedFont>
      <p:font typeface="Montserrat Bold"/>
    </p:embeddedFont>
    <p:embeddedFont>
      <p:font typeface="Garet Bold"/>
    </p:embeddedFont>
    <p:embeddedFont>
      <p:font typeface="Montserrat"/>
      <p:regular r:id="rId7"/>
      <p:bold r:id="rId7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680" cy="112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1560" cy="450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1560" cy="450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16CE1B-5EC8-47E2-8A8E-3C8C8EC2F4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680" cy="112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3360" cy="62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3360" cy="393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4800" cy="62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4800" cy="393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05E03B-2FD8-42BA-A91C-CA9DE6875EB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680" cy="112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84E55E-693B-4AED-B59C-8F158EDAE0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1B9706-DDB9-4F1A-A7F4-B5968C73DA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1240" cy="114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4720" cy="583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1240" cy="467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2144CD-8B3A-46A8-9D26-B8F9598703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69480" cy="54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69480" cy="4097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69480" cy="78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B84493-2052-4772-8D52-36F735D9AC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5480" cy="145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B87D22-ED33-4788-8AD1-D60EF98A7A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680" cy="112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2680" cy="450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663CAC-414A-4672-BCAB-421F6ADB0AA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0480" cy="583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3000" cy="583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A246D7-28B9-4171-9B43-AE195CF4FA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2680" cy="112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2680" cy="450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8F0538-C23D-4C99-BBC7-76F9B3150E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5480" cy="13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5480" cy="148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7856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6800" cy="34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116EC7-9EF4-4709-B311-02A223F597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21376080" cy="4918320"/>
          </a:xfrm>
          <a:custGeom>
            <a:avLst/>
            <a:gdLst>
              <a:gd name="textAreaLeft" fmla="*/ 0 w 21376080"/>
              <a:gd name="textAreaRight" fmla="*/ 21393000 w 21376080"/>
              <a:gd name="textAreaTop" fmla="*/ 0 h 4918320"/>
              <a:gd name="textAreaBottom" fmla="*/ 4934880 h 4918320"/>
            </a:gdLst>
            <a:ahLst/>
            <a:cxnLst/>
            <a:rect l="textAreaLeft" t="textAreaTop" r="textAreaRight" b="textAreaBottom"/>
            <a:pathLst>
              <a:path w="21392989" h="5161031">
                <a:moveTo>
                  <a:pt x="0" y="0"/>
                </a:moveTo>
                <a:lnTo>
                  <a:pt x="21392989" y="0"/>
                </a:lnTo>
                <a:lnTo>
                  <a:pt x="21392989" y="5161031"/>
                </a:lnTo>
                <a:lnTo>
                  <a:pt x="0" y="5161031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43"/>
          <p:cNvGrpSpPr/>
          <p:nvPr/>
        </p:nvGrpSpPr>
        <p:grpSpPr>
          <a:xfrm>
            <a:off x="1298160" y="10614960"/>
            <a:ext cx="10786680" cy="12383640"/>
            <a:chOff x="1298160" y="10614960"/>
            <a:chExt cx="10786680" cy="12383640"/>
          </a:xfrm>
        </p:grpSpPr>
        <p:sp>
          <p:nvSpPr>
            <p:cNvPr id="61" name="TextBox 44"/>
            <p:cNvSpPr/>
            <p:nvPr/>
          </p:nvSpPr>
          <p:spPr>
            <a:xfrm>
              <a:off x="1501920" y="10614960"/>
              <a:ext cx="10402920" cy="494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45"/>
            <p:cNvSpPr/>
            <p:nvPr/>
          </p:nvSpPr>
          <p:spPr>
            <a:xfrm>
              <a:off x="1501920" y="11792160"/>
              <a:ext cx="10439280" cy="2564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" name="TextBox 46"/>
            <p:cNvSpPr/>
            <p:nvPr/>
          </p:nvSpPr>
          <p:spPr>
            <a:xfrm>
              <a:off x="1478160" y="11252160"/>
              <a:ext cx="10402920" cy="452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marL="216000" indent="-216000" defTabSz="914400">
                <a:lnSpc>
                  <a:spcPts val="3144"/>
                </a:lnSpc>
                <a:buSzPct val="231348"/>
                <a:buBlip>
                  <a:blip r:embed="rId1"/>
                </a:buBlip>
              </a:pPr>
              <a:r>
                <a:rPr lang="en-US" sz="1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[[EXPERIENCE_BLOCK]]</a:t>
              </a:r>
              <a:endParaRPr lang="es-AR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66"/>
                </a:lnSpc>
              </a:pPr>
              <a:r>
                <a:rPr lang="en-US" sz="3200" b="1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{{exp_1_role}} </a:t>
              </a:r>
              <a:r>
                <a:rPr lang="en-US" sz="2600" b="0" u="none" spc="60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{{exp_1_company}}</a:t>
              </a:r>
              <a:r>
                <a:rPr lang="en-US" sz="2600" b="0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 {{exp_1_dates}}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69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40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{{exp_1_bullets_block}}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66"/>
                </a:lnSpc>
              </a:pPr>
              <a:r>
                <a:rPr lang="en-US" sz="3200" b="1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{{exp_2_role}} </a:t>
              </a:r>
              <a:r>
                <a:rPr lang="en-US" sz="2600" b="0" u="none" spc="60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{{exp_2_company}}</a:t>
              </a:r>
              <a:r>
                <a:rPr lang="en-US" sz="2600" b="0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 {{exp_2_dates}}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69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40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{{exp_2_bullets_block}}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47"/>
            <p:cNvSpPr/>
            <p:nvPr/>
          </p:nvSpPr>
          <p:spPr>
            <a:xfrm>
              <a:off x="1465920" y="14852160"/>
              <a:ext cx="10439280" cy="494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TextBox 48"/>
            <p:cNvSpPr/>
            <p:nvPr/>
          </p:nvSpPr>
          <p:spPr>
            <a:xfrm>
              <a:off x="1465920" y="15537960"/>
              <a:ext cx="10439280" cy="441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49"/>
            <p:cNvSpPr/>
            <p:nvPr/>
          </p:nvSpPr>
          <p:spPr>
            <a:xfrm>
              <a:off x="1465920" y="16020360"/>
              <a:ext cx="10439280" cy="2564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50"/>
            <p:cNvSpPr/>
            <p:nvPr/>
          </p:nvSpPr>
          <p:spPr>
            <a:xfrm>
              <a:off x="1298160" y="19026360"/>
              <a:ext cx="10439280" cy="494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51"/>
            <p:cNvSpPr/>
            <p:nvPr/>
          </p:nvSpPr>
          <p:spPr>
            <a:xfrm>
              <a:off x="1425960" y="19712160"/>
              <a:ext cx="10658880" cy="441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52"/>
            <p:cNvSpPr/>
            <p:nvPr/>
          </p:nvSpPr>
          <p:spPr>
            <a:xfrm>
              <a:off x="1425960" y="20433960"/>
              <a:ext cx="10439280" cy="2564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53"/>
          <p:cNvSpPr/>
          <p:nvPr/>
        </p:nvSpPr>
        <p:spPr>
          <a:xfrm>
            <a:off x="15660000" y="180000"/>
            <a:ext cx="2554560" cy="3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6560000" y="535320"/>
            <a:ext cx="5208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" name="Group 32"/>
          <p:cNvGrpSpPr/>
          <p:nvPr/>
        </p:nvGrpSpPr>
        <p:grpSpPr>
          <a:xfrm>
            <a:off x="1387800" y="25864200"/>
            <a:ext cx="10464480" cy="57600"/>
            <a:chOff x="1387800" y="25864200"/>
            <a:chExt cx="10464480" cy="57600"/>
          </a:xfrm>
        </p:grpSpPr>
        <p:sp>
          <p:nvSpPr>
            <p:cNvPr id="73" name="Freeform 1"/>
            <p:cNvSpPr/>
            <p:nvPr/>
          </p:nvSpPr>
          <p:spPr>
            <a:xfrm>
              <a:off x="1387800" y="25864200"/>
              <a:ext cx="10464480" cy="57600"/>
            </a:xfrm>
            <a:custGeom>
              <a:avLst/>
              <a:gdLst>
                <a:gd name="textAreaLeft" fmla="*/ 0 w 10464480"/>
                <a:gd name="textAreaRight" fmla="*/ 10478520 w 10464480"/>
                <a:gd name="textAreaTop" fmla="*/ 0 h 57600"/>
                <a:gd name="textAreaBottom" fmla="*/ 71640 h 5760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4" name="TextBox 34"/>
          <p:cNvSpPr/>
          <p:nvPr/>
        </p:nvSpPr>
        <p:spPr>
          <a:xfrm>
            <a:off x="1414440" y="25203240"/>
            <a:ext cx="966816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FORMACIÓN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5"/>
          <p:cNvSpPr/>
          <p:nvPr/>
        </p:nvSpPr>
        <p:spPr>
          <a:xfrm>
            <a:off x="1440000" y="26060760"/>
            <a:ext cx="10442160" cy="20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18"/>
          <p:cNvGrpSpPr/>
          <p:nvPr/>
        </p:nvGrpSpPr>
        <p:grpSpPr>
          <a:xfrm>
            <a:off x="1436760" y="6530400"/>
            <a:ext cx="10464480" cy="57600"/>
            <a:chOff x="1436760" y="6530400"/>
            <a:chExt cx="10464480" cy="57600"/>
          </a:xfrm>
        </p:grpSpPr>
        <p:sp>
          <p:nvSpPr>
            <p:cNvPr id="77" name="Freeform 10"/>
            <p:cNvSpPr/>
            <p:nvPr/>
          </p:nvSpPr>
          <p:spPr>
            <a:xfrm>
              <a:off x="1436760" y="6530400"/>
              <a:ext cx="10464480" cy="57600"/>
            </a:xfrm>
            <a:custGeom>
              <a:avLst/>
              <a:gdLst>
                <a:gd name="textAreaLeft" fmla="*/ 0 w 10464480"/>
                <a:gd name="textAreaRight" fmla="*/ 10478520 w 10464480"/>
                <a:gd name="textAreaTop" fmla="*/ 0 h 57600"/>
                <a:gd name="textAreaBottom" fmla="*/ 71640 h 5760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20"/>
          <p:cNvSpPr/>
          <p:nvPr/>
        </p:nvSpPr>
        <p:spPr>
          <a:xfrm>
            <a:off x="1463760" y="5641200"/>
            <a:ext cx="681840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PERFIL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1"/>
          <p:cNvSpPr/>
          <p:nvPr/>
        </p:nvSpPr>
        <p:spPr>
          <a:xfrm>
            <a:off x="1463760" y="6692760"/>
            <a:ext cx="1044216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41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Group 30"/>
          <p:cNvGrpSpPr/>
          <p:nvPr/>
        </p:nvGrpSpPr>
        <p:grpSpPr>
          <a:xfrm>
            <a:off x="1436760" y="10890360"/>
            <a:ext cx="10446840" cy="39960"/>
            <a:chOff x="1436760" y="10890360"/>
            <a:chExt cx="10446840" cy="39960"/>
          </a:xfrm>
        </p:grpSpPr>
        <p:sp>
          <p:nvSpPr>
            <p:cNvPr id="81" name="Freeform 31"/>
            <p:cNvSpPr/>
            <p:nvPr/>
          </p:nvSpPr>
          <p:spPr>
            <a:xfrm>
              <a:off x="1436760" y="10890360"/>
              <a:ext cx="10446840" cy="39960"/>
            </a:xfrm>
            <a:custGeom>
              <a:avLst/>
              <a:gdLst>
                <a:gd name="textAreaLeft" fmla="*/ 0 w 10446840"/>
                <a:gd name="textAreaRight" fmla="*/ 10460880 w 10446840"/>
                <a:gd name="textAreaTop" fmla="*/ 0 h 39960"/>
                <a:gd name="textAreaBottom" fmla="*/ 54000 h 39960"/>
              </a:gdLst>
              <a:ahLst/>
              <a:cxnLst/>
              <a:rect l="textAreaLeft" t="textAreaTop" r="textAreaRight" b="textAreaBottom"/>
              <a:pathLst>
                <a:path w="13947648" h="71882">
                  <a:moveTo>
                    <a:pt x="35941" y="0"/>
                  </a:moveTo>
                  <a:lnTo>
                    <a:pt x="13911707" y="0"/>
                  </a:lnTo>
                  <a:cubicBezTo>
                    <a:pt x="13931520" y="0"/>
                    <a:pt x="13947648" y="16129"/>
                    <a:pt x="13947648" y="35941"/>
                  </a:cubicBezTo>
                  <a:cubicBezTo>
                    <a:pt x="13947648" y="55753"/>
                    <a:pt x="13931520" y="71882"/>
                    <a:pt x="13911707" y="71882"/>
                  </a:cubicBezTo>
                  <a:lnTo>
                    <a:pt x="35941" y="71882"/>
                  </a:lnTo>
                  <a:cubicBezTo>
                    <a:pt x="16129" y="71882"/>
                    <a:pt x="0" y="55753"/>
                    <a:pt x="0" y="35941"/>
                  </a:cubicBezTo>
                  <a:cubicBezTo>
                    <a:pt x="0" y="16129"/>
                    <a:pt x="16129" y="0"/>
                    <a:pt x="35941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TextBox 42"/>
          <p:cNvSpPr/>
          <p:nvPr/>
        </p:nvSpPr>
        <p:spPr>
          <a:xfrm>
            <a:off x="1463760" y="10000800"/>
            <a:ext cx="915624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EXPERIENCIA LABORAL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9"/>
          <p:cNvSpPr/>
          <p:nvPr/>
        </p:nvSpPr>
        <p:spPr>
          <a:xfrm>
            <a:off x="1285560" y="1440720"/>
            <a:ext cx="14005080" cy="13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115"/>
              </a:lnSpc>
            </a:pPr>
            <a:r>
              <a:rPr lang="en-US" sz="6530" b="1" u="none" spc="-227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{{name}}</a:t>
            </a:r>
            <a:endParaRPr lang="es-AR" sz="6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393"/>
              </a:lnSpc>
            </a:pPr>
            <a:r>
              <a:rPr lang="en-US" sz="2600" b="1" u="none" spc="462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10"/>
          <p:cNvGrpSpPr/>
          <p:nvPr/>
        </p:nvGrpSpPr>
        <p:grpSpPr>
          <a:xfrm>
            <a:off x="14092560" y="6541200"/>
            <a:ext cx="5870160" cy="56880"/>
            <a:chOff x="14092560" y="6541200"/>
            <a:chExt cx="5870160" cy="56880"/>
          </a:xfrm>
        </p:grpSpPr>
        <p:sp>
          <p:nvSpPr>
            <p:cNvPr id="85" name="Freeform 4"/>
            <p:cNvSpPr/>
            <p:nvPr/>
          </p:nvSpPr>
          <p:spPr>
            <a:xfrm>
              <a:off x="14092560" y="6541200"/>
              <a:ext cx="5870160" cy="56880"/>
            </a:xfrm>
            <a:custGeom>
              <a:avLst/>
              <a:gdLst>
                <a:gd name="textAreaLeft" fmla="*/ 0 w 5870160"/>
                <a:gd name="textAreaRight" fmla="*/ 5884920 w 5870160"/>
                <a:gd name="textAreaTop" fmla="*/ 0 h 56880"/>
                <a:gd name="textAreaBottom" fmla="*/ 71640 h 56880"/>
              </a:gdLst>
              <a:ahLst/>
              <a:cxnLst/>
              <a:rect l="textAreaLeft" t="textAreaTop" r="textAreaRight" b="textAreaBottom"/>
              <a:pathLst>
                <a:path w="7846441" h="95759">
                  <a:moveTo>
                    <a:pt x="47879" y="0"/>
                  </a:moveTo>
                  <a:lnTo>
                    <a:pt x="7798562" y="0"/>
                  </a:lnTo>
                  <a:cubicBezTo>
                    <a:pt x="7824978" y="0"/>
                    <a:pt x="7846441" y="21463"/>
                    <a:pt x="7846441" y="47879"/>
                  </a:cubicBezTo>
                  <a:cubicBezTo>
                    <a:pt x="7846441" y="74295"/>
                    <a:pt x="7824978" y="95758"/>
                    <a:pt x="7798562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16"/>
          <p:cNvSpPr/>
          <p:nvPr/>
        </p:nvSpPr>
        <p:spPr>
          <a:xfrm>
            <a:off x="14235840" y="6883560"/>
            <a:ext cx="4849200" cy="17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{{licencia}}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7"/>
          <p:cNvSpPr/>
          <p:nvPr/>
        </p:nvSpPr>
        <p:spPr>
          <a:xfrm>
            <a:off x="14132520" y="5652000"/>
            <a:ext cx="578484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CONTACTOS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14046840" y="8298720"/>
            <a:ext cx="5931720" cy="360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15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{{#sidebar_sections_noedu}}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4400" b="1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{{title}}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pc="-550" strike="noStrike">
                <a:solidFill>
                  <a:srgbClr val="c0504d"/>
                </a:solidFill>
                <a:effectLst/>
                <a:uFillTx/>
                <a:latin typeface="Garet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{{/sidebar_sections_noedu}}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DAG9jgn3h2g</dc:identifier>
  <dc:language>es-AR</dc:language>
  <cp:lastModifiedBy/>
  <dcterms:modified xsi:type="dcterms:W3CDTF">2026-03-05T00:59:40Z</dcterms:modified>
  <cp:revision>48</cp:revision>
  <dc:subject/>
  <dc:title>Plantilla_oficial_2.pptx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