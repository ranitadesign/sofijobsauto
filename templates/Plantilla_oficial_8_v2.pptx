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"/>
      <p:regular r:id="rId5"/>
      <p:bold r:id="rId5"/>
    </p:embeddedFont>
    <p:embeddedFont>
      <p:font typeface="Carelia"/>
      <p:regular r:id="rId6"/>
      <p:bold r:id="rId6"/>
    </p:embeddedFont>
    <p:embeddedFont>
      <p:font typeface="Microsoft YaHei"/>
      <p:regular r:id="rId7"/>
    </p:embeddedFont>
    <p:embeddedFont>
      <p:font typeface="TT Drugs Bold"/>
    </p:embeddedFont>
    <p:embeddedFont>
      <p:font typeface="Montserrat"/>
      <p:regular r:id="rId8"/>
      <p:bold r:id="rId8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Garet_Regular.fntdata"/><Relationship Id="rId6" Type="http://schemas.openxmlformats.org/officeDocument/2006/relationships/font" Target="fonts/Font_3_Carelia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52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4782CE-F023-440B-8242-9293BA706D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732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732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760" cy="62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760" cy="3938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52372E-F315-4BE1-A8B7-BF9476445D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D46398-F59F-4E19-830A-837E08D92E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E1613B-37DD-4B7A-8863-DC79520B22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5200" cy="114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68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5200" cy="467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CCF0B49-7A97-4F44-8FF4-6EEF083AB5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440" cy="55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440" cy="410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440" cy="79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825E15-5E0A-4FEF-9BEC-DF2A42D7F1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440" cy="145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041644-E308-44D5-A894-4AF9E419EC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2DCDD4-045A-4A9B-AF67-52A626CC81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44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96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99D2BE-8D37-4826-B0BC-27991A423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640" cy="113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640" cy="451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39476C-8C94-455F-B175-CFB2E74EA2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440" cy="134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440" cy="14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52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760" cy="3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A85C84-866A-4202-A8A8-4DC38AB72C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9347760" cy="3026448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1"/>
          <p:cNvSpPr/>
          <p:nvPr/>
        </p:nvSpPr>
        <p:spPr>
          <a:xfrm>
            <a:off x="9640440" y="4893120"/>
            <a:ext cx="11507040" cy="58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{{exp_1_role}}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{{exp_1_company}} {{exp_1_dates}}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{{exp_2_role}}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{{exp_2_company}} {{exp_2_dates}}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9"/>
          <p:cNvSpPr/>
          <p:nvPr/>
        </p:nvSpPr>
        <p:spPr>
          <a:xfrm>
            <a:off x="10011600" y="11790720"/>
            <a:ext cx="1121832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1"/>
          <p:cNvSpPr/>
          <p:nvPr/>
        </p:nvSpPr>
        <p:spPr>
          <a:xfrm>
            <a:off x="10145880" y="18441360"/>
            <a:ext cx="1093428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980000" y="108000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204200" y="7200000"/>
            <a:ext cx="6336720" cy="107244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1024200" y="7416000"/>
            <a:ext cx="6661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4"/>
          <p:cNvSpPr/>
          <p:nvPr/>
        </p:nvSpPr>
        <p:spPr>
          <a:xfrm>
            <a:off x="1332000" y="8460000"/>
            <a:ext cx="6944760" cy="20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262880" y="10795320"/>
            <a:ext cx="6288480" cy="107244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7"/>
          <p:cNvSpPr/>
          <p:nvPr/>
        </p:nvSpPr>
        <p:spPr>
          <a:xfrm>
            <a:off x="1037520" y="10987920"/>
            <a:ext cx="66614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8"/>
          <p:cNvSpPr/>
          <p:nvPr/>
        </p:nvSpPr>
        <p:spPr>
          <a:xfrm>
            <a:off x="1301400" y="12061800"/>
            <a:ext cx="66164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6"/>
          <p:cNvSpPr/>
          <p:nvPr/>
        </p:nvSpPr>
        <p:spPr>
          <a:xfrm>
            <a:off x="2049120" y="10795320"/>
            <a:ext cx="67046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9640080" y="24334200"/>
            <a:ext cx="10690560" cy="107208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9"/>
          <p:cNvSpPr/>
          <p:nvPr/>
        </p:nvSpPr>
        <p:spPr>
          <a:xfrm>
            <a:off x="9892080" y="25725600"/>
            <a:ext cx="1044432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5"/>
          <p:cNvSpPr/>
          <p:nvPr/>
        </p:nvSpPr>
        <p:spPr>
          <a:xfrm>
            <a:off x="10116000" y="24588360"/>
            <a:ext cx="98244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9645840" y="3604320"/>
            <a:ext cx="10690560" cy="107208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2"/>
          <p:cNvSpPr/>
          <p:nvPr/>
        </p:nvSpPr>
        <p:spPr>
          <a:xfrm>
            <a:off x="9543240" y="360000"/>
            <a:ext cx="1183068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Carelia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2400" b="0" u="none" spc="227" strike="noStrike">
                <a:solidFill>
                  <a:srgbClr val="543f3f"/>
                </a:solidFill>
                <a:effectLst/>
                <a:uFillTx/>
                <a:latin typeface="Garet"/>
                <a:ea typeface="TT Drugs Bold"/>
              </a:rPr>
              <a:t>{{title}}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0"/>
          <p:cNvSpPr/>
          <p:nvPr/>
        </p:nvSpPr>
        <p:spPr>
          <a:xfrm>
            <a:off x="10080360" y="3816360"/>
            <a:ext cx="770976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21520" y="17060400"/>
            <a:ext cx="7195680" cy="26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134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pc="-300" strike="noStrike">
                <a:solidFill>
                  <a:srgbClr val="543f3f"/>
                </a:solidFill>
                <a:effectLst/>
                <a:uFillTx/>
                <a:latin typeface="Garet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2026-03-05T15:26:49Z</dcterms:modified>
  <cp:revision>37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