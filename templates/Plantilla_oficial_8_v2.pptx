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</p:embeddedFont>
    <p:embeddedFont>
      <p:font typeface="Garet"/>
      <p:regular r:id="rId5"/>
      <p:bold r:id="rId5"/>
    </p:embeddedFont>
    <p:embeddedFont>
      <p:font typeface="Garet Bold"/>
    </p:embeddedFont>
    <p:embeddedFont>
      <p:font typeface="Microsoft YaHei"/>
      <p:regular r:id="rId6"/>
    </p:embeddedFont>
    <p:embeddedFont>
      <p:font typeface="Carelia"/>
      <p:regular r:id="rId7"/>
      <p:bold r:id="rId7"/>
    </p:embeddedFont>
    <p:embeddedFont>
      <p:font typeface="Montserra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Carelia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F4FB66-D027-44DD-8551-8A32630EEC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F68E51-8866-4D93-AAA9-573F780312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83CCE1-72A2-4320-8895-E32D729E5E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6708BE-6E0F-4974-BA0D-D34312EB9C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0FBA33-926C-45E8-AC80-962DDA5BDC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6317B1-E018-46FA-BC17-F1EBB03394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31EFC9-B213-472F-A08D-98D7ED72F9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4DA910-C3F1-4F8C-8C09-CF1C26EFFA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C329C4-8464-4F5C-BA9E-783829216B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D56FC7-6BA0-4C39-A20F-ECCFA1C8CA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00F06D-4BE8-47A4-A3DD-8821E788D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9353880" cy="3027060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10176480" y="3594960"/>
            <a:ext cx="10697040" cy="107856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176480" y="24480000"/>
            <a:ext cx="10697040" cy="107856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4"/>
          <p:cNvSpPr/>
          <p:nvPr/>
        </p:nvSpPr>
        <p:spPr>
          <a:xfrm>
            <a:off x="978480" y="8979480"/>
            <a:ext cx="702000" cy="702000"/>
          </a:xfrm>
          <a:custGeom>
            <a:avLst/>
            <a:gdLst>
              <a:gd name="textAreaLeft" fmla="*/ 0 w 702000"/>
              <a:gd name="textAreaRight" fmla="*/ 708840 w 702000"/>
              <a:gd name="textAreaTop" fmla="*/ 0 h 702000"/>
              <a:gd name="textAreaBottom" fmla="*/ 708840 h 70200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6"/>
                </a:lnTo>
                <a:lnTo>
                  <a:pt x="0" y="7087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5"/>
          <p:cNvSpPr/>
          <p:nvPr/>
        </p:nvSpPr>
        <p:spPr>
          <a:xfrm>
            <a:off x="978480" y="9879120"/>
            <a:ext cx="702000" cy="702000"/>
          </a:xfrm>
          <a:custGeom>
            <a:avLst/>
            <a:gdLst>
              <a:gd name="textAreaLeft" fmla="*/ 0 w 702000"/>
              <a:gd name="textAreaRight" fmla="*/ 708840 w 702000"/>
              <a:gd name="textAreaTop" fmla="*/ 0 h 702000"/>
              <a:gd name="textAreaBottom" fmla="*/ 708840 h 70200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6"/>
          <p:cNvSpPr/>
          <p:nvPr/>
        </p:nvSpPr>
        <p:spPr>
          <a:xfrm>
            <a:off x="978480" y="10776600"/>
            <a:ext cx="702000" cy="702000"/>
          </a:xfrm>
          <a:custGeom>
            <a:avLst/>
            <a:gdLst>
              <a:gd name="textAreaLeft" fmla="*/ 0 w 702000"/>
              <a:gd name="textAreaRight" fmla="*/ 708840 w 702000"/>
              <a:gd name="textAreaTop" fmla="*/ 0 h 702000"/>
              <a:gd name="textAreaBottom" fmla="*/ 708840 h 70200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2"/>
          <p:cNvSpPr/>
          <p:nvPr/>
        </p:nvSpPr>
        <p:spPr>
          <a:xfrm>
            <a:off x="10080000" y="1260000"/>
            <a:ext cx="1011888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10450" b="0" u="none" spc="-207" strike="noStrike">
                <a:solidFill>
                  <a:srgbClr val="c0504d"/>
                </a:solidFill>
                <a:effectLst/>
                <a:uFillTx/>
                <a:latin typeface="Poppins"/>
                <a:ea typeface="Carelia"/>
              </a:rPr>
              <a:t>{{name}}</a:t>
            </a:r>
            <a:endParaRPr lang="es-AR" sz="10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3"/>
          <p:cNvSpPr/>
          <p:nvPr/>
        </p:nvSpPr>
        <p:spPr>
          <a:xfrm>
            <a:off x="1023840" y="7475040"/>
            <a:ext cx="6667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203840" y="7200000"/>
            <a:ext cx="6342840" cy="107856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8" name="TextBox 14"/>
          <p:cNvSpPr/>
          <p:nvPr/>
        </p:nvSpPr>
        <p:spPr>
          <a:xfrm>
            <a:off x="2048760" y="9016200"/>
            <a:ext cx="6950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2048760" y="9933840"/>
            <a:ext cx="68940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2048760" y="10794960"/>
            <a:ext cx="67107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978480" y="12252240"/>
            <a:ext cx="6667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8"/>
          <p:cNvSpPr/>
          <p:nvPr/>
        </p:nvSpPr>
        <p:spPr>
          <a:xfrm>
            <a:off x="1242360" y="13326120"/>
            <a:ext cx="6622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9"/>
          <p:cNvSpPr/>
          <p:nvPr/>
        </p:nvSpPr>
        <p:spPr>
          <a:xfrm>
            <a:off x="10060200" y="26028360"/>
            <a:ext cx="10947960" cy="282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2"/>
              </a:lnSpc>
            </a:pP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0"/>
          <p:cNvSpPr/>
          <p:nvPr/>
        </p:nvSpPr>
        <p:spPr>
          <a:xfrm>
            <a:off x="10283760" y="3861720"/>
            <a:ext cx="102351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1"/>
          <p:cNvSpPr/>
          <p:nvPr/>
        </p:nvSpPr>
        <p:spPr>
          <a:xfrm>
            <a:off x="9720000" y="5329440"/>
            <a:ext cx="11513160" cy="692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{{exp_1_role}}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{{exp_1_company}} ({{exp_1_dates}})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{{exp_2_role}}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{{exp_2_company}} ({{exp_2_dates}})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5"/>
          <p:cNvSpPr/>
          <p:nvPr/>
        </p:nvSpPr>
        <p:spPr>
          <a:xfrm>
            <a:off x="10689120" y="24731640"/>
            <a:ext cx="96498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9"/>
          <p:cNvSpPr/>
          <p:nvPr/>
        </p:nvSpPr>
        <p:spPr>
          <a:xfrm>
            <a:off x="10011600" y="11790720"/>
            <a:ext cx="112244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1"/>
          <p:cNvSpPr/>
          <p:nvPr/>
        </p:nvSpPr>
        <p:spPr>
          <a:xfrm>
            <a:off x="10145880" y="18441360"/>
            <a:ext cx="10940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203840" y="12059640"/>
            <a:ext cx="6294600" cy="107856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0230840" y="2754720"/>
            <a:ext cx="1064592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12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{{title}}</a:t>
            </a:r>
            <a:endParaRPr lang="es-AR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980000" y="108000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900000" y="18858240"/>
            <a:ext cx="5070600" cy="27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2026-01-14T15:07:41Z</dcterms:modified>
  <cp:revision>20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