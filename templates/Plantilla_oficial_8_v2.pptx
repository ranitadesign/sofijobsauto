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Garet"/>
      <p:regular r:id="rId4"/>
      <p:bold r:id="rId4"/>
    </p:embeddedFont>
    <p:embeddedFont>
      <p:font typeface="Poppins"/>
      <p:regular r:id="rId5"/>
      <p:bold r:id="rId5"/>
    </p:embeddedFont>
    <p:embeddedFont>
      <p:font typeface="Carelia"/>
      <p:regular r:id="rId6"/>
      <p:bold r:id="rId6"/>
    </p:embeddedFont>
    <p:embeddedFont>
      <p:font typeface="Garet Bold"/>
    </p:embeddedFont>
    <p:embeddedFont>
      <p:font typeface="Montserrat"/>
      <p:regular r:id="rId7"/>
      <p:bold r:id="rId7"/>
    </p:embeddedFont>
    <p:embeddedFont>
      <p:font typeface="Microsoft YaHei"/>
      <p:regular r:id="rId8"/>
    </p:embeddedFont>
    <p:embeddedFont>
      <p:font typeface="TT Drugs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Garet_Regular.fntdata"/><Relationship Id="rId5" Type="http://schemas.openxmlformats.org/officeDocument/2006/relationships/font" Target="fonts/Font_2_Poppins_Regular.fntdata"/><Relationship Id="rId6" Type="http://schemas.openxmlformats.org/officeDocument/2006/relationships/font" Target="fonts/Font_3_Carelia_Regular.fntdata"/><Relationship Id="rId7" Type="http://schemas.openxmlformats.org/officeDocument/2006/relationships/font" Target="fonts/Font_4_Montserrat_Regular.fntdata"/><Relationship Id="rId8" Type="http://schemas.openxmlformats.org/officeDocument/2006/relationships/font" Target="fonts/Font_5_Microsoft_YaHei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EA1D50-4563-4B86-A201-C579E50F02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5560" cy="114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9040" cy="584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5560" cy="467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A9F90B0-7970-4D91-8EA7-AC49E36833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3800" cy="55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3800" cy="410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380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440976-62FF-4DFF-B958-3BD3ACF374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9800" cy="145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5A48A22-0BAF-484B-8D74-7095F87063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700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761DE6-8A0A-458A-B25C-60B0A3C56A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4800" cy="58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7320" cy="58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55D297-BE55-4A8F-A315-676E4BAA45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700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0C7160-A0DA-43C3-BFBB-DF2B4FDCC1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9800" cy="13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9800" cy="14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D73EA0-5F4B-466E-B898-02BBC0ACB0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588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588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E87FAB-66E5-47C5-8ABC-99876F3F47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7680" cy="62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7680" cy="393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9120" cy="62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9120" cy="393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D9ECDF-BBE4-4889-9F95-0C08C1568F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9049B9-F5DC-45D7-AD07-5AA89A58E1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0" y="0"/>
            <a:ext cx="9348120" cy="30264840"/>
          </a:xfrm>
          <a:prstGeom prst="flowChartProcess">
            <a:avLst/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21"/>
          <p:cNvSpPr/>
          <p:nvPr/>
        </p:nvSpPr>
        <p:spPr>
          <a:xfrm>
            <a:off x="9720000" y="5329440"/>
            <a:ext cx="11507400" cy="62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{{exp_1_role}}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 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{{exp_1_company}} {{exp_1_dates}}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500" b="0" u="none" strike="noStrike">
                <a:solidFill>
                  <a:srgbClr val="000000"/>
                </a:solidFill>
                <a:effectLst/>
                <a:uFillTx/>
                <a:latin typeface="Garet"/>
                <a:ea typeface="Montserrat"/>
              </a:rPr>
              <a:t>{{exp_1_bullets_block}}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{{exp_2_role}}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 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{{exp_2_company}} {{exp_2_dates}}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500" b="0" u="none" strike="noStrike">
                <a:solidFill>
                  <a:srgbClr val="000000"/>
                </a:solidFill>
                <a:effectLst/>
                <a:uFillTx/>
                <a:latin typeface="Garet"/>
                <a:ea typeface="Montserrat"/>
              </a:rPr>
              <a:t>{{exp_2_bullets_block}}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29"/>
          <p:cNvSpPr/>
          <p:nvPr/>
        </p:nvSpPr>
        <p:spPr>
          <a:xfrm>
            <a:off x="10011600" y="11790720"/>
            <a:ext cx="1121868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31"/>
          <p:cNvSpPr/>
          <p:nvPr/>
        </p:nvSpPr>
        <p:spPr>
          <a:xfrm>
            <a:off x="10145880" y="18441360"/>
            <a:ext cx="1093464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1980000" y="1080000"/>
            <a:ext cx="4132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1204200" y="7200000"/>
            <a:ext cx="6337080" cy="1072800"/>
          </a:xfrm>
          <a:prstGeom prst="roundRect">
            <a:avLst>
              <a:gd name="adj" fmla="val 16667"/>
            </a:avLst>
          </a:prstGeom>
          <a:solidFill>
            <a:srgbClr val="eeeeee">
              <a:alpha val="3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Poppins"/>
            </a:endParaRPr>
          </a:p>
        </p:txBody>
      </p:sp>
      <p:sp>
        <p:nvSpPr>
          <p:cNvPr id="65" name="TextBox 13"/>
          <p:cNvSpPr/>
          <p:nvPr/>
        </p:nvSpPr>
        <p:spPr>
          <a:xfrm>
            <a:off x="1024200" y="7416000"/>
            <a:ext cx="666180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7"/>
              </a:lnSpc>
            </a:pPr>
            <a:r>
              <a:rPr lang="en-US" sz="310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INFORMACIÓN DE CONTACTO</a:t>
            </a:r>
            <a:endParaRPr lang="es-A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14"/>
          <p:cNvSpPr/>
          <p:nvPr/>
        </p:nvSpPr>
        <p:spPr>
          <a:xfrm>
            <a:off x="1332000" y="8460000"/>
            <a:ext cx="6945120" cy="20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57"/>
              </a:lnSpc>
            </a:pPr>
            <a:r>
              <a:rPr lang="en-US" sz="250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"/>
              </a:rPr>
              <a:t>{{contact_location}}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67"/>
              </a:lnSpc>
            </a:pPr>
            <a:r>
              <a:rPr lang="en-US" sz="250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"/>
              </a:rPr>
              <a:t>{{contact_phone}}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67"/>
              </a:lnSpc>
            </a:pPr>
            <a:r>
              <a:rPr lang="en-US" sz="250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"/>
              </a:rPr>
              <a:t>{{contact_email}}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67"/>
              </a:lnSpc>
            </a:pPr>
            <a:endParaRPr lang="es-AR" sz="2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262880" y="10795320"/>
            <a:ext cx="6288840" cy="1072800"/>
          </a:xfrm>
          <a:prstGeom prst="roundRect">
            <a:avLst>
              <a:gd name="adj" fmla="val 16667"/>
            </a:avLst>
          </a:prstGeom>
          <a:solidFill>
            <a:srgbClr val="eeeeee">
              <a:alpha val="3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7"/>
          <p:cNvSpPr/>
          <p:nvPr/>
        </p:nvSpPr>
        <p:spPr>
          <a:xfrm>
            <a:off x="1037520" y="10987920"/>
            <a:ext cx="666180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RESUMEN PROFESIONAL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8"/>
          <p:cNvSpPr/>
          <p:nvPr/>
        </p:nvSpPr>
        <p:spPr>
          <a:xfrm>
            <a:off x="1301400" y="12061800"/>
            <a:ext cx="66168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55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"/>
              </a:rPr>
              <a:t>{{about}}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6"/>
          <p:cNvSpPr/>
          <p:nvPr/>
        </p:nvSpPr>
        <p:spPr>
          <a:xfrm>
            <a:off x="2049120" y="10795320"/>
            <a:ext cx="6705000" cy="5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9640080" y="24334200"/>
            <a:ext cx="10690920" cy="1072440"/>
          </a:xfrm>
          <a:prstGeom prst="roundRect">
            <a:avLst>
              <a:gd name="adj" fmla="val 16667"/>
            </a:avLst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9"/>
          <p:cNvSpPr/>
          <p:nvPr/>
        </p:nvSpPr>
        <p:spPr>
          <a:xfrm>
            <a:off x="9892080" y="25725600"/>
            <a:ext cx="10444680" cy="27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323232"/>
                </a:solidFill>
                <a:effectLst/>
                <a:uFillTx/>
                <a:latin typeface="Garet"/>
                <a:ea typeface="Garet"/>
              </a:rPr>
              <a:t>{{edu_1_degree}}  {{edu_1_school}}  {{edu_1_years}}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323232"/>
                </a:solidFill>
                <a:effectLst/>
                <a:uFillTx/>
                <a:latin typeface="Garet"/>
                <a:ea typeface="Garet"/>
              </a:rPr>
              <a:t>{{edu_2_degree}}  {{edu_2_school}}  {{edu_2_years}}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323232"/>
                </a:solidFill>
                <a:effectLst/>
                <a:uFillTx/>
                <a:latin typeface="Garet"/>
                <a:ea typeface="Garet"/>
              </a:rPr>
              <a:t>{{edu_3_degree}}  {{edu_3_school}}  {{edu_3_years}}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5"/>
          <p:cNvSpPr/>
          <p:nvPr/>
        </p:nvSpPr>
        <p:spPr>
          <a:xfrm>
            <a:off x="10116000" y="24588360"/>
            <a:ext cx="982476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FORMACIÓN ACADÉMICA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9645840" y="3604320"/>
            <a:ext cx="10690920" cy="1072440"/>
          </a:xfrm>
          <a:prstGeom prst="roundRect">
            <a:avLst>
              <a:gd name="adj" fmla="val 16667"/>
            </a:avLst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2"/>
          <p:cNvSpPr/>
          <p:nvPr/>
        </p:nvSpPr>
        <p:spPr>
          <a:xfrm>
            <a:off x="9543240" y="360000"/>
            <a:ext cx="11831040" cy="176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8881"/>
              </a:lnSpc>
            </a:pPr>
            <a:r>
              <a:rPr lang="en-US" sz="9050" b="0" u="none" spc="-207" strike="noStrike">
                <a:solidFill>
                  <a:srgbClr val="c0504d"/>
                </a:solidFill>
                <a:effectLst/>
                <a:uFillTx/>
                <a:latin typeface="Carelia"/>
                <a:ea typeface="Carelia"/>
              </a:rPr>
              <a:t>{{name}}</a:t>
            </a:r>
            <a:endParaRPr lang="es-AR" sz="9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980"/>
              </a:lnSpc>
            </a:pPr>
            <a:r>
              <a:rPr lang="en-US" sz="2400" b="0" u="none" spc="227" strike="noStrike">
                <a:solidFill>
                  <a:srgbClr val="543f3f"/>
                </a:solidFill>
                <a:effectLst/>
                <a:uFillTx/>
                <a:latin typeface="Garet"/>
                <a:ea typeface="TT Drugs Bold"/>
              </a:rPr>
              <a:t>{{title}}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0"/>
          <p:cNvSpPr/>
          <p:nvPr/>
        </p:nvSpPr>
        <p:spPr>
          <a:xfrm>
            <a:off x="10080360" y="3816360"/>
            <a:ext cx="771012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EXPERIENCIA LABORAL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080000" y="16920000"/>
            <a:ext cx="7199280" cy="233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{{#sidebar_sections_noedu}}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34"/>
              </a:lnSpc>
            </a:pPr>
            <a:r>
              <a:rPr lang="es-AR" sz="3600" b="0" u="none" strike="noStrike">
                <a:solidFill>
                  <a:srgbClr val="543f3f"/>
                </a:solidFill>
                <a:effectLst/>
                <a:uFillTx/>
                <a:latin typeface="Garet"/>
              </a:rPr>
              <a:t>{{title}}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800" b="0" u="none" spc="-300" strike="noStrike">
                <a:solidFill>
                  <a:srgbClr val="543f3f"/>
                </a:solidFill>
                <a:effectLst/>
                <a:uFillTx/>
                <a:latin typeface="Garet"/>
              </a:rPr>
              <a:t>{{line}}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2600" b="0" u="none" strike="noStrike">
                <a:solidFill>
                  <a:srgbClr val="543f3f"/>
                </a:solidFill>
                <a:effectLst/>
                <a:uFillTx/>
                <a:latin typeface="Garet"/>
              </a:rPr>
              <a:t>{{body}}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{{/sidebar_sections_noedu}}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DAG9kcgXo98</dc:identifier>
  <dc:language>es-AR</dc:language>
  <cp:lastModifiedBy/>
  <dcterms:modified xsi:type="dcterms:W3CDTF">2026-02-17T16:53:21Z</dcterms:modified>
  <cp:revision>36</cp:revision>
  <dc:subject/>
  <dc:title>Plantilla_oficial_8.pptx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