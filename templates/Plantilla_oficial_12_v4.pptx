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icrosoft YaHei"/>
      <p:regular r:id="rId5"/>
    </p:embeddedFont>
    <p:embeddedFont>
      <p:font typeface="Poppins Bold"/>
    </p:embeddedFont>
    <p:embeddedFont>
      <p:font typeface="Garet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684E6A-AD86-47C5-AFB8-85BD639936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560" cy="114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04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560" cy="467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A905F7-0F90-4865-971A-C91166E8F8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800" cy="55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800" cy="410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80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7E90D7-0161-452E-8773-74A7D4143E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800" cy="14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8F70EE-AB8A-439F-9883-DFE82BA28E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166A9A-2428-411A-B152-AB76FA81C6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80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32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674F15-223D-40D6-AEFF-727E7ED571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0D8EE1-5FC0-47E0-AAAE-91564A61D1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800" cy="13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800" cy="148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A6B181-AF39-4FDE-8200-BB07AEA441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2E995C-9489-469A-AED6-1990562D5C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68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68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12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12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73EC02-E40E-4533-AB50-03C0A4094B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622FD8-48A1-4591-B312-D70EBA36D3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1800" cy="14400"/>
            <a:chOff x="1225080" y="7717680"/>
            <a:chExt cx="17101800" cy="1440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1800" cy="14400"/>
            </a:xfrm>
            <a:custGeom>
              <a:avLst/>
              <a:gdLst>
                <a:gd name="textAreaLeft" fmla="*/ 0 w 17101800"/>
                <a:gd name="textAreaRight" fmla="*/ 17114400 w 17101800"/>
                <a:gd name="textAreaTop" fmla="*/ 0 h 14400"/>
                <a:gd name="textAreaBottom" fmla="*/ 27000 h 144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976080"/>
            <a:ext cx="9388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08880" y="7590600"/>
            <a:ext cx="19310760" cy="762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86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86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86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  <a:spcBef>
                <a:spcPts val="567"/>
              </a:spcBef>
              <a:spcAft>
                <a:spcPts val="567"/>
              </a:spcAft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580000" y="8183880"/>
            <a:ext cx="17735760" cy="3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890280" y="11217600"/>
            <a:ext cx="21282120" cy="75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6"/>
          <p:cNvSpPr/>
          <p:nvPr/>
        </p:nvSpPr>
        <p:spPr>
          <a:xfrm>
            <a:off x="5580000" y="10683360"/>
            <a:ext cx="17916480" cy="3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5"/>
          <p:cNvSpPr/>
          <p:nvPr/>
        </p:nvSpPr>
        <p:spPr>
          <a:xfrm>
            <a:off x="5580000" y="18072000"/>
            <a:ext cx="17774280" cy="3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4"/>
          <p:cNvGrpSpPr/>
          <p:nvPr/>
        </p:nvGrpSpPr>
        <p:grpSpPr>
          <a:xfrm>
            <a:off x="1298520" y="21231000"/>
            <a:ext cx="17105760" cy="18360"/>
            <a:chOff x="1298520" y="21231000"/>
            <a:chExt cx="17105760" cy="18360"/>
          </a:xfrm>
        </p:grpSpPr>
        <p:sp>
          <p:nvSpPr>
            <p:cNvPr id="68" name="Freeform 1"/>
            <p:cNvSpPr/>
            <p:nvPr/>
          </p:nvSpPr>
          <p:spPr>
            <a:xfrm>
              <a:off x="1298520" y="212310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6"/>
          <p:cNvGrpSpPr/>
          <p:nvPr/>
        </p:nvGrpSpPr>
        <p:grpSpPr>
          <a:xfrm>
            <a:off x="1260720" y="26496720"/>
            <a:ext cx="17105760" cy="18360"/>
            <a:chOff x="1260720" y="26496720"/>
            <a:chExt cx="17105760" cy="18360"/>
          </a:xfrm>
        </p:grpSpPr>
        <p:sp>
          <p:nvSpPr>
            <p:cNvPr id="70" name="Freeform 7"/>
            <p:cNvSpPr/>
            <p:nvPr/>
          </p:nvSpPr>
          <p:spPr>
            <a:xfrm>
              <a:off x="1260720" y="2649672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8"/>
          <p:cNvGrpSpPr/>
          <p:nvPr/>
        </p:nvGrpSpPr>
        <p:grpSpPr>
          <a:xfrm>
            <a:off x="1225800" y="24017400"/>
            <a:ext cx="17105760" cy="18360"/>
            <a:chOff x="1225800" y="24017400"/>
            <a:chExt cx="17105760" cy="18360"/>
          </a:xfrm>
        </p:grpSpPr>
        <p:sp>
          <p:nvSpPr>
            <p:cNvPr id="72" name="Freeform 9"/>
            <p:cNvSpPr/>
            <p:nvPr/>
          </p:nvSpPr>
          <p:spPr>
            <a:xfrm>
              <a:off x="1225800" y="240174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14"/>
          <p:cNvSpPr/>
          <p:nvPr/>
        </p:nvSpPr>
        <p:spPr>
          <a:xfrm>
            <a:off x="1298520" y="2062800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5"/>
          <p:cNvSpPr/>
          <p:nvPr/>
        </p:nvSpPr>
        <p:spPr>
          <a:xfrm>
            <a:off x="900360" y="21292200"/>
            <a:ext cx="179276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6"/>
          <p:cNvSpPr/>
          <p:nvPr/>
        </p:nvSpPr>
        <p:spPr>
          <a:xfrm>
            <a:off x="1260720" y="25893720"/>
            <a:ext cx="11524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7"/>
          <p:cNvSpPr/>
          <p:nvPr/>
        </p:nvSpPr>
        <p:spPr>
          <a:xfrm>
            <a:off x="900360" y="26665560"/>
            <a:ext cx="1720764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9"/>
          <p:cNvSpPr/>
          <p:nvPr/>
        </p:nvSpPr>
        <p:spPr>
          <a:xfrm>
            <a:off x="1225800" y="2343672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0"/>
          <p:cNvSpPr/>
          <p:nvPr/>
        </p:nvSpPr>
        <p:spPr>
          <a:xfrm>
            <a:off x="900360" y="24053040"/>
            <a:ext cx="199134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5236920" y="3263760"/>
            <a:ext cx="15679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5338440" y="806040"/>
            <a:ext cx="1535724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8"/>
          <p:cNvSpPr/>
          <p:nvPr/>
        </p:nvSpPr>
        <p:spPr>
          <a:xfrm>
            <a:off x="1225080" y="4326840"/>
            <a:ext cx="18291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080000" y="54036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2026-03-05T15:37:42Z</dcterms:modified>
  <cp:revision>36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