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"/>
    </p:embeddedFont>
    <p:embeddedFont>
      <p:font typeface="Poppins"/>
      <p:regular r:id="rId4"/>
      <p:bold r:id="rId4"/>
    </p:embeddedFont>
    <p:embeddedFont>
      <p:font typeface="Microsoft YaHei"/>
      <p:regular r:id="rId5"/>
    </p:embeddedFont>
    <p:embeddedFont>
      <p:font typeface="Poppins Italics"/>
    </p:embeddedFont>
    <p:embeddedFont>
      <p:font typeface="Poppins Bold"/>
    </p:embeddedFont>
    <p:embeddedFont>
      <p:font typeface="Garet"/>
      <p:regular r:id="rId6"/>
      <p:bold r:id="rId6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Garet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5520" cy="451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5520" cy="451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6B2946F-E03F-488A-8925-B17C16601E9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7320" cy="62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7320" cy="39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8760" cy="62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8760" cy="39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6CCA4D1-BABE-4EFD-990A-20EFAFC5B5D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8780429-152D-4629-9EF8-65E57041861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4F913ED-11D8-43B6-B174-A7DB3F3D6EA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5200" cy="114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8680" cy="584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5200" cy="467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A7DA8E2-2ADD-4D43-942A-8C00125B4F4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3440" cy="55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3440" cy="4101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3440" cy="792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20D4B39-BC5F-49BD-8694-5D0DB76F864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9440" cy="145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491AE3C-A930-4942-AE33-60610541C6F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6640" cy="451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903E7ED-B756-42FB-9926-AE93754867C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4440" cy="583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6960" cy="583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6B6CDB2-200C-4F3D-9A38-5909069DB85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6640" cy="451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8640451-72BE-4794-8644-F21F377F158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9440" cy="134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9440" cy="14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534D0A9-0E58-42FF-A5B2-1BB6C82B8BC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1225080" y="6961680"/>
            <a:ext cx="17101440" cy="14040"/>
            <a:chOff x="1225080" y="6961680"/>
            <a:chExt cx="17101440" cy="14040"/>
          </a:xfrm>
        </p:grpSpPr>
        <p:sp>
          <p:nvSpPr>
            <p:cNvPr id="60" name="Freeform 3"/>
            <p:cNvSpPr/>
            <p:nvPr/>
          </p:nvSpPr>
          <p:spPr>
            <a:xfrm>
              <a:off x="1225080" y="6961680"/>
              <a:ext cx="17101440" cy="14040"/>
            </a:xfrm>
            <a:custGeom>
              <a:avLst/>
              <a:gdLst>
                <a:gd name="textAreaLeft" fmla="*/ 0 w 17101440"/>
                <a:gd name="textAreaRight" fmla="*/ 17114400 w 17101440"/>
                <a:gd name="textAreaTop" fmla="*/ 0 h 14040"/>
                <a:gd name="textAreaBottom" fmla="*/ 27000 h 1404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TextBox 13"/>
          <p:cNvSpPr/>
          <p:nvPr/>
        </p:nvSpPr>
        <p:spPr>
          <a:xfrm>
            <a:off x="1225080" y="6328080"/>
            <a:ext cx="93877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22"/>
          <p:cNvSpPr/>
          <p:nvPr/>
        </p:nvSpPr>
        <p:spPr>
          <a:xfrm>
            <a:off x="1208880" y="6762600"/>
            <a:ext cx="19310400" cy="618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ts val="3033"/>
              </a:lnSpc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{{exp_1_role}}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{{exp_1_company}}   {{exp_1_dates}}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lang="en-US" sz="22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{{exp_1_bullets_block}}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ts val="5386"/>
              </a:lnSpc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{{exp_2_role}}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{{exp_2_company}}   {{exp_2_dates}}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lang="en-US" sz="22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{{exp_2_bullets_block}}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ts val="5386"/>
              </a:lnSpc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{{exp_3_role}}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{{exp_3_company}}   {{exp_3_dates}}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lang="en-US" sz="22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{{exp_3_bullets_block}}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ts val="5386"/>
              </a:lnSpc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{{exp_4_role}}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{{exp_4_company}}   {{exp_3_dates}}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lang="en-US" sz="22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{{exp_4_bullets_block}} 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ts val="2993"/>
              </a:lnSpc>
              <a:spcBef>
                <a:spcPts val="567"/>
              </a:spcBef>
              <a:spcAft>
                <a:spcPts val="567"/>
              </a:spcAft>
            </a:pPr>
            <a:endParaRPr lang="es-AR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033"/>
              </a:lnSpc>
              <a:spcBef>
                <a:spcPts val="567"/>
              </a:spcBef>
              <a:spcAft>
                <a:spcPts val="567"/>
              </a:spcAft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23"/>
          <p:cNvSpPr/>
          <p:nvPr/>
        </p:nvSpPr>
        <p:spPr>
          <a:xfrm>
            <a:off x="5580000" y="8039880"/>
            <a:ext cx="17735400" cy="37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3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24"/>
          <p:cNvSpPr/>
          <p:nvPr/>
        </p:nvSpPr>
        <p:spPr>
          <a:xfrm>
            <a:off x="890280" y="11073600"/>
            <a:ext cx="21281760" cy="75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993"/>
              </a:lnSpc>
            </a:pPr>
            <a:endParaRPr lang="es-AR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99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10"/>
          <p:cNvSpPr/>
          <p:nvPr/>
        </p:nvSpPr>
        <p:spPr>
          <a:xfrm>
            <a:off x="5236920" y="2435760"/>
            <a:ext cx="156794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22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{{contact_phone}} |  {{contact_email}} |  {{contact_location}} | {{licencia}}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11"/>
          <p:cNvSpPr/>
          <p:nvPr/>
        </p:nvSpPr>
        <p:spPr>
          <a:xfrm>
            <a:off x="5338440" y="-21960"/>
            <a:ext cx="15356880" cy="21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1486"/>
              </a:lnSpc>
            </a:pPr>
            <a:r>
              <a:rPr lang="en-US" sz="7200" b="0" u="none" strike="noStrike">
                <a:solidFill>
                  <a:srgbClr val="c0504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148"/>
              </a:lnSpc>
            </a:pPr>
            <a:r>
              <a:rPr lang="en-US" sz="2600" b="0" u="none" spc="320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18"/>
          <p:cNvSpPr/>
          <p:nvPr/>
        </p:nvSpPr>
        <p:spPr>
          <a:xfrm>
            <a:off x="1189080" y="3822840"/>
            <a:ext cx="1944864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55"/>
              </a:lnSpc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Italic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1080000" y="540360"/>
            <a:ext cx="41338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9" name="Group 4"/>
          <p:cNvGrpSpPr/>
          <p:nvPr/>
        </p:nvGrpSpPr>
        <p:grpSpPr>
          <a:xfrm>
            <a:off x="1298520" y="18567360"/>
            <a:ext cx="17105400" cy="18000"/>
            <a:chOff x="1298520" y="18567360"/>
            <a:chExt cx="17105400" cy="18000"/>
          </a:xfrm>
        </p:grpSpPr>
        <p:sp>
          <p:nvSpPr>
            <p:cNvPr id="70" name="Freeform 1"/>
            <p:cNvSpPr/>
            <p:nvPr/>
          </p:nvSpPr>
          <p:spPr>
            <a:xfrm>
              <a:off x="1298520" y="18567360"/>
              <a:ext cx="17105400" cy="18000"/>
            </a:xfrm>
            <a:custGeom>
              <a:avLst/>
              <a:gdLst>
                <a:gd name="textAreaLeft" fmla="*/ 0 w 17105400"/>
                <a:gd name="textAreaRight" fmla="*/ 17114400 w 17105400"/>
                <a:gd name="textAreaTop" fmla="*/ 0 h 18000"/>
                <a:gd name="textAreaBottom" fmla="*/ 27000 h 1800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1" name="Group 6"/>
          <p:cNvGrpSpPr/>
          <p:nvPr/>
        </p:nvGrpSpPr>
        <p:grpSpPr>
          <a:xfrm>
            <a:off x="1260720" y="22789080"/>
            <a:ext cx="17105400" cy="18000"/>
            <a:chOff x="1260720" y="22789080"/>
            <a:chExt cx="17105400" cy="18000"/>
          </a:xfrm>
        </p:grpSpPr>
        <p:sp>
          <p:nvSpPr>
            <p:cNvPr id="72" name="Freeform 7"/>
            <p:cNvSpPr/>
            <p:nvPr/>
          </p:nvSpPr>
          <p:spPr>
            <a:xfrm>
              <a:off x="1260720" y="22789080"/>
              <a:ext cx="17105400" cy="18000"/>
            </a:xfrm>
            <a:custGeom>
              <a:avLst/>
              <a:gdLst>
                <a:gd name="textAreaLeft" fmla="*/ 0 w 17105400"/>
                <a:gd name="textAreaRight" fmla="*/ 17114400 w 17105400"/>
                <a:gd name="textAreaTop" fmla="*/ 0 h 18000"/>
                <a:gd name="textAreaBottom" fmla="*/ 27000 h 1800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3" name="Group 8"/>
          <p:cNvGrpSpPr/>
          <p:nvPr/>
        </p:nvGrpSpPr>
        <p:grpSpPr>
          <a:xfrm>
            <a:off x="1225800" y="20705760"/>
            <a:ext cx="17105400" cy="18000"/>
            <a:chOff x="1225800" y="20705760"/>
            <a:chExt cx="17105400" cy="18000"/>
          </a:xfrm>
        </p:grpSpPr>
        <p:sp>
          <p:nvSpPr>
            <p:cNvPr id="74" name="Freeform 9"/>
            <p:cNvSpPr/>
            <p:nvPr/>
          </p:nvSpPr>
          <p:spPr>
            <a:xfrm>
              <a:off x="1225800" y="20705760"/>
              <a:ext cx="17105400" cy="18000"/>
            </a:xfrm>
            <a:custGeom>
              <a:avLst/>
              <a:gdLst>
                <a:gd name="textAreaLeft" fmla="*/ 0 w 17105400"/>
                <a:gd name="textAreaRight" fmla="*/ 17114400 w 17105400"/>
                <a:gd name="textAreaTop" fmla="*/ 0 h 18000"/>
                <a:gd name="textAreaBottom" fmla="*/ 27000 h 1800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5" name="TextBox 14"/>
          <p:cNvSpPr/>
          <p:nvPr/>
        </p:nvSpPr>
        <p:spPr>
          <a:xfrm>
            <a:off x="1298520" y="17964360"/>
            <a:ext cx="65545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EDUCACIÓN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5"/>
          <p:cNvSpPr/>
          <p:nvPr/>
        </p:nvSpPr>
        <p:spPr>
          <a:xfrm>
            <a:off x="900360" y="18628560"/>
            <a:ext cx="1792728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{{edu_1_degree}}  {{edu_1_school}}  {{edu_1_years}}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{{edu_2_degree}}  {{edu_2_school}}  {{edu_2_years}}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{{edu_3_degree}}  {{edu_3_school}}  {{edu_3_years}}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16"/>
          <p:cNvSpPr/>
          <p:nvPr/>
        </p:nvSpPr>
        <p:spPr>
          <a:xfrm>
            <a:off x="1260720" y="22186080"/>
            <a:ext cx="115243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INFORMÁTICA E IDIOMAS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17"/>
          <p:cNvSpPr/>
          <p:nvPr/>
        </p:nvSpPr>
        <p:spPr>
          <a:xfrm>
            <a:off x="900360" y="22957920"/>
            <a:ext cx="17207280" cy="36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{{idioma_2}}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5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19"/>
          <p:cNvSpPr/>
          <p:nvPr/>
        </p:nvSpPr>
        <p:spPr>
          <a:xfrm>
            <a:off x="1225800" y="20125080"/>
            <a:ext cx="65545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CAPACITACIONES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20"/>
          <p:cNvSpPr/>
          <p:nvPr/>
        </p:nvSpPr>
        <p:spPr>
          <a:xfrm>
            <a:off x="900360" y="20741400"/>
            <a:ext cx="1991304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29"/>
          <p:cNvSpPr/>
          <p:nvPr/>
        </p:nvSpPr>
        <p:spPr>
          <a:xfrm>
            <a:off x="5220360" y="16920360"/>
            <a:ext cx="17777880" cy="48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34"/>
          <p:cNvSpPr/>
          <p:nvPr/>
        </p:nvSpPr>
        <p:spPr>
          <a:xfrm>
            <a:off x="1390680" y="26800920"/>
            <a:ext cx="19271520" cy="31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{{skill_5}}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{{skill_6}}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3" name="Group 1"/>
          <p:cNvGrpSpPr/>
          <p:nvPr/>
        </p:nvGrpSpPr>
        <p:grpSpPr>
          <a:xfrm>
            <a:off x="1261080" y="26785440"/>
            <a:ext cx="17105400" cy="18000"/>
            <a:chOff x="1261080" y="26785440"/>
            <a:chExt cx="17105400" cy="18000"/>
          </a:xfrm>
        </p:grpSpPr>
        <p:sp>
          <p:nvSpPr>
            <p:cNvPr id="84" name="Freeform 2"/>
            <p:cNvSpPr/>
            <p:nvPr/>
          </p:nvSpPr>
          <p:spPr>
            <a:xfrm>
              <a:off x="1261080" y="26785440"/>
              <a:ext cx="17105400" cy="18000"/>
            </a:xfrm>
            <a:custGeom>
              <a:avLst/>
              <a:gdLst>
                <a:gd name="textAreaLeft" fmla="*/ 0 w 17105400"/>
                <a:gd name="textAreaRight" fmla="*/ 17114400 w 17105400"/>
                <a:gd name="textAreaTop" fmla="*/ 0 h 18000"/>
                <a:gd name="textAreaBottom" fmla="*/ 27000 h 1800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5" name="TextBox 1"/>
          <p:cNvSpPr/>
          <p:nvPr/>
        </p:nvSpPr>
        <p:spPr>
          <a:xfrm>
            <a:off x="1261080" y="26182440"/>
            <a:ext cx="115243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COMPETENCIAS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DAG9ksXom68</dc:identifier>
  <dc:language>es-AR</dc:language>
  <cp:lastModifiedBy/>
  <dcterms:modified xsi:type="dcterms:W3CDTF">2026-03-08T20:50:37Z</dcterms:modified>
  <cp:revision>37</cp:revision>
  <dc:subject/>
  <dc:title>Plantilla_oficial_12.pptx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