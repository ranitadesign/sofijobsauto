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Proxima nova"/>
    </p:embeddedFont>
    <p:embeddedFont>
      <p:font typeface="Garet"/>
      <p:regular r:id="rId5"/>
      <p:bold r:id="rId5"/>
    </p:embeddedFont>
    <p:embeddedFont>
      <p:font typeface="Microsoft YaHei"/>
      <p:regular r:id="rId6"/>
    </p:embeddedFont>
    <p:embeddedFont>
      <p:font typeface="Poppins Bold"/>
    </p:embeddedFont>
    <p:embeddedFont>
      <p:font typeface="Poppins Itali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Garet_Regular.fntdata"/><Relationship Id="rId6" Type="http://schemas.openxmlformats.org/officeDocument/2006/relationships/font" Target="fonts/Font_3_Microsoft_YaHei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08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660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D5C4BD-EF56-4C18-B646-4BA6E98CB8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6CF581-722C-4E14-AE3B-9FD2517B18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080" cy="134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080" cy="14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116A65-3EFB-4867-B190-A550264BA6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C7F643-7F76-418F-9DD6-83DA2586F8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696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696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840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840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8BC72C-55B5-4A69-B4EC-2C6310447C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DBE58E-1593-43BC-B403-7D3685B44F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067629-B3EA-4D62-9A27-7F9917AF55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4840" cy="11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832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4840" cy="467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14A324-A4FC-45AF-9033-B844490252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080" cy="5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080" cy="410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08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80DD31-2B10-4A92-A098-22C6CFC2C3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080" cy="14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9C53FF-8C96-4C55-A01E-5A8D8DB4E9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E38C5D-CA77-4165-9882-47AC9748A1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1225080" y="6961680"/>
            <a:ext cx="17101080" cy="13680"/>
            <a:chOff x="1225080" y="6961680"/>
            <a:chExt cx="17101080" cy="13680"/>
          </a:xfrm>
        </p:grpSpPr>
        <p:sp>
          <p:nvSpPr>
            <p:cNvPr id="60" name="Freeform 3"/>
            <p:cNvSpPr/>
            <p:nvPr/>
          </p:nvSpPr>
          <p:spPr>
            <a:xfrm>
              <a:off x="1225080" y="6961680"/>
              <a:ext cx="17101080" cy="13680"/>
            </a:xfrm>
            <a:custGeom>
              <a:avLst/>
              <a:gdLst>
                <a:gd name="textAreaLeft" fmla="*/ 0 w 17101080"/>
                <a:gd name="textAreaRight" fmla="*/ 17114400 w 17101080"/>
                <a:gd name="textAreaTop" fmla="*/ 0 h 13680"/>
                <a:gd name="textAreaBottom" fmla="*/ 27000 h 1368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13"/>
          <p:cNvSpPr/>
          <p:nvPr/>
        </p:nvSpPr>
        <p:spPr>
          <a:xfrm>
            <a:off x="1225080" y="6328080"/>
            <a:ext cx="93873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2"/>
          <p:cNvSpPr/>
          <p:nvPr/>
        </p:nvSpPr>
        <p:spPr>
          <a:xfrm>
            <a:off x="1208880" y="6762600"/>
            <a:ext cx="19310040" cy="61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033"/>
              </a:lnSpc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{{exp_1_role}}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{{exp_1_bullets_block}}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386"/>
              </a:lnSpc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{{exp_2_role}}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{{exp_2_company}}   {{exp_2_dates}}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{{exp_2_bullets_block}}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386"/>
              </a:lnSpc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{{exp_3_role}}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{{exp_3_company}}   {{exp_3_dates}}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{{exp_3_bullets_block}}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386"/>
              </a:lnSpc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{{exp_4_role}}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{{exp_4_company}}   {{exp_3_dates}}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{{exp_4_bullets_block}} 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93"/>
              </a:lnSpc>
              <a:spcBef>
                <a:spcPts val="567"/>
              </a:spcBef>
              <a:spcAft>
                <a:spcPts val="567"/>
              </a:spcAft>
            </a:pPr>
            <a:endParaRPr lang="es-A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033"/>
              </a:lnSpc>
              <a:spcBef>
                <a:spcPts val="567"/>
              </a:spcBef>
              <a:spcAft>
                <a:spcPts val="567"/>
              </a:spcAft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3"/>
          <p:cNvSpPr/>
          <p:nvPr/>
        </p:nvSpPr>
        <p:spPr>
          <a:xfrm>
            <a:off x="5580000" y="8039880"/>
            <a:ext cx="1773504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4"/>
          <p:cNvSpPr/>
          <p:nvPr/>
        </p:nvSpPr>
        <p:spPr>
          <a:xfrm>
            <a:off x="890280" y="11073600"/>
            <a:ext cx="21281400" cy="7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3"/>
              </a:lnSpc>
            </a:pPr>
            <a:endParaRPr lang="es-A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9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5236920" y="2435760"/>
            <a:ext cx="15679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2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{{contact_phone}} |  {{contact_email}} |  {{contact_location}} | {{licencia}}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1"/>
          <p:cNvSpPr/>
          <p:nvPr/>
        </p:nvSpPr>
        <p:spPr>
          <a:xfrm>
            <a:off x="5338440" y="-21960"/>
            <a:ext cx="15356520" cy="21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6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148"/>
              </a:lnSpc>
            </a:pPr>
            <a:r>
              <a:rPr lang="en-US" sz="2600" b="0" u="none" spc="320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8"/>
          <p:cNvSpPr/>
          <p:nvPr/>
        </p:nvSpPr>
        <p:spPr>
          <a:xfrm>
            <a:off x="1189080" y="3822840"/>
            <a:ext cx="1944828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55"/>
              </a:lnSpc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56000" y="288360"/>
            <a:ext cx="4133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Group 4"/>
          <p:cNvGrpSpPr/>
          <p:nvPr/>
        </p:nvGrpSpPr>
        <p:grpSpPr>
          <a:xfrm>
            <a:off x="1298520" y="18567360"/>
            <a:ext cx="17105040" cy="17640"/>
            <a:chOff x="1298520" y="18567360"/>
            <a:chExt cx="17105040" cy="17640"/>
          </a:xfrm>
        </p:grpSpPr>
        <p:sp>
          <p:nvSpPr>
            <p:cNvPr id="70" name="Freeform 1"/>
            <p:cNvSpPr/>
            <p:nvPr/>
          </p:nvSpPr>
          <p:spPr>
            <a:xfrm>
              <a:off x="1298520" y="1856736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" name="Group 6"/>
          <p:cNvGrpSpPr/>
          <p:nvPr/>
        </p:nvGrpSpPr>
        <p:grpSpPr>
          <a:xfrm>
            <a:off x="1260720" y="22789080"/>
            <a:ext cx="17105040" cy="17640"/>
            <a:chOff x="1260720" y="22789080"/>
            <a:chExt cx="17105040" cy="17640"/>
          </a:xfrm>
        </p:grpSpPr>
        <p:sp>
          <p:nvSpPr>
            <p:cNvPr id="72" name="Freeform 7"/>
            <p:cNvSpPr/>
            <p:nvPr/>
          </p:nvSpPr>
          <p:spPr>
            <a:xfrm>
              <a:off x="1260720" y="2278908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" name="Group 8"/>
          <p:cNvGrpSpPr/>
          <p:nvPr/>
        </p:nvGrpSpPr>
        <p:grpSpPr>
          <a:xfrm>
            <a:off x="1225800" y="20705760"/>
            <a:ext cx="17105040" cy="17640"/>
            <a:chOff x="1225800" y="20705760"/>
            <a:chExt cx="17105040" cy="17640"/>
          </a:xfrm>
        </p:grpSpPr>
        <p:sp>
          <p:nvSpPr>
            <p:cNvPr id="74" name="Freeform 9"/>
            <p:cNvSpPr/>
            <p:nvPr/>
          </p:nvSpPr>
          <p:spPr>
            <a:xfrm>
              <a:off x="1225800" y="2070576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TextBox 14"/>
          <p:cNvSpPr/>
          <p:nvPr/>
        </p:nvSpPr>
        <p:spPr>
          <a:xfrm>
            <a:off x="1298520" y="17964360"/>
            <a:ext cx="6554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5"/>
          <p:cNvSpPr/>
          <p:nvPr/>
        </p:nvSpPr>
        <p:spPr>
          <a:xfrm>
            <a:off x="900360" y="18628560"/>
            <a:ext cx="1792692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6"/>
          <p:cNvSpPr/>
          <p:nvPr/>
        </p:nvSpPr>
        <p:spPr>
          <a:xfrm>
            <a:off x="1260720" y="22186080"/>
            <a:ext cx="11523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INFORMÁTICA E IDIOMAS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7"/>
          <p:cNvSpPr/>
          <p:nvPr/>
        </p:nvSpPr>
        <p:spPr>
          <a:xfrm>
            <a:off x="900360" y="22957920"/>
            <a:ext cx="17206920" cy="36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{{idioma_2}}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5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9"/>
          <p:cNvSpPr/>
          <p:nvPr/>
        </p:nvSpPr>
        <p:spPr>
          <a:xfrm>
            <a:off x="1225800" y="20125080"/>
            <a:ext cx="6554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CAPACITACIONES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900360" y="20741400"/>
            <a:ext cx="1991268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9"/>
          <p:cNvSpPr/>
          <p:nvPr/>
        </p:nvSpPr>
        <p:spPr>
          <a:xfrm>
            <a:off x="5220360" y="16920360"/>
            <a:ext cx="177775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4"/>
          <p:cNvSpPr/>
          <p:nvPr/>
        </p:nvSpPr>
        <p:spPr>
          <a:xfrm>
            <a:off x="1390680" y="26800920"/>
            <a:ext cx="19271160" cy="31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{{skill_5}}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{{skill_6}}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" name="Group 1"/>
          <p:cNvGrpSpPr/>
          <p:nvPr/>
        </p:nvGrpSpPr>
        <p:grpSpPr>
          <a:xfrm>
            <a:off x="1261080" y="26785440"/>
            <a:ext cx="17105040" cy="17640"/>
            <a:chOff x="1261080" y="26785440"/>
            <a:chExt cx="17105040" cy="17640"/>
          </a:xfrm>
        </p:grpSpPr>
        <p:sp>
          <p:nvSpPr>
            <p:cNvPr id="84" name="Freeform 2"/>
            <p:cNvSpPr/>
            <p:nvPr/>
          </p:nvSpPr>
          <p:spPr>
            <a:xfrm>
              <a:off x="1261080" y="2678544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TextBox 1"/>
          <p:cNvSpPr/>
          <p:nvPr/>
        </p:nvSpPr>
        <p:spPr>
          <a:xfrm>
            <a:off x="1261080" y="26182440"/>
            <a:ext cx="11523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COMPETENCIAS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DAG9ksXom68</dc:identifier>
  <dc:language>es-AR</dc:language>
  <cp:lastModifiedBy/>
  <dcterms:modified xsi:type="dcterms:W3CDTF">2026-03-09T20:01:57Z</dcterms:modified>
  <cp:revision>38</cp:revision>
  <dc:subject/>
  <dc:title>Plantilla_oficial_12.pptx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