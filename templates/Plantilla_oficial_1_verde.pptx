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sldIdLst>
    <p:sldId id="256" r:id="rId3"/>
  </p:sldIdLst>
  <p:sldSz cx="21374100" cy="30276800"/>
  <p:notesSz cx="7559675" cy="10691813"/>
  <p:embeddedFontLst>
    <p:embeddedFont>
      <p:font typeface="Poppins"/>
      <p:regular r:id="rId4"/>
      <p:bold r:id="rId4"/>
    </p:embeddedFont>
    <p:embeddedFont>
      <p:font typeface="Lato"/>
      <p:regular r:id="rId5"/>
      <p:bold r:id="rId5"/>
    </p:embeddedFont>
    <p:embeddedFont>
      <p:font typeface="Montserrat Bold"/>
    </p:embeddedFont>
    <p:embeddedFont>
      <p:font typeface="Microsoft YaHei"/>
      <p:regular r:id="rId6"/>
    </p:embeddedFont>
    <p:embeddedFont>
      <p:font typeface="Montserrat"/>
      <p:regular r:id="rId7"/>
      <p:bold r:id="rId7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font" Target="fonts/Font_1_Poppins_Regular.fntdata"/><Relationship Id="rId5" Type="http://schemas.openxmlformats.org/officeDocument/2006/relationships/font" Target="fonts/Font_2_Lato_Regular.fntdata"/><Relationship Id="rId6" Type="http://schemas.openxmlformats.org/officeDocument/2006/relationships/font" Target="fonts/Font_3_Microsoft_YaHei_Regular.fntdata"/><Relationship Id="rId7" Type="http://schemas.openxmlformats.org/officeDocument/2006/relationships/font" Target="fonts/Font_4_Montserrat_Regular.fntdata"/><Relationship Id="rId8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2993040" cy="1146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096520" cy="5838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2993040" cy="46760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2BE4A3-6673-497B-BCB3-9B12F79E48E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71280" cy="55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71280" cy="40996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Pulse para editar el formato de texto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Segundo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Tercer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Cuarto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Quinto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Sexto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Séptimo nivel del esquema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71280" cy="78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093A27-282D-499F-8B10-67295D860429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57280" cy="1454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2430D46-36EC-4BB0-9E01-ED6133C6965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480" cy="11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480" cy="451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331E6A2-E057-4EFB-B36D-A2060BC9B65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42280" cy="583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04800" cy="5836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D6D2072-D1D8-46B0-B34D-384161320355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480" cy="11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14480" cy="451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777036-A553-4BBF-A7BA-BBA712CBA1B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57280" cy="1347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57280" cy="1485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15F0EAC-74F6-4B2D-A0D2-ED482756A0A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480" cy="11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23360" cy="451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23360" cy="451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FC86935-680A-4A88-99D0-7559A47674BD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480" cy="11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25160" cy="62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25160" cy="393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26600" cy="624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26600" cy="3936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743040" lvl="1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s-AR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6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PlaceHolder 7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PlaceHolder 8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41A7A1F-444A-483B-855C-845E4B34342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14480" cy="1127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s-AR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4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0F38C2E-C4F4-47F1-845E-FD7581E6E2E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&lt;fecha/hora&gt;</a:t>
            </a:r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8036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es-AR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&lt;pie de página&gt;</a:t>
            </a:r>
            <a:endParaRPr lang="es-AR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18600" cy="349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19ADA1D-A8CB-4855-9CD6-02877C7A8AF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&lt;número&gt;</a:t>
            </a:fld>
            <a:endParaRPr lang="es-AR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1.png"/><Relationship Id="rId5" Type="http://schemas.openxmlformats.org/officeDocument/2006/relationships/slideLayout" Target="../slideLayouts/slideLayout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2"/>
          <p:cNvGrpSpPr/>
          <p:nvPr/>
        </p:nvGrpSpPr>
        <p:grpSpPr>
          <a:xfrm>
            <a:off x="14213880" y="21600"/>
            <a:ext cx="7154280" cy="30249360"/>
            <a:chOff x="14213880" y="21600"/>
            <a:chExt cx="7154280" cy="30249360"/>
          </a:xfrm>
        </p:grpSpPr>
        <p:sp>
          <p:nvSpPr>
            <p:cNvPr id="60" name="Freeform 3"/>
            <p:cNvSpPr/>
            <p:nvPr/>
          </p:nvSpPr>
          <p:spPr>
            <a:xfrm>
              <a:off x="14213880" y="21600"/>
              <a:ext cx="7154280" cy="30249360"/>
            </a:xfrm>
            <a:custGeom>
              <a:avLst/>
              <a:gdLst>
                <a:gd name="textAreaLeft" fmla="*/ 0 w 7154280"/>
                <a:gd name="textAreaRight" fmla="*/ 7169400 w 7154280"/>
                <a:gd name="textAreaTop" fmla="*/ 0 h 30249360"/>
                <a:gd name="textAreaBottom" fmla="*/ 30264480 h 30249360"/>
              </a:gdLst>
              <a:ahLst/>
              <a:cxnLst/>
              <a:rect l="textAreaLeft" t="textAreaTop" r="textAreaRight" b="textAreaBottom"/>
              <a:pathLst>
                <a:path w="9559163" h="40352600">
                  <a:moveTo>
                    <a:pt x="0" y="0"/>
                  </a:moveTo>
                  <a:lnTo>
                    <a:pt x="9559163" y="0"/>
                  </a:lnTo>
                  <a:lnTo>
                    <a:pt x="9559163" y="40352600"/>
                  </a:lnTo>
                  <a:lnTo>
                    <a:pt x="0" y="40352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c0504d"/>
            </a:solidFill>
            <a:ln w="1270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lang="es-AR" sz="18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1" name="Group 36"/>
          <p:cNvGrpSpPr/>
          <p:nvPr/>
        </p:nvGrpSpPr>
        <p:grpSpPr>
          <a:xfrm>
            <a:off x="1364400" y="741960"/>
            <a:ext cx="18785880" cy="26228880"/>
            <a:chOff x="1364400" y="741960"/>
            <a:chExt cx="18785880" cy="26228880"/>
          </a:xfrm>
        </p:grpSpPr>
        <p:grpSp>
          <p:nvGrpSpPr>
            <p:cNvPr id="62" name="Group 37"/>
            <p:cNvGrpSpPr/>
            <p:nvPr/>
          </p:nvGrpSpPr>
          <p:grpSpPr>
            <a:xfrm>
              <a:off x="1391400" y="5020560"/>
              <a:ext cx="11624040" cy="1440"/>
              <a:chOff x="1391400" y="5020560"/>
              <a:chExt cx="11624040" cy="1440"/>
            </a:xfrm>
          </p:grpSpPr>
          <p:sp>
            <p:nvSpPr>
              <p:cNvPr id="63" name="Freeform 38"/>
              <p:cNvSpPr/>
              <p:nvPr/>
            </p:nvSpPr>
            <p:spPr>
              <a:xfrm>
                <a:off x="1391400" y="5020560"/>
                <a:ext cx="11624040" cy="1440"/>
              </a:xfrm>
              <a:custGeom>
                <a:avLst/>
                <a:gdLst>
                  <a:gd name="textAreaLeft" fmla="*/ 0 w 11624040"/>
                  <a:gd name="textAreaRight" fmla="*/ 11639160 w 11624040"/>
                  <a:gd name="textAreaTop" fmla="*/ 0 h 1440"/>
                  <a:gd name="textAreaBottom" fmla="*/ 16560 h 144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4" name="Group 39"/>
            <p:cNvGrpSpPr/>
            <p:nvPr/>
          </p:nvGrpSpPr>
          <p:grpSpPr>
            <a:xfrm>
              <a:off x="1364760" y="10176840"/>
              <a:ext cx="11624040" cy="1440"/>
              <a:chOff x="1364760" y="10176840"/>
              <a:chExt cx="11624040" cy="1440"/>
            </a:xfrm>
          </p:grpSpPr>
          <p:sp>
            <p:nvSpPr>
              <p:cNvPr id="65" name="Freeform 40"/>
              <p:cNvSpPr/>
              <p:nvPr/>
            </p:nvSpPr>
            <p:spPr>
              <a:xfrm>
                <a:off x="1364760" y="10176840"/>
                <a:ext cx="11624040" cy="1440"/>
              </a:xfrm>
              <a:custGeom>
                <a:avLst/>
                <a:gdLst>
                  <a:gd name="textAreaLeft" fmla="*/ 0 w 11624040"/>
                  <a:gd name="textAreaRight" fmla="*/ 11639160 w 11624040"/>
                  <a:gd name="textAreaTop" fmla="*/ 0 h 1440"/>
                  <a:gd name="textAreaBottom" fmla="*/ 16560 h 1440"/>
                </a:gdLst>
                <a:ahLst/>
                <a:cxnLst/>
                <a:rect l="textAreaLeft" t="textAreaTop" r="textAreaRight" b="textAreaBottom"/>
                <a:pathLst>
                  <a:path w="15518892" h="22098">
                    <a:moveTo>
                      <a:pt x="15518892" y="22098"/>
                    </a:moveTo>
                    <a:lnTo>
                      <a:pt x="0" y="22098"/>
                    </a:lnTo>
                    <a:lnTo>
                      <a:pt x="0" y="0"/>
                    </a:lnTo>
                    <a:lnTo>
                      <a:pt x="15518892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-28440" bIns="-2844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grpSp>
          <p:nvGrpSpPr>
            <p:cNvPr id="66" name="Group 41"/>
            <p:cNvGrpSpPr/>
            <p:nvPr/>
          </p:nvGrpSpPr>
          <p:grpSpPr>
            <a:xfrm>
              <a:off x="1542600" y="10580040"/>
              <a:ext cx="1440" cy="16390800"/>
              <a:chOff x="1542600" y="10580040"/>
              <a:chExt cx="1440" cy="16390800"/>
            </a:xfrm>
          </p:grpSpPr>
          <p:sp>
            <p:nvSpPr>
              <p:cNvPr id="67" name="Freeform 42"/>
              <p:cNvSpPr/>
              <p:nvPr/>
            </p:nvSpPr>
            <p:spPr>
              <a:xfrm>
                <a:off x="1542600" y="10580040"/>
                <a:ext cx="1440" cy="16390800"/>
              </a:xfrm>
              <a:custGeom>
                <a:avLst/>
                <a:gdLst>
                  <a:gd name="textAreaLeft" fmla="*/ 0 w 1440"/>
                  <a:gd name="textAreaRight" fmla="*/ 16560 w 1440"/>
                  <a:gd name="textAreaTop" fmla="*/ 0 h 16390800"/>
                  <a:gd name="textAreaBottom" fmla="*/ 16405920 h 16390800"/>
                </a:gdLst>
                <a:ahLst/>
                <a:cxnLst/>
                <a:rect l="textAreaLeft" t="textAreaTop" r="textAreaRight" b="textAreaBottom"/>
                <a:pathLst>
                  <a:path w="22098" h="21874607">
                    <a:moveTo>
                      <a:pt x="22098" y="0"/>
                    </a:moveTo>
                    <a:lnTo>
                      <a:pt x="22098" y="21874607"/>
                    </a:lnTo>
                    <a:lnTo>
                      <a:pt x="0" y="21874607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000000"/>
              </a:solidFill>
              <a:ln w="12700">
                <a:noFill/>
              </a:ln>
            </p:spPr>
            <p:style>
              <a:lnRef idx="0"/>
              <a:fillRef idx="0"/>
              <a:effectRef idx="0"/>
              <a:fontRef idx="minor"/>
            </p:style>
            <p:txBody>
              <a:bodyPr lIns="90000" rIns="90000" tIns="45000" bIns="45000" anchor="t">
                <a:noAutofit/>
              </a:bodyPr>
              <a:p>
                <a:pPr>
                  <a:lnSpc>
                    <a:spcPct val="100000"/>
                  </a:lnSpc>
                </a:pPr>
                <a:endParaRPr lang="es-AR" sz="1800" b="0" u="none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68" name="TextBox 47"/>
            <p:cNvSpPr/>
            <p:nvPr/>
          </p:nvSpPr>
          <p:spPr>
            <a:xfrm>
              <a:off x="1439640" y="4039920"/>
              <a:ext cx="11623680" cy="49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3960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48"/>
            <p:cNvSpPr/>
            <p:nvPr/>
          </p:nvSpPr>
          <p:spPr>
            <a:xfrm>
              <a:off x="1364400" y="873720"/>
              <a:ext cx="11041560" cy="1905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9901"/>
                </a:lnSpc>
              </a:pPr>
              <a:r>
                <a:rPr lang="en-US" sz="7050" b="1" u="none" spc="547" strike="noStrike">
                  <a:solidFill>
                    <a:srgbClr val="c0504d"/>
                  </a:solidFill>
                  <a:effectLst/>
                  <a:uFillTx/>
                  <a:latin typeface="Poppins"/>
                  <a:ea typeface="Montserrat Bold"/>
                </a:rPr>
                <a:t>{{name}}</a:t>
              </a:r>
              <a:endParaRPr lang="es-AR" sz="70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5102"/>
                </a:lnSpc>
              </a:pPr>
              <a:r>
                <a:rPr lang="en-US" sz="3600" b="0" u="none" spc="221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{{title}}</a:t>
              </a: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0" name="TextBox 49"/>
            <p:cNvSpPr/>
            <p:nvPr/>
          </p:nvSpPr>
          <p:spPr>
            <a:xfrm>
              <a:off x="1409400" y="5186160"/>
              <a:ext cx="11623680" cy="46166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algn="just" defTabSz="914400">
                <a:lnSpc>
                  <a:spcPts val="4039"/>
                </a:lnSpc>
              </a:pPr>
              <a:r>
                <a:rPr lang="en-US" sz="2350" b="0" u="none" spc="45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{{about}}</a:t>
              </a:r>
              <a:endParaRPr lang="es-AR" sz="23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algn="just" defTabSz="914400">
                <a:lnSpc>
                  <a:spcPts val="4039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1" name="TextBox 50"/>
            <p:cNvSpPr/>
            <p:nvPr/>
          </p:nvSpPr>
          <p:spPr>
            <a:xfrm>
              <a:off x="1439640" y="9290880"/>
              <a:ext cx="8845920" cy="603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4751"/>
                </a:lnSpc>
              </a:pPr>
              <a:r>
                <a:rPr lang="en-US" sz="3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Experiencia Laboral</a:t>
              </a:r>
              <a:endParaRPr lang="es-AR" sz="3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2" name="TextBox 54"/>
            <p:cNvSpPr/>
            <p:nvPr/>
          </p:nvSpPr>
          <p:spPr>
            <a:xfrm>
              <a:off x="10595160" y="10602360"/>
              <a:ext cx="3612240" cy="29412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defTabSz="914400">
                <a:lnSpc>
                  <a:spcPts val="2415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3" name="TextBox 1"/>
            <p:cNvSpPr/>
            <p:nvPr/>
          </p:nvSpPr>
          <p:spPr>
            <a:xfrm>
              <a:off x="15300000" y="741960"/>
              <a:ext cx="4850280" cy="553176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 anchorCtr="1">
              <a:spAutoFit/>
            </a:bodyPr>
            <a:p>
              <a:pPr algn="ctr"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defTabSz="914400">
                <a:lnSpc>
                  <a:spcPts val="3960"/>
                </a:lnSpc>
              </a:pPr>
              <a:endParaRPr lang="es-AR" sz="36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4" name="TextBox 52"/>
            <p:cNvSpPr/>
            <p:nvPr/>
          </p:nvSpPr>
          <p:spPr>
            <a:xfrm>
              <a:off x="1364760" y="10178640"/>
              <a:ext cx="10841760" cy="51660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spAutoFit/>
            </a:bodyPr>
            <a:p>
              <a:pPr marL="216000" indent="-216000" defTabSz="914400">
                <a:lnSpc>
                  <a:spcPts val="3144"/>
                </a:lnSpc>
                <a:buSzPct val="231058"/>
                <a:buBlip>
                  <a:blip r:embed="rId1"/>
                </a:buBlip>
              </a:pPr>
              <a:r>
                <a:rPr lang="en-US" sz="140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[[EXPERIENCE_BLOCK]]</a:t>
              </a:r>
              <a:endParaRPr lang="es-AR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2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{{exp_1_role}} 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{{exp_1_company}}</a:t>
              </a:r>
              <a:r>
                <a:rPr lang="en-US" sz="2250" b="1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 Bold"/>
                </a:rPr>
                <a:t>  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{{exp_1_dates}}</a:t>
              </a:r>
              <a:endParaRPr lang="es-AR" sz="196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{{exp_1_bullets_block}}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3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{{exp_2_role}} 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{{exp_2_company}}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{{exp_2_dates}}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{{exp_2_bullets_block}}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ct val="115000"/>
                </a:lnSpc>
              </a:pPr>
              <a:endParaRPr lang="es-AR" sz="247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216000" indent="-216000" defTabSz="914400">
                <a:lnSpc>
                  <a:spcPts val="3144"/>
                </a:lnSpc>
                <a:buSzPct val="143937"/>
                <a:buBlip>
                  <a:blip r:embed="rId4"/>
                </a:buBlip>
              </a:pP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{{exp_3_role}} 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{{exp_3_company}}</a:t>
              </a:r>
              <a:r>
                <a:rPr lang="en-US" sz="225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r>
                <a:rPr lang="en-US" sz="1960" b="0" u="none" strike="noStrike">
                  <a:solidFill>
                    <a:srgbClr val="000000"/>
                  </a:solidFill>
                  <a:effectLst/>
                  <a:uFillTx/>
                  <a:latin typeface="Poppins"/>
                  <a:ea typeface="Montserrat"/>
                </a:rPr>
                <a:t> {{exp_3_dates}}</a:t>
              </a:r>
              <a:r>
                <a:rPr lang="en-US" sz="2250" b="1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 Bold"/>
                </a:rPr>
                <a:t> </a:t>
              </a:r>
              <a:r>
                <a:rPr lang="en-US" sz="2250" b="0" u="none" strike="noStrike">
                  <a:solidFill>
                    <a:srgbClr val="333333"/>
                  </a:solidFill>
                  <a:effectLst/>
                  <a:uFillTx/>
                  <a:latin typeface="Poppins"/>
                  <a:ea typeface="Montserrat"/>
                </a:rPr>
                <a:t>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969"/>
                </a:lnSpc>
                <a:spcBef>
                  <a:spcPts val="1191"/>
                </a:spcBef>
                <a:spcAft>
                  <a:spcPts val="992"/>
                </a:spcAft>
              </a:pPr>
              <a:r>
                <a:rPr lang="es-AR" sz="2250" b="0" u="none" strike="noStrike">
                  <a:solidFill>
                    <a:srgbClr val="000000"/>
                  </a:solidFill>
                  <a:effectLst/>
                  <a:uFillTx/>
                  <a:latin typeface="Lato"/>
                  <a:ea typeface="Montserrat"/>
                </a:rPr>
                <a:t>{{exp_3_bullets_block}} </a:t>
              </a:r>
              <a:endParaRPr lang="es-AR" sz="22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  <a:p>
              <a:pPr marL="360000" defTabSz="914400">
                <a:lnSpc>
                  <a:spcPts val="3144"/>
                </a:lnSpc>
              </a:pPr>
              <a:endPara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5" name=""/>
          <p:cNvSpPr/>
          <p:nvPr/>
        </p:nvSpPr>
        <p:spPr>
          <a:xfrm>
            <a:off x="15310440" y="900360"/>
            <a:ext cx="5209920" cy="36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</a:pPr>
            <a:r>
              <a:rPr lang="es-A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{{%photo}}</a:t>
            </a:r>
            <a:endParaRPr lang="es-AR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14580000" y="5750280"/>
            <a:ext cx="6510240" cy="47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ts val="4535"/>
              </a:lnSpc>
            </a:pPr>
            <a:r>
              <a:rPr lang="es-AR" sz="15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[[SIDEBAR_BLOCK]]</a:t>
            </a:r>
            <a:endParaRPr lang="es-AR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{{#sidebar_sections_full}}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7937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{{title}}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2268"/>
              </a:lnSpc>
            </a:pPr>
            <a:r>
              <a:rPr lang="es-AR" sz="2000" b="1" u="none" spc="-300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{{line}}</a:t>
            </a:r>
            <a:endParaRPr lang="es-AR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3969"/>
              </a:lnSpc>
              <a:spcBef>
                <a:spcPts val="283"/>
              </a:spcBef>
              <a:spcAft>
                <a:spcPts val="283"/>
              </a:spcAft>
            </a:pPr>
            <a:r>
              <a:rPr lang="es-AR" sz="2400" b="0" u="none" strike="noStrike">
                <a:solidFill>
                  <a:srgbClr val="543f3f"/>
                </a:solidFill>
                <a:effectLst/>
                <a:uFillTx/>
                <a:latin typeface="Lato"/>
                <a:ea typeface="Montserrat Bold"/>
              </a:rPr>
              <a:t>{{body}}</a:t>
            </a:r>
            <a:endParaRPr lang="es-AR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ts val="4535"/>
              </a:lnSpc>
            </a:pPr>
            <a:r>
              <a:rPr lang="es-AR" sz="3400" b="1" u="none" strike="noStrike">
                <a:solidFill>
                  <a:srgbClr val="543f3f"/>
                </a:solidFill>
                <a:effectLst/>
                <a:uFillTx/>
                <a:latin typeface="Poppins"/>
                <a:ea typeface="Montserrat Bold"/>
              </a:rPr>
              <a:t>{{/sidebar_sections_full}}</a:t>
            </a: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s-AR" sz="3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Application>LibreOffice/25.8.4.2$Windows_X86_64 LibreOffice_project/290daaa01b999472f0c7a3890eb6a550fd74c6df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DAG9BWUorPU</dc:identifier>
  <dc:language>es-AR</dc:language>
  <cp:lastModifiedBy/>
  <dcterms:modified xsi:type="dcterms:W3CDTF">2026-03-05T23:52:40Z</dcterms:modified>
  <cp:revision>51</cp:revision>
  <dc:subject/>
  <dc:title>Template_2_moderno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