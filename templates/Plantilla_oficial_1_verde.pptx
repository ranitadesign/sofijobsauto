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Lato"/>
      <p:regular r:id="rId5"/>
    </p:embeddedFont>
    <p:embeddedFont>
      <p:font typeface="Microsoft YaHei"/>
    </p:embeddedFont>
    <p:embeddedFont>
      <p:font typeface="Montserrat"/>
      <p:regular r:id="rId6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000" cy="13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000" cy="14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BCCF2F-2B6C-41D6-9D63-1D6B21276C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9022CA-B664-4BFA-9839-14C0B9C089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88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88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32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32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81CA2E-B6FC-4CB6-BC61-80EDA060DA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7C1D202-A9CA-456B-912A-8413DA8FC7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222BB8-4C67-49EE-9647-FB20768990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760" cy="11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24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760" cy="467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10366F-99B8-4BC9-92D9-F0A93DF048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000" cy="55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000" cy="410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000" cy="7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2F05A9-A103-4F52-84E2-448BC2ABC9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000" cy="14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FD31A2-0601-43D0-9F94-CAAAB9607B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1EA771-60A5-4DD7-8ADD-59AD4B76624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00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52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A3E72E-EF7C-4887-91CB-686ECE9057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1E1FC9-3862-4807-A93D-FC3A8FE5FA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3880" y="21600"/>
            <a:ext cx="7155000" cy="30250080"/>
            <a:chOff x="14213880" y="21600"/>
            <a:chExt cx="7155000" cy="30250080"/>
          </a:xfrm>
        </p:grpSpPr>
        <p:sp>
          <p:nvSpPr>
            <p:cNvPr id="60" name="Freeform 3"/>
            <p:cNvSpPr/>
            <p:nvPr/>
          </p:nvSpPr>
          <p:spPr>
            <a:xfrm>
              <a:off x="14213880" y="21600"/>
              <a:ext cx="7155000" cy="30250080"/>
            </a:xfrm>
            <a:custGeom>
              <a:avLst/>
              <a:gdLst>
                <a:gd name="textAreaLeft" fmla="*/ 0 w 7155000"/>
                <a:gd name="textAreaRight" fmla="*/ 7169400 w 7155000"/>
                <a:gd name="textAreaTop" fmla="*/ 0 h 30250080"/>
                <a:gd name="textAreaBottom" fmla="*/ 30264480 h 30250080"/>
              </a:gdLst>
              <a:ahLst/>
              <a:cxnLst/>
              <a:rect l="textAreaLeft" t="textAreaTop" r="textAreaRight" b="textAreaBottom"/>
              <a:pathLst>
                <a:path w="9559163" h="40352600">
                  <a:moveTo>
                    <a:pt x="0" y="0"/>
                  </a:moveTo>
                  <a:lnTo>
                    <a:pt x="9559163" y="0"/>
                  </a:lnTo>
                  <a:lnTo>
                    <a:pt x="9559163" y="40352600"/>
                  </a:lnTo>
                  <a:lnTo>
                    <a:pt x="0" y="4035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36"/>
          <p:cNvGrpSpPr/>
          <p:nvPr/>
        </p:nvGrpSpPr>
        <p:grpSpPr>
          <a:xfrm>
            <a:off x="1364400" y="768240"/>
            <a:ext cx="18786600" cy="26229600"/>
            <a:chOff x="1364400" y="768240"/>
            <a:chExt cx="18786600" cy="26229600"/>
          </a:xfrm>
        </p:grpSpPr>
        <p:grpSp>
          <p:nvGrpSpPr>
            <p:cNvPr id="62" name="Group 37"/>
            <p:cNvGrpSpPr/>
            <p:nvPr/>
          </p:nvGrpSpPr>
          <p:grpSpPr>
            <a:xfrm>
              <a:off x="1391400" y="5046840"/>
              <a:ext cx="11624760" cy="2160"/>
              <a:chOff x="1391400" y="5046840"/>
              <a:chExt cx="11624760" cy="2160"/>
            </a:xfrm>
          </p:grpSpPr>
          <p:sp>
            <p:nvSpPr>
              <p:cNvPr id="63" name="Freeform 38"/>
              <p:cNvSpPr/>
              <p:nvPr/>
            </p:nvSpPr>
            <p:spPr>
              <a:xfrm>
                <a:off x="1391400" y="5046840"/>
                <a:ext cx="11624760" cy="2160"/>
              </a:xfrm>
              <a:custGeom>
                <a:avLst/>
                <a:gdLst>
                  <a:gd name="textAreaLeft" fmla="*/ 0 w 11624760"/>
                  <a:gd name="textAreaRight" fmla="*/ 11639160 w 11624760"/>
                  <a:gd name="textAreaTop" fmla="*/ 0 h 2160"/>
                  <a:gd name="textAreaBottom" fmla="*/ 16560 h 21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" name="Group 39"/>
            <p:cNvGrpSpPr/>
            <p:nvPr/>
          </p:nvGrpSpPr>
          <p:grpSpPr>
            <a:xfrm>
              <a:off x="1364760" y="10203120"/>
              <a:ext cx="11624760" cy="2160"/>
              <a:chOff x="1364760" y="10203120"/>
              <a:chExt cx="11624760" cy="2160"/>
            </a:xfrm>
          </p:grpSpPr>
          <p:sp>
            <p:nvSpPr>
              <p:cNvPr id="65" name="Freeform 40"/>
              <p:cNvSpPr/>
              <p:nvPr/>
            </p:nvSpPr>
            <p:spPr>
              <a:xfrm>
                <a:off x="1364760" y="10203120"/>
                <a:ext cx="11624760" cy="2160"/>
              </a:xfrm>
              <a:custGeom>
                <a:avLst/>
                <a:gdLst>
                  <a:gd name="textAreaLeft" fmla="*/ 0 w 11624760"/>
                  <a:gd name="textAreaRight" fmla="*/ 11639160 w 11624760"/>
                  <a:gd name="textAreaTop" fmla="*/ 0 h 2160"/>
                  <a:gd name="textAreaBottom" fmla="*/ 16560 h 216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" name="Group 41"/>
            <p:cNvGrpSpPr/>
            <p:nvPr/>
          </p:nvGrpSpPr>
          <p:grpSpPr>
            <a:xfrm>
              <a:off x="1542600" y="10606320"/>
              <a:ext cx="2160" cy="16391520"/>
              <a:chOff x="1542600" y="10606320"/>
              <a:chExt cx="2160" cy="16391520"/>
            </a:xfrm>
          </p:grpSpPr>
          <p:sp>
            <p:nvSpPr>
              <p:cNvPr id="67" name="Freeform 42"/>
              <p:cNvSpPr/>
              <p:nvPr/>
            </p:nvSpPr>
            <p:spPr>
              <a:xfrm>
                <a:off x="1542600" y="10606320"/>
                <a:ext cx="2160" cy="16391520"/>
              </a:xfrm>
              <a:custGeom>
                <a:avLst/>
                <a:gdLst>
                  <a:gd name="textAreaLeft" fmla="*/ 0 w 2160"/>
                  <a:gd name="textAreaRight" fmla="*/ 16560 w 2160"/>
                  <a:gd name="textAreaTop" fmla="*/ 0 h 16391520"/>
                  <a:gd name="textAreaBottom" fmla="*/ 16405920 h 16391520"/>
                </a:gdLst>
                <a:ahLst/>
                <a:cxnLst/>
                <a:rect l="textAreaLeft" t="textAreaTop" r="textAreaRight" b="textAreaBottom"/>
                <a:pathLst>
                  <a:path w="22098" h="21874607">
                    <a:moveTo>
                      <a:pt x="22098" y="0"/>
                    </a:moveTo>
                    <a:lnTo>
                      <a:pt x="22098" y="21874607"/>
                    </a:lnTo>
                    <a:lnTo>
                      <a:pt x="0" y="218746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" name="TextBox 47"/>
            <p:cNvSpPr/>
            <p:nvPr/>
          </p:nvSpPr>
          <p:spPr>
            <a:xfrm>
              <a:off x="1439640" y="4066200"/>
              <a:ext cx="11624400" cy="500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8"/>
            <p:cNvSpPr/>
            <p:nvPr/>
          </p:nvSpPr>
          <p:spPr>
            <a:xfrm>
              <a:off x="1364400" y="900000"/>
              <a:ext cx="1104228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49"/>
            <p:cNvSpPr/>
            <p:nvPr/>
          </p:nvSpPr>
          <p:spPr>
            <a:xfrm>
              <a:off x="1409400" y="5212440"/>
              <a:ext cx="1162440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0"/>
            <p:cNvSpPr/>
            <p:nvPr/>
          </p:nvSpPr>
          <p:spPr>
            <a:xfrm>
              <a:off x="1439640" y="9317160"/>
              <a:ext cx="884664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1"/>
            <p:cNvSpPr/>
            <p:nvPr/>
          </p:nvSpPr>
          <p:spPr>
            <a:xfrm>
              <a:off x="2160000" y="10535400"/>
              <a:ext cx="10841760" cy="165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2"/>
            <p:cNvSpPr/>
            <p:nvPr/>
          </p:nvSpPr>
          <p:spPr>
            <a:xfrm>
              <a:off x="1396080" y="10440000"/>
              <a:ext cx="10842480" cy="4766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1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  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{{exp_1_company}}</a:t>
              </a:r>
              <a:r>
                <a:rPr lang="en-US" sz="2250" b="1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 Bold"/>
                </a:rPr>
                <a:t>  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{{exp_1_dates}}</a:t>
              </a:r>
              <a:endParaRPr lang="es-AR" sz="19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2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{{exp_2_role}}  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{{exp_2_company}}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{{exp_2_dates}}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3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{{exp_3_role}}  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{{exp_3_company}}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{{exp_3_dates}}</a:t>
              </a: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</a:t>
              </a:r>
              <a:r>
                <a:rPr lang="en-US" sz="2250" b="0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4"/>
            <p:cNvSpPr/>
            <p:nvPr/>
          </p:nvSpPr>
          <p:spPr>
            <a:xfrm>
              <a:off x="10595160" y="10628640"/>
              <a:ext cx="3612960" cy="29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59"/>
            <p:cNvSpPr/>
            <p:nvPr/>
          </p:nvSpPr>
          <p:spPr>
            <a:xfrm>
              <a:off x="2159280" y="17280000"/>
              <a:ext cx="10841760" cy="291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1"/>
            <p:cNvSpPr/>
            <p:nvPr/>
          </p:nvSpPr>
          <p:spPr>
            <a:xfrm>
              <a:off x="15300000" y="768240"/>
              <a:ext cx="4851000" cy="553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 anchorCtr="1">
              <a:spAutoFit/>
            </a:bodyPr>
            <a:p>
              <a:pPr algn="ctr"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"/>
          <p:cNvSpPr/>
          <p:nvPr/>
        </p:nvSpPr>
        <p:spPr>
          <a:xfrm>
            <a:off x="15310440" y="900360"/>
            <a:ext cx="5210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14580000" y="5750280"/>
            <a:ext cx="6510960" cy="41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2026-02-25T13:07:00Z</dcterms:modified>
  <cp:revision>49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