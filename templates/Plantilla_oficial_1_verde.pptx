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</p:embeddedFont>
    <p:embeddedFont>
      <p:font typeface="Poppins"/>
    </p:embeddedFont>
    <p:embeddedFont>
      <p:font typeface="Microsoft YaHei"/>
      <p:regular r:id="rId4"/>
    </p:embeddedFont>
    <p:embeddedFont>
      <p:font typeface="Montserrat Bold"/>
    </p:embeddedFont>
    <p:embeddedFont>
      <p:font typeface="Montserrat"/>
      <p:regular r:id="rId5"/>
      <p:bold r:id="rId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icrosoft_YaHei_Regular.fntdata"/><Relationship Id="rId5" Type="http://schemas.openxmlformats.org/officeDocument/2006/relationships/font" Target="fonts/Font_2_Montserrat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4120" cy="14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7BC06D-E4A3-4484-B84D-AE25B7A562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32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35E3EA-BEFF-41E3-A981-2437C5F643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912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164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D46814-9ECF-4591-92B4-F314037132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32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74ABB5-4394-482D-9F6A-0C00F681A6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4120" cy="135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4120" cy="14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2D76E1-8A09-4B62-9EBE-C016D29229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020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020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C1E095-8EAD-4F28-8E8C-F12B43BB91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2000" cy="6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2000" cy="39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3440" cy="6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3440" cy="39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108F69-C8A0-4D0C-92E6-F395FABD4E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0F306C-39C4-45C1-B064-A05EC13DB7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A1175A-E0A0-46C3-90A7-44BD26B7D1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9880" cy="11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336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9880" cy="46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3BFCF6-7B20-4569-B386-589FB4AA50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8120" cy="5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812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8120" cy="79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F2B708-8833-44F8-ACF2-FDA7047743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3.png"/><Relationship Id="rId18" Type="http://schemas.openxmlformats.org/officeDocument/2006/relationships/image" Target="../media/image4.svg"/><Relationship Id="rId19" Type="http://schemas.openxmlformats.org/officeDocument/2006/relationships/image" Target="../media/image7.png"/><Relationship Id="rId20" Type="http://schemas.openxmlformats.org/officeDocument/2006/relationships/image" Target="../media/image8.svg"/><Relationship Id="rId21" Type="http://schemas.openxmlformats.org/officeDocument/2006/relationships/image" Target="../media/image9.png"/><Relationship Id="rId22" Type="http://schemas.openxmlformats.org/officeDocument/2006/relationships/image" Target="../media/image10.svg"/><Relationship Id="rId23" Type="http://schemas.openxmlformats.org/officeDocument/2006/relationships/image" Target="../media/image11.png"/><Relationship Id="rId24" Type="http://schemas.openxmlformats.org/officeDocument/2006/relationships/image" Target="../media/image12.svg"/><Relationship Id="rId2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4222520" y="0"/>
            <a:ext cx="7161120" cy="30256200"/>
            <a:chOff x="14222520" y="0"/>
            <a:chExt cx="7161120" cy="30256200"/>
          </a:xfrm>
        </p:grpSpPr>
        <p:sp>
          <p:nvSpPr>
            <p:cNvPr id="60" name="Freeform 3"/>
            <p:cNvSpPr/>
            <p:nvPr/>
          </p:nvSpPr>
          <p:spPr>
            <a:xfrm>
              <a:off x="14222520" y="0"/>
              <a:ext cx="7161120" cy="30256200"/>
            </a:xfrm>
            <a:custGeom>
              <a:avLst/>
              <a:gdLst>
                <a:gd name="textAreaLeft" fmla="*/ 0 w 7161120"/>
                <a:gd name="textAreaRight" fmla="*/ 7169400 w 7161120"/>
                <a:gd name="textAreaTop" fmla="*/ 0 h 30256200"/>
                <a:gd name="textAreaBottom" fmla="*/ 30264480 h 30256200"/>
              </a:gdLst>
              <a:ahLst/>
              <a:cxnLst/>
              <a:rect l="textAreaLeft" t="textAreaTop" r="textAreaRight" b="textAreaBottom"/>
              <a:pathLst>
                <a:path w="9559163" h="40352600">
                  <a:moveTo>
                    <a:pt x="0" y="0"/>
                  </a:moveTo>
                  <a:lnTo>
                    <a:pt x="9559163" y="0"/>
                  </a:lnTo>
                  <a:lnTo>
                    <a:pt x="9559163" y="40352600"/>
                  </a:lnTo>
                  <a:lnTo>
                    <a:pt x="0" y="403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36"/>
          <p:cNvGrpSpPr/>
          <p:nvPr/>
        </p:nvGrpSpPr>
        <p:grpSpPr>
          <a:xfrm>
            <a:off x="1364400" y="768240"/>
            <a:ext cx="18792720" cy="26919720"/>
            <a:chOff x="1364400" y="768240"/>
            <a:chExt cx="18792720" cy="26919720"/>
          </a:xfrm>
        </p:grpSpPr>
        <p:grpSp>
          <p:nvGrpSpPr>
            <p:cNvPr id="62" name="Group 37"/>
            <p:cNvGrpSpPr/>
            <p:nvPr/>
          </p:nvGrpSpPr>
          <p:grpSpPr>
            <a:xfrm>
              <a:off x="1391400" y="5046840"/>
              <a:ext cx="11630880" cy="8280"/>
              <a:chOff x="1391400" y="5046840"/>
              <a:chExt cx="11630880" cy="8280"/>
            </a:xfrm>
          </p:grpSpPr>
          <p:sp>
            <p:nvSpPr>
              <p:cNvPr id="63" name="Freeform 38"/>
              <p:cNvSpPr/>
              <p:nvPr/>
            </p:nvSpPr>
            <p:spPr>
              <a:xfrm>
                <a:off x="1391400" y="5046840"/>
                <a:ext cx="11630880" cy="8280"/>
              </a:xfrm>
              <a:custGeom>
                <a:avLst/>
                <a:gdLst>
                  <a:gd name="textAreaLeft" fmla="*/ 0 w 11630880"/>
                  <a:gd name="textAreaRight" fmla="*/ 11639160 w 11630880"/>
                  <a:gd name="textAreaTop" fmla="*/ 0 h 8280"/>
                  <a:gd name="textAreaBottom" fmla="*/ 16560 h 828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" name="Group 39"/>
            <p:cNvGrpSpPr/>
            <p:nvPr/>
          </p:nvGrpSpPr>
          <p:grpSpPr>
            <a:xfrm>
              <a:off x="1364760" y="10203120"/>
              <a:ext cx="11630880" cy="8280"/>
              <a:chOff x="1364760" y="10203120"/>
              <a:chExt cx="11630880" cy="8280"/>
            </a:xfrm>
          </p:grpSpPr>
          <p:sp>
            <p:nvSpPr>
              <p:cNvPr id="65" name="Freeform 40"/>
              <p:cNvSpPr/>
              <p:nvPr/>
            </p:nvSpPr>
            <p:spPr>
              <a:xfrm>
                <a:off x="1364760" y="10203120"/>
                <a:ext cx="11630880" cy="8280"/>
              </a:xfrm>
              <a:custGeom>
                <a:avLst/>
                <a:gdLst>
                  <a:gd name="textAreaLeft" fmla="*/ 0 w 11630880"/>
                  <a:gd name="textAreaRight" fmla="*/ 11639160 w 11630880"/>
                  <a:gd name="textAreaTop" fmla="*/ 0 h 8280"/>
                  <a:gd name="textAreaBottom" fmla="*/ 16560 h 828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6" name="Group 41"/>
            <p:cNvGrpSpPr/>
            <p:nvPr/>
          </p:nvGrpSpPr>
          <p:grpSpPr>
            <a:xfrm>
              <a:off x="1542600" y="11009160"/>
              <a:ext cx="8280" cy="16397640"/>
              <a:chOff x="1542600" y="11009160"/>
              <a:chExt cx="8280" cy="16397640"/>
            </a:xfrm>
          </p:grpSpPr>
          <p:sp>
            <p:nvSpPr>
              <p:cNvPr id="67" name="Freeform 42"/>
              <p:cNvSpPr/>
              <p:nvPr/>
            </p:nvSpPr>
            <p:spPr>
              <a:xfrm>
                <a:off x="1542600" y="11009160"/>
                <a:ext cx="8280" cy="16397640"/>
              </a:xfrm>
              <a:custGeom>
                <a:avLst/>
                <a:gdLst>
                  <a:gd name="textAreaLeft" fmla="*/ 0 w 8280"/>
                  <a:gd name="textAreaRight" fmla="*/ 16560 w 8280"/>
                  <a:gd name="textAreaTop" fmla="*/ 0 h 16397640"/>
                  <a:gd name="textAreaBottom" fmla="*/ 16405920 h 16397640"/>
                </a:gdLst>
                <a:ahLst/>
                <a:cxnLst/>
                <a:rect l="textAreaLeft" t="textAreaTop" r="textAreaRight" b="textAreaBottom"/>
                <a:pathLst>
                  <a:path w="22098" h="21874607">
                    <a:moveTo>
                      <a:pt x="22098" y="0"/>
                    </a:moveTo>
                    <a:lnTo>
                      <a:pt x="22098" y="21874607"/>
                    </a:lnTo>
                    <a:lnTo>
                      <a:pt x="0" y="218746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" name="Freeform 43"/>
            <p:cNvSpPr/>
            <p:nvPr/>
          </p:nvSpPr>
          <p:spPr>
            <a:xfrm>
              <a:off x="1409400" y="10728000"/>
              <a:ext cx="274320" cy="274320"/>
            </a:xfrm>
            <a:custGeom>
              <a:avLst/>
              <a:gdLst>
                <a:gd name="textAreaLeft" fmla="*/ 0 w 274320"/>
                <a:gd name="textAreaRight" fmla="*/ 282600 w 274320"/>
                <a:gd name="textAreaTop" fmla="*/ 0 h 274320"/>
                <a:gd name="textAreaBottom" fmla="*/ 282600 h 27432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7"/>
                  </a:lnTo>
                  <a:lnTo>
                    <a:pt x="0" y="3767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44"/>
            <p:cNvSpPr/>
            <p:nvPr/>
          </p:nvSpPr>
          <p:spPr>
            <a:xfrm>
              <a:off x="1409400" y="16876440"/>
              <a:ext cx="274320" cy="274320"/>
            </a:xfrm>
            <a:custGeom>
              <a:avLst/>
              <a:gdLst>
                <a:gd name="textAreaLeft" fmla="*/ 0 w 274320"/>
                <a:gd name="textAreaRight" fmla="*/ 282600 w 274320"/>
                <a:gd name="textAreaTop" fmla="*/ 0 h 274320"/>
                <a:gd name="textAreaBottom" fmla="*/ 282600 h 27432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7"/>
                  </a:lnTo>
                  <a:lnTo>
                    <a:pt x="0" y="3767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45"/>
            <p:cNvSpPr/>
            <p:nvPr/>
          </p:nvSpPr>
          <p:spPr>
            <a:xfrm>
              <a:off x="1409400" y="23066280"/>
              <a:ext cx="274320" cy="274320"/>
            </a:xfrm>
            <a:custGeom>
              <a:avLst/>
              <a:gdLst>
                <a:gd name="textAreaLeft" fmla="*/ 0 w 274320"/>
                <a:gd name="textAreaRight" fmla="*/ 282600 w 274320"/>
                <a:gd name="textAreaTop" fmla="*/ 0 h 274320"/>
                <a:gd name="textAreaBottom" fmla="*/ 282600 h 27432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46"/>
            <p:cNvSpPr/>
            <p:nvPr/>
          </p:nvSpPr>
          <p:spPr>
            <a:xfrm>
              <a:off x="1409400" y="27413640"/>
              <a:ext cx="274320" cy="274320"/>
            </a:xfrm>
            <a:custGeom>
              <a:avLst/>
              <a:gdLst>
                <a:gd name="textAreaLeft" fmla="*/ 0 w 274320"/>
                <a:gd name="textAreaRight" fmla="*/ 282600 w 274320"/>
                <a:gd name="textAreaTop" fmla="*/ 0 h 274320"/>
                <a:gd name="textAreaBottom" fmla="*/ 282600 h 27432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47"/>
            <p:cNvSpPr/>
            <p:nvPr/>
          </p:nvSpPr>
          <p:spPr>
            <a:xfrm>
              <a:off x="1439640" y="4066200"/>
              <a:ext cx="1163052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r>
                <a:rPr lang="en-US" sz="3600" b="0" u="none" spc="221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{{title}}</a:t>
              </a: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8"/>
            <p:cNvSpPr/>
            <p:nvPr/>
          </p:nvSpPr>
          <p:spPr>
            <a:xfrm>
              <a:off x="1364400" y="900000"/>
              <a:ext cx="11048400" cy="125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901"/>
                </a:lnSpc>
              </a:pPr>
              <a:r>
                <a:rPr lang="en-US" sz="7050" b="1" u="none" spc="547" strike="noStrike">
                  <a:solidFill>
                    <a:srgbClr val="c0504d"/>
                  </a:solidFill>
                  <a:effectLst/>
                  <a:uFillTx/>
                  <a:latin typeface="Poppins"/>
                  <a:ea typeface="Montserrat Bold"/>
                </a:rPr>
                <a:t>{{name}}</a:t>
              </a:r>
              <a:endParaRPr lang="es-AR" sz="7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49"/>
            <p:cNvSpPr/>
            <p:nvPr/>
          </p:nvSpPr>
          <p:spPr>
            <a:xfrm>
              <a:off x="1409400" y="5212440"/>
              <a:ext cx="11630520" cy="461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4039"/>
                </a:lnSpc>
              </a:pPr>
              <a:r>
                <a:rPr lang="en-US" sz="2350" b="0" u="none" spc="45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{{about}}</a:t>
              </a:r>
              <a:endParaRPr lang="es-AR" sz="2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50"/>
            <p:cNvSpPr/>
            <p:nvPr/>
          </p:nvSpPr>
          <p:spPr>
            <a:xfrm>
              <a:off x="1439640" y="9317160"/>
              <a:ext cx="8852760" cy="60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751"/>
                </a:lnSpc>
              </a:pPr>
              <a:r>
                <a:rPr lang="en-US" sz="3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Experiencia Laboral</a:t>
              </a:r>
              <a:endParaRPr lang="es-AR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51"/>
            <p:cNvSpPr/>
            <p:nvPr/>
          </p:nvSpPr>
          <p:spPr>
            <a:xfrm>
              <a:off x="2160000" y="10535400"/>
              <a:ext cx="10847880" cy="165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36080" indent="-258840" defTabSz="914400">
                <a:lnSpc>
                  <a:spcPts val="4232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36080" indent="-258840" defTabSz="914400">
                <a:lnSpc>
                  <a:spcPts val="4232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52"/>
            <p:cNvSpPr/>
            <p:nvPr/>
          </p:nvSpPr>
          <p:spPr>
            <a:xfrm>
              <a:off x="2159280" y="10615680"/>
              <a:ext cx="10848600" cy="693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144"/>
                </a:lnSpc>
              </a:pPr>
              <a:r>
                <a:rPr lang="en-US" sz="225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{{exp_1_role}}  </a:t>
              </a:r>
              <a:r>
                <a:rPr lang="en-US" sz="225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{{exp_1_company}}</a:t>
              </a:r>
              <a:r>
                <a:rPr lang="en-US" sz="2250" b="1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 Bold"/>
                </a:rPr>
                <a:t>   </a:t>
              </a:r>
              <a:r>
                <a:rPr lang="en-US" sz="196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{{exp_1_dates}}</a:t>
              </a:r>
              <a:endParaRPr lang="es-AR" sz="19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{{exp_1_bullets_block}}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r>
                <a:rPr lang="en-US" sz="225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{{exp_2_role}}  </a:t>
              </a:r>
              <a:r>
                <a:rPr lang="en-US" sz="225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{{exp_2_company}} </a:t>
              </a:r>
              <a:r>
                <a:rPr lang="en-US" sz="196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 {{exp_2_dates}}</a:t>
              </a:r>
              <a:r>
                <a:rPr lang="en-US" sz="225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{{exp_2_bullets_block}}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r>
                <a:rPr lang="en-US" sz="225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{{exp_3_role}}  </a:t>
              </a:r>
              <a:r>
                <a:rPr lang="en-US" sz="225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{{exp_3_company}} </a:t>
              </a:r>
              <a:r>
                <a:rPr lang="en-US" sz="196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 {{exp_3_dates}}</a:t>
              </a:r>
              <a:r>
                <a:rPr lang="en-US" sz="225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 </a:t>
              </a:r>
              <a:r>
                <a:rPr lang="en-US" sz="2250" b="0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"/>
                </a:rPr>
                <a:t>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{{exp_3_bullets_block}}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54"/>
            <p:cNvSpPr/>
            <p:nvPr/>
          </p:nvSpPr>
          <p:spPr>
            <a:xfrm>
              <a:off x="10595160" y="10628640"/>
              <a:ext cx="3619080" cy="300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59"/>
            <p:cNvSpPr/>
            <p:nvPr/>
          </p:nvSpPr>
          <p:spPr>
            <a:xfrm>
              <a:off x="2159280" y="17280000"/>
              <a:ext cx="10847880" cy="291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1"/>
            <p:cNvSpPr/>
            <p:nvPr/>
          </p:nvSpPr>
          <p:spPr>
            <a:xfrm>
              <a:off x="15300000" y="768240"/>
              <a:ext cx="4857120" cy="553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 anchorCtr="1">
              <a:spAutoFit/>
            </a:bodyPr>
            <a:p>
              <a:pPr algn="ctr"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"/>
          <p:cNvSpPr/>
          <p:nvPr/>
        </p:nvSpPr>
        <p:spPr>
          <a:xfrm>
            <a:off x="15310440" y="900360"/>
            <a:ext cx="521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4725080" y="12321360"/>
            <a:ext cx="597276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499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4580000" y="7292880"/>
            <a:ext cx="50392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6"/>
          <p:cNvGrpSpPr/>
          <p:nvPr/>
        </p:nvGrpSpPr>
        <p:grpSpPr>
          <a:xfrm>
            <a:off x="14740560" y="7883640"/>
            <a:ext cx="5058000" cy="16200"/>
            <a:chOff x="14740560" y="7883640"/>
            <a:chExt cx="5058000" cy="16200"/>
          </a:xfrm>
        </p:grpSpPr>
        <p:sp>
          <p:nvSpPr>
            <p:cNvPr id="85" name="Freeform 4"/>
            <p:cNvSpPr/>
            <p:nvPr/>
          </p:nvSpPr>
          <p:spPr>
            <a:xfrm>
              <a:off x="14746680" y="7889760"/>
              <a:ext cx="5045400" cy="3600"/>
            </a:xfrm>
            <a:custGeom>
              <a:avLst/>
              <a:gdLst>
                <a:gd name="textAreaLeft" fmla="*/ 0 w 5045400"/>
                <a:gd name="textAreaRight" fmla="*/ 5058360 w 5045400"/>
                <a:gd name="textAreaTop" fmla="*/ 0 h 3600"/>
                <a:gd name="textAreaBottom" fmla="*/ 16560 h 3600"/>
              </a:gdLst>
              <a:ahLst/>
              <a:cxnLst/>
              <a:rect l="textAreaLeft" t="textAreaTop" r="textAreaRight" b="textAreaBottom"/>
              <a:pathLst>
                <a:path w="6744462" h="22098">
                  <a:moveTo>
                    <a:pt x="6744462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6744462" y="0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440" bIns="-284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5"/>
            <p:cNvSpPr/>
            <p:nvPr/>
          </p:nvSpPr>
          <p:spPr>
            <a:xfrm>
              <a:off x="14740560" y="7883640"/>
              <a:ext cx="5058000" cy="16200"/>
            </a:xfrm>
            <a:custGeom>
              <a:avLst/>
              <a:gdLst>
                <a:gd name="textAreaLeft" fmla="*/ 0 w 5058000"/>
                <a:gd name="textAreaRight" fmla="*/ 5070960 w 5058000"/>
                <a:gd name="textAreaTop" fmla="*/ 0 h 16200"/>
                <a:gd name="textAreaBottom" fmla="*/ 29160 h 16200"/>
              </a:gdLst>
              <a:ahLst/>
              <a:cxnLst/>
              <a:rect l="textAreaLeft" t="textAreaTop" r="textAreaRight" b="textAreaBottom"/>
              <a:pathLst>
                <a:path w="6761480" h="39116">
                  <a:moveTo>
                    <a:pt x="6752971" y="38989"/>
                  </a:moveTo>
                  <a:lnTo>
                    <a:pt x="8509" y="38989"/>
                  </a:lnTo>
                  <a:cubicBezTo>
                    <a:pt x="3810" y="38989"/>
                    <a:pt x="0" y="35179"/>
                    <a:pt x="0" y="3060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752971" y="0"/>
                  </a:lnTo>
                  <a:cubicBezTo>
                    <a:pt x="6757670" y="0"/>
                    <a:pt x="6761480" y="3810"/>
                    <a:pt x="6761480" y="8509"/>
                  </a:cubicBezTo>
                  <a:lnTo>
                    <a:pt x="6761480" y="30607"/>
                  </a:lnTo>
                  <a:cubicBezTo>
                    <a:pt x="6761480" y="35306"/>
                    <a:pt x="6757670" y="39116"/>
                    <a:pt x="6752971" y="39116"/>
                  </a:cubicBezTo>
                  <a:moveTo>
                    <a:pt x="6752971" y="22225"/>
                  </a:moveTo>
                  <a:lnTo>
                    <a:pt x="6752971" y="30734"/>
                  </a:lnTo>
                  <a:lnTo>
                    <a:pt x="6744462" y="30734"/>
                  </a:lnTo>
                  <a:lnTo>
                    <a:pt x="6744462" y="8509"/>
                  </a:lnTo>
                  <a:lnTo>
                    <a:pt x="6752971" y="8509"/>
                  </a:lnTo>
                  <a:lnTo>
                    <a:pt x="6752971" y="17018"/>
                  </a:lnTo>
                  <a:lnTo>
                    <a:pt x="8509" y="17018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30607"/>
                  </a:lnTo>
                  <a:lnTo>
                    <a:pt x="8509" y="30607"/>
                  </a:lnTo>
                  <a:lnTo>
                    <a:pt x="8509" y="22098"/>
                  </a:lnTo>
                  <a:lnTo>
                    <a:pt x="6752971" y="22098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5840" bIns="-158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18"/>
          <p:cNvSpPr/>
          <p:nvPr/>
        </p:nvSpPr>
        <p:spPr>
          <a:xfrm>
            <a:off x="15604560" y="8338680"/>
            <a:ext cx="399348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15604560" y="9058680"/>
            <a:ext cx="32450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Licencia de conducir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15604560" y="9951840"/>
            <a:ext cx="38401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+{{contact_phone}}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5604560" y="10665360"/>
            <a:ext cx="527436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9"/>
          <p:cNvSpPr/>
          <p:nvPr/>
        </p:nvSpPr>
        <p:spPr>
          <a:xfrm>
            <a:off x="14824440" y="8262000"/>
            <a:ext cx="599760" cy="550080"/>
          </a:xfrm>
          <a:custGeom>
            <a:avLst/>
            <a:gdLst>
              <a:gd name="textAreaLeft" fmla="*/ 0 w 599760"/>
              <a:gd name="textAreaRight" fmla="*/ 611280 w 599760"/>
              <a:gd name="textAreaTop" fmla="*/ 0 h 550080"/>
              <a:gd name="textAreaBottom" fmla="*/ 560880 h 55008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3"/>
                </a:lnTo>
                <a:lnTo>
                  <a:pt x="0" y="9244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reeform 10"/>
          <p:cNvSpPr/>
          <p:nvPr/>
        </p:nvSpPr>
        <p:spPr>
          <a:xfrm>
            <a:off x="14824440" y="9046800"/>
            <a:ext cx="599760" cy="550440"/>
          </a:xfrm>
          <a:custGeom>
            <a:avLst/>
            <a:gdLst>
              <a:gd name="textAreaLeft" fmla="*/ 0 w 599760"/>
              <a:gd name="textAreaRight" fmla="*/ 611280 w 599760"/>
              <a:gd name="textAreaTop" fmla="*/ 0 h 550440"/>
              <a:gd name="textAreaBottom" fmla="*/ 561240 h 55044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11"/>
          <p:cNvSpPr/>
          <p:nvPr/>
        </p:nvSpPr>
        <p:spPr>
          <a:xfrm>
            <a:off x="14979240" y="8450640"/>
            <a:ext cx="297360" cy="206640"/>
          </a:xfrm>
          <a:custGeom>
            <a:avLst/>
            <a:gdLst>
              <a:gd name="textAreaLeft" fmla="*/ 0 w 297360"/>
              <a:gd name="textAreaRight" fmla="*/ 308880 w 297360"/>
              <a:gd name="textAreaTop" fmla="*/ 0 h 206640"/>
              <a:gd name="textAreaBottom" fmla="*/ 217440 h 206640"/>
            </a:gdLst>
            <a:ahLst/>
            <a:cxnLst/>
            <a:rect l="textAreaLeft" t="textAreaTop" r="textAreaRight" b="textAreaBottom"/>
            <a:pathLst>
              <a:path w="467042" h="358559">
                <a:moveTo>
                  <a:pt x="0" y="0"/>
                </a:moveTo>
                <a:lnTo>
                  <a:pt x="467043" y="0"/>
                </a:lnTo>
                <a:lnTo>
                  <a:pt x="467043" y="358560"/>
                </a:lnTo>
                <a:lnTo>
                  <a:pt x="0" y="3585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reeform 12"/>
          <p:cNvSpPr/>
          <p:nvPr/>
        </p:nvSpPr>
        <p:spPr>
          <a:xfrm>
            <a:off x="14832720" y="9827640"/>
            <a:ext cx="599760" cy="550440"/>
          </a:xfrm>
          <a:custGeom>
            <a:avLst/>
            <a:gdLst>
              <a:gd name="textAreaLeft" fmla="*/ 0 w 599760"/>
              <a:gd name="textAreaRight" fmla="*/ 611280 w 599760"/>
              <a:gd name="textAreaTop" fmla="*/ 0 h 550440"/>
              <a:gd name="textAreaBottom" fmla="*/ 561240 h 55044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eeform 13"/>
          <p:cNvSpPr/>
          <p:nvPr/>
        </p:nvSpPr>
        <p:spPr>
          <a:xfrm>
            <a:off x="14832720" y="10608480"/>
            <a:ext cx="599760" cy="550080"/>
          </a:xfrm>
          <a:custGeom>
            <a:avLst/>
            <a:gdLst>
              <a:gd name="textAreaLeft" fmla="*/ 0 w 599760"/>
              <a:gd name="textAreaRight" fmla="*/ 611280 w 599760"/>
              <a:gd name="textAreaTop" fmla="*/ 0 h 550080"/>
              <a:gd name="textAreaBottom" fmla="*/ 560880 h 55008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reeform 14"/>
          <p:cNvSpPr/>
          <p:nvPr/>
        </p:nvSpPr>
        <p:spPr>
          <a:xfrm>
            <a:off x="15026760" y="9969840"/>
            <a:ext cx="207360" cy="265320"/>
          </a:xfrm>
          <a:custGeom>
            <a:avLst/>
            <a:gdLst>
              <a:gd name="textAreaLeft" fmla="*/ 0 w 207360"/>
              <a:gd name="textAreaRight" fmla="*/ 218880 w 207360"/>
              <a:gd name="textAreaTop" fmla="*/ 0 h 265320"/>
              <a:gd name="textAreaBottom" fmla="*/ 276120 h 265320"/>
            </a:gdLst>
            <a:ahLst/>
            <a:cxnLst/>
            <a:rect l="textAreaLeft" t="textAreaTop" r="textAreaRight" b="textAreaBottom"/>
            <a:pathLst>
              <a:path w="331203" h="455041">
                <a:moveTo>
                  <a:pt x="0" y="0"/>
                </a:moveTo>
                <a:lnTo>
                  <a:pt x="331203" y="0"/>
                </a:lnTo>
                <a:lnTo>
                  <a:pt x="331203" y="455041"/>
                </a:lnTo>
                <a:lnTo>
                  <a:pt x="0" y="4550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15"/>
          <p:cNvSpPr/>
          <p:nvPr/>
        </p:nvSpPr>
        <p:spPr>
          <a:xfrm>
            <a:off x="14979240" y="10751400"/>
            <a:ext cx="306360" cy="280800"/>
          </a:xfrm>
          <a:custGeom>
            <a:avLst/>
            <a:gdLst>
              <a:gd name="textAreaLeft" fmla="*/ 0 w 306360"/>
              <a:gd name="textAreaRight" fmla="*/ 317880 w 306360"/>
              <a:gd name="textAreaTop" fmla="*/ 0 h 280800"/>
              <a:gd name="textAreaBottom" fmla="*/ 291600 h 280800"/>
            </a:gdLst>
            <a:ahLst/>
            <a:cxnLst/>
            <a:rect l="textAreaLeft" t="textAreaTop" r="textAreaRight" b="textAreaBottom"/>
            <a:pathLst>
              <a:path w="480479" h="480479">
                <a:moveTo>
                  <a:pt x="0" y="0"/>
                </a:moveTo>
                <a:lnTo>
                  <a:pt x="480479" y="0"/>
                </a:lnTo>
                <a:lnTo>
                  <a:pt x="480479" y="480479"/>
                </a:lnTo>
                <a:lnTo>
                  <a:pt x="0" y="4804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reeform 16"/>
          <p:cNvSpPr/>
          <p:nvPr/>
        </p:nvSpPr>
        <p:spPr>
          <a:xfrm>
            <a:off x="14941800" y="9190440"/>
            <a:ext cx="381600" cy="275760"/>
          </a:xfrm>
          <a:custGeom>
            <a:avLst/>
            <a:gdLst>
              <a:gd name="textAreaLeft" fmla="*/ 0 w 381600"/>
              <a:gd name="textAreaRight" fmla="*/ 393120 w 381600"/>
              <a:gd name="textAreaTop" fmla="*/ 0 h 275760"/>
              <a:gd name="textAreaBottom" fmla="*/ 286560 h 275760"/>
            </a:gdLst>
            <a:ahLst/>
            <a:cxnLst/>
            <a:rect l="textAreaLeft" t="textAreaTop" r="textAreaRight" b="textAreaBottom"/>
            <a:pathLst>
              <a:path w="594246" h="472796">
                <a:moveTo>
                  <a:pt x="0" y="0"/>
                </a:moveTo>
                <a:lnTo>
                  <a:pt x="594246" y="0"/>
                </a:lnTo>
                <a:lnTo>
                  <a:pt x="594246" y="472795"/>
                </a:lnTo>
                <a:lnTo>
                  <a:pt x="0" y="4727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DAG9BWUorPU</dc:identifier>
  <dc:language>es-AR</dc:language>
  <cp:lastModifiedBy/>
  <dcterms:modified xsi:type="dcterms:W3CDTF">2026-01-14T17:28:08Z</dcterms:modified>
  <cp:revision>24</cp:revision>
  <dc:subject/>
  <dc:title>Template_2_moderno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