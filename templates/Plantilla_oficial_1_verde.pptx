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7A9165-C147-4D86-8F66-9E68B3D32B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264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16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4CFE0D-ECAF-4F00-84E1-060EF09EE8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B70D10-A5F3-4165-82C5-0A5FD92ECC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7640" cy="13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7640" cy="14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01A5FF-C7EA-4DDD-A696-C6F2B4AC25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A7083D-6C99-4FDD-9BE4-2F4FE30DD8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52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52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696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696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10A2D2-9AE5-4BA9-A67B-58BDA944F3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0E9D4F-388E-453B-B5BF-1BE1305F57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B424C0-E234-4883-8E69-A3C628F1C9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400" cy="11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688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400" cy="467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AA17EC-EE34-4B97-9380-065AD420FC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1640" cy="5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1640" cy="410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1640" cy="7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D9EF03-30E9-46C7-95CE-65D78AB38D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7640" cy="14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CF0419-AF6C-43B4-94DB-800F6EC45E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3880" y="21600"/>
            <a:ext cx="7154640" cy="30249720"/>
            <a:chOff x="14213880" y="21600"/>
            <a:chExt cx="7154640" cy="30249720"/>
          </a:xfrm>
        </p:grpSpPr>
        <p:sp>
          <p:nvSpPr>
            <p:cNvPr id="60" name="Freeform 3"/>
            <p:cNvSpPr/>
            <p:nvPr/>
          </p:nvSpPr>
          <p:spPr>
            <a:xfrm>
              <a:off x="14213880" y="21600"/>
              <a:ext cx="7154640" cy="30249720"/>
            </a:xfrm>
            <a:custGeom>
              <a:avLst/>
              <a:gdLst>
                <a:gd name="textAreaLeft" fmla="*/ 0 w 7154640"/>
                <a:gd name="textAreaRight" fmla="*/ 7169400 w 7154640"/>
                <a:gd name="textAreaTop" fmla="*/ 0 h 30249720"/>
                <a:gd name="textAreaBottom" fmla="*/ 30264480 h 30249720"/>
              </a:gdLst>
              <a:ahLst/>
              <a:cxnLst/>
              <a:rect l="textAreaLeft" t="textAreaTop" r="textAreaRight" b="textAreaBottom"/>
              <a:pathLst>
                <a:path w="9559163" h="40352600">
                  <a:moveTo>
                    <a:pt x="0" y="0"/>
                  </a:moveTo>
                  <a:lnTo>
                    <a:pt x="9559163" y="0"/>
                  </a:lnTo>
                  <a:lnTo>
                    <a:pt x="9559163" y="40352600"/>
                  </a:lnTo>
                  <a:lnTo>
                    <a:pt x="0" y="4035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36"/>
          <p:cNvGrpSpPr/>
          <p:nvPr/>
        </p:nvGrpSpPr>
        <p:grpSpPr>
          <a:xfrm>
            <a:off x="1364400" y="741960"/>
            <a:ext cx="18786240" cy="26229240"/>
            <a:chOff x="1364400" y="741960"/>
            <a:chExt cx="18786240" cy="26229240"/>
          </a:xfrm>
        </p:grpSpPr>
        <p:grpSp>
          <p:nvGrpSpPr>
            <p:cNvPr id="62" name="Group 37"/>
            <p:cNvGrpSpPr/>
            <p:nvPr/>
          </p:nvGrpSpPr>
          <p:grpSpPr>
            <a:xfrm>
              <a:off x="1391400" y="5020560"/>
              <a:ext cx="11624400" cy="1800"/>
              <a:chOff x="1391400" y="5020560"/>
              <a:chExt cx="11624400" cy="1800"/>
            </a:xfrm>
          </p:grpSpPr>
          <p:sp>
            <p:nvSpPr>
              <p:cNvPr id="63" name="Freeform 38"/>
              <p:cNvSpPr/>
              <p:nvPr/>
            </p:nvSpPr>
            <p:spPr>
              <a:xfrm>
                <a:off x="1391400" y="5020560"/>
                <a:ext cx="11624400" cy="1800"/>
              </a:xfrm>
              <a:custGeom>
                <a:avLst/>
                <a:gdLst>
                  <a:gd name="textAreaLeft" fmla="*/ 0 w 11624400"/>
                  <a:gd name="textAreaRight" fmla="*/ 11639160 w 11624400"/>
                  <a:gd name="textAreaTop" fmla="*/ 0 h 1800"/>
                  <a:gd name="textAreaBottom" fmla="*/ 16560 h 180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" name="Group 39"/>
            <p:cNvGrpSpPr/>
            <p:nvPr/>
          </p:nvGrpSpPr>
          <p:grpSpPr>
            <a:xfrm>
              <a:off x="1364760" y="10176840"/>
              <a:ext cx="11624400" cy="1800"/>
              <a:chOff x="1364760" y="10176840"/>
              <a:chExt cx="11624400" cy="1800"/>
            </a:xfrm>
          </p:grpSpPr>
          <p:sp>
            <p:nvSpPr>
              <p:cNvPr id="65" name="Freeform 40"/>
              <p:cNvSpPr/>
              <p:nvPr/>
            </p:nvSpPr>
            <p:spPr>
              <a:xfrm>
                <a:off x="1364760" y="10176840"/>
                <a:ext cx="11624400" cy="1800"/>
              </a:xfrm>
              <a:custGeom>
                <a:avLst/>
                <a:gdLst>
                  <a:gd name="textAreaLeft" fmla="*/ 0 w 11624400"/>
                  <a:gd name="textAreaRight" fmla="*/ 11639160 w 11624400"/>
                  <a:gd name="textAreaTop" fmla="*/ 0 h 1800"/>
                  <a:gd name="textAreaBottom" fmla="*/ 16560 h 180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" name="Group 41"/>
            <p:cNvGrpSpPr/>
            <p:nvPr/>
          </p:nvGrpSpPr>
          <p:grpSpPr>
            <a:xfrm>
              <a:off x="1542600" y="10580040"/>
              <a:ext cx="1800" cy="16391160"/>
              <a:chOff x="1542600" y="10580040"/>
              <a:chExt cx="1800" cy="16391160"/>
            </a:xfrm>
          </p:grpSpPr>
          <p:sp>
            <p:nvSpPr>
              <p:cNvPr id="67" name="Freeform 42"/>
              <p:cNvSpPr/>
              <p:nvPr/>
            </p:nvSpPr>
            <p:spPr>
              <a:xfrm>
                <a:off x="1542600" y="10580040"/>
                <a:ext cx="1800" cy="16391160"/>
              </a:xfrm>
              <a:custGeom>
                <a:avLst/>
                <a:gdLst>
                  <a:gd name="textAreaLeft" fmla="*/ 0 w 1800"/>
                  <a:gd name="textAreaRight" fmla="*/ 16560 w 1800"/>
                  <a:gd name="textAreaTop" fmla="*/ 0 h 16391160"/>
                  <a:gd name="textAreaBottom" fmla="*/ 16405920 h 16391160"/>
                </a:gdLst>
                <a:ahLst/>
                <a:cxnLst/>
                <a:rect l="textAreaLeft" t="textAreaTop" r="textAreaRight" b="textAreaBottom"/>
                <a:pathLst>
                  <a:path w="22098" h="21874607">
                    <a:moveTo>
                      <a:pt x="22098" y="0"/>
                    </a:moveTo>
                    <a:lnTo>
                      <a:pt x="22098" y="21874607"/>
                    </a:lnTo>
                    <a:lnTo>
                      <a:pt x="0" y="218746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" name="TextBox 47"/>
            <p:cNvSpPr/>
            <p:nvPr/>
          </p:nvSpPr>
          <p:spPr>
            <a:xfrm>
              <a:off x="1439640" y="4039920"/>
              <a:ext cx="11624040" cy="50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8"/>
            <p:cNvSpPr/>
            <p:nvPr/>
          </p:nvSpPr>
          <p:spPr>
            <a:xfrm>
              <a:off x="1364400" y="873720"/>
              <a:ext cx="1104192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49"/>
            <p:cNvSpPr/>
            <p:nvPr/>
          </p:nvSpPr>
          <p:spPr>
            <a:xfrm>
              <a:off x="1409400" y="5186160"/>
              <a:ext cx="1162404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0"/>
            <p:cNvSpPr/>
            <p:nvPr/>
          </p:nvSpPr>
          <p:spPr>
            <a:xfrm>
              <a:off x="1439640" y="9290880"/>
              <a:ext cx="884628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1"/>
            <p:cNvSpPr/>
            <p:nvPr/>
          </p:nvSpPr>
          <p:spPr>
            <a:xfrm>
              <a:off x="2160000" y="10509120"/>
              <a:ext cx="10841400" cy="165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2"/>
            <p:cNvSpPr/>
            <p:nvPr/>
          </p:nvSpPr>
          <p:spPr>
            <a:xfrm>
              <a:off x="1364760" y="10178640"/>
              <a:ext cx="10842120" cy="5166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231348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endParaRPr lang="es-A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2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  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{{exp_1_company}}</a:t>
              </a:r>
              <a:r>
                <a:rPr lang="en-US" sz="2250" b="1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 Bold"/>
                </a:rPr>
                <a:t>  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{{exp_1_dates}}</a:t>
              </a:r>
              <a:endParaRPr lang="es-AR" sz="19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3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{{exp_2_role}}  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{{exp_2_company}}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{{exp_2_dates}}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4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{{exp_3_role}}  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{{exp_3_company}}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{{exp_3_dates}}</a:t>
              </a: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</a:t>
              </a:r>
              <a:r>
                <a:rPr lang="en-US" sz="2250" b="0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4"/>
            <p:cNvSpPr/>
            <p:nvPr/>
          </p:nvSpPr>
          <p:spPr>
            <a:xfrm>
              <a:off x="10595160" y="10602360"/>
              <a:ext cx="3612600" cy="294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59"/>
            <p:cNvSpPr/>
            <p:nvPr/>
          </p:nvSpPr>
          <p:spPr>
            <a:xfrm>
              <a:off x="2159280" y="17253720"/>
              <a:ext cx="10841400" cy="291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1"/>
            <p:cNvSpPr/>
            <p:nvPr/>
          </p:nvSpPr>
          <p:spPr>
            <a:xfrm>
              <a:off x="15300000" y="741960"/>
              <a:ext cx="4850640" cy="553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 anchorCtr="1">
              <a:spAutoFit/>
            </a:bodyPr>
            <a:p>
              <a:pPr algn="ctr"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"/>
          <p:cNvSpPr/>
          <p:nvPr/>
        </p:nvSpPr>
        <p:spPr>
          <a:xfrm>
            <a:off x="15310440" y="900360"/>
            <a:ext cx="5210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14580000" y="5750280"/>
            <a:ext cx="6510600" cy="47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2026-03-05T00:58:00Z</dcterms:modified>
  <cp:revision>50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