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"/>
      <p:regular r:id="rId4"/>
      <p:bold r:id="rId4"/>
    </p:embeddedFont>
    <p:embeddedFont>
      <p:font typeface="Microsoft YaHei"/>
      <p:regular r:id="rId5"/>
    </p:embeddedFont>
    <p:embeddedFont>
      <p:font typeface="Montserrat Semi-Bold"/>
    </p:embeddedFont>
    <p:embeddedFont>
      <p:font typeface="Montserrat Medium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720" cy="55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720" cy="4101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720" cy="79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E95E41-760E-4143-9694-53864F8FB0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720" cy="14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DFC4CA-5044-479C-BC01-011CE7AF57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92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EF0083-0AF7-49DA-9E52-12DA2BCAF9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720" cy="583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240" cy="583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925E46-1B3B-42F8-BBE7-8F2F359E43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92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E480C7-DD35-4AD9-B650-CBC981927F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720" cy="13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720" cy="14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118248-ABFB-4BFC-8B6C-27ECD5C07F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80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80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65A44B-05B2-40F8-A61E-98881C419A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600" cy="62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600" cy="393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040" cy="62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040" cy="393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D0798B-741D-47FC-B49D-136A895A7C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0FB28A-4BC2-4F4E-971F-8A8A71E3AA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1A00C1-B353-40A9-A6CD-BADB026717B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480" cy="11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96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480" cy="467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03C3C9-2E67-4A60-B89D-DB417A5EFC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74520" y="-87840"/>
            <a:ext cx="2898000" cy="305352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76960" cy="1776960"/>
            <a:chOff x="560520" y="379800"/>
            <a:chExt cx="1776960" cy="177696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76960" cy="1776960"/>
            </a:xfrm>
            <a:custGeom>
              <a:avLst/>
              <a:gdLst>
                <a:gd name="textAreaLeft" fmla="*/ 0 w 1776960"/>
                <a:gd name="textAreaRight" fmla="*/ 1790640 w 1776960"/>
                <a:gd name="textAreaTop" fmla="*/ 0 h 1776960"/>
                <a:gd name="textAreaBottom" fmla="*/ 1790640 h 177696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1080" cy="1504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9"/>
          <p:cNvSpPr/>
          <p:nvPr/>
        </p:nvSpPr>
        <p:spPr>
          <a:xfrm>
            <a:off x="3110040" y="49356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9"/>
          <p:cNvSpPr/>
          <p:nvPr/>
        </p:nvSpPr>
        <p:spPr>
          <a:xfrm>
            <a:off x="437760" y="2287080"/>
            <a:ext cx="2293560" cy="88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4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Medium"/>
              </a:rPr>
              <a:t>{{name}}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3"/>
          <p:cNvSpPr/>
          <p:nvPr/>
        </p:nvSpPr>
        <p:spPr>
          <a:xfrm>
            <a:off x="3110040" y="567360"/>
            <a:ext cx="3901320" cy="32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[[EXPERIENCE_BLOCK]]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{{exp_1_role}}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{{exp_1_company}} {{exp_1_dates}}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{{exp_2_role}}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{{exp_2_company}} {{exp_2_dates}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{{exp_2_bullets_block}}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{{exp_3_role}}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{{exp_3_company}} {{exp_3_dates}}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{{exp_3_bullets_block}}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{{exp_4_role}}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{{exp_4_company}} {{exp_4_dates}}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{{exp_4_bullets_block}}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4"/>
          <p:cNvSpPr/>
          <p:nvPr/>
        </p:nvSpPr>
        <p:spPr>
          <a:xfrm>
            <a:off x="3110040" y="775080"/>
            <a:ext cx="407952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5"/>
          <p:cNvSpPr/>
          <p:nvPr/>
        </p:nvSpPr>
        <p:spPr>
          <a:xfrm>
            <a:off x="3110400" y="168480"/>
            <a:ext cx="25959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"/>
          <p:cNvSpPr/>
          <p:nvPr/>
        </p:nvSpPr>
        <p:spPr>
          <a:xfrm>
            <a:off x="3105720" y="2104560"/>
            <a:ext cx="408348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3105720" y="3544560"/>
            <a:ext cx="4083480" cy="1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378000" y="257400"/>
            <a:ext cx="1791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AutoShape 8"/>
          <p:cNvSpPr/>
          <p:nvPr/>
        </p:nvSpPr>
        <p:spPr>
          <a:xfrm>
            <a:off x="326160" y="535788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AutoShape 10"/>
          <p:cNvSpPr/>
          <p:nvPr/>
        </p:nvSpPr>
        <p:spPr>
          <a:xfrm>
            <a:off x="333720" y="798480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1"/>
          <p:cNvSpPr/>
          <p:nvPr/>
        </p:nvSpPr>
        <p:spPr>
          <a:xfrm>
            <a:off x="326160" y="5040000"/>
            <a:ext cx="1382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2"/>
          <p:cNvSpPr/>
          <p:nvPr/>
        </p:nvSpPr>
        <p:spPr>
          <a:xfrm>
            <a:off x="326160" y="5463360"/>
            <a:ext cx="223884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2"/>
          <p:cNvSpPr/>
          <p:nvPr/>
        </p:nvSpPr>
        <p:spPr>
          <a:xfrm>
            <a:off x="319320" y="7666200"/>
            <a:ext cx="1714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3"/>
          <p:cNvSpPr/>
          <p:nvPr/>
        </p:nvSpPr>
        <p:spPr>
          <a:xfrm>
            <a:off x="318600" y="7998840"/>
            <a:ext cx="22543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AutoShape 42"/>
          <p:cNvSpPr/>
          <p:nvPr/>
        </p:nvSpPr>
        <p:spPr>
          <a:xfrm>
            <a:off x="340920" y="979200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43"/>
          <p:cNvSpPr/>
          <p:nvPr/>
        </p:nvSpPr>
        <p:spPr>
          <a:xfrm>
            <a:off x="326160" y="9473040"/>
            <a:ext cx="1714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44"/>
          <p:cNvSpPr/>
          <p:nvPr/>
        </p:nvSpPr>
        <p:spPr>
          <a:xfrm>
            <a:off x="360000" y="9806760"/>
            <a:ext cx="22543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223200" y="3744000"/>
            <a:ext cx="265392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6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60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{{/sidebar_contact}}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216000" y="4140000"/>
            <a:ext cx="248328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70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{{text}}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{{/contact_rows}}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3081960" y="7612560"/>
            <a:ext cx="4157280" cy="2388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[[SIDEBAR_BLOCK]]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{{#sidebar_sections_eduycursos}}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{{body}}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{{/sidebar_sections_eduycursos}}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2026-03-05T13:53:06Z</dcterms:modified>
  <cp:revision>39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