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7556500" cy="10693400"/>
  <p:notesSz cx="7559675" cy="10691813"/>
  <p:embeddedFontLst>
    <p:embeddedFont>
      <p:font typeface="Montserrat"/>
      <p:regular r:id="rId4"/>
    </p:embeddedFont>
    <p:embeddedFont>
      <p:font typeface="Microsoft YaHei"/>
    </p:embeddedFont>
    <p:embeddedFont>
      <p:font typeface="Montserrat Semi-Bold"/>
    </p:embeddedFont>
    <p:embeddedFont>
      <p:font typeface="Montserrat Medium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Montserrat_Regular.fntdata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4080" cy="58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6600" cy="58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7F13A5-8441-4326-883F-5A94AF84BF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628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37CBEF-6B18-41B9-80D0-8C25A26764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9080" cy="134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9080" cy="14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402E93-D708-428A-A20F-7DF44606C0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516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516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47B330-7E1E-4D32-AD8C-0108565F6A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6960" cy="62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6960" cy="39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8400" cy="62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8400" cy="39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B9943D1-8734-4693-8453-8386A6CCF2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A01346-BAC9-43E2-B9AB-F2E074F2A9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52C089-95F4-4DD1-9243-060ED9F48C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4840" cy="11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8320" cy="583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4840" cy="467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116BF2-C5D7-4CB9-9749-A365960F98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3080" cy="5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3080" cy="410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3080" cy="7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945B58-9D57-40F8-8AE1-89C21958EF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9080" cy="14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B3D89F-1340-4D25-B96B-765BAA024A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628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C89FBE-8232-4C1B-AFBB-2B0F1B2127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5422800">
            <a:off x="74160" y="-87840"/>
            <a:ext cx="2898360" cy="3053880"/>
          </a:xfrm>
          <a:prstGeom prst="rtTriangle">
            <a:avLst/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3"/>
          <p:cNvGrpSpPr/>
          <p:nvPr/>
        </p:nvGrpSpPr>
        <p:grpSpPr>
          <a:xfrm>
            <a:off x="560520" y="379800"/>
            <a:ext cx="1777320" cy="1777320"/>
            <a:chOff x="560520" y="379800"/>
            <a:chExt cx="1777320" cy="1777320"/>
          </a:xfrm>
        </p:grpSpPr>
        <p:sp>
          <p:nvSpPr>
            <p:cNvPr id="61" name="Freeform 4"/>
            <p:cNvSpPr/>
            <p:nvPr/>
          </p:nvSpPr>
          <p:spPr>
            <a:xfrm>
              <a:off x="560520" y="379800"/>
              <a:ext cx="1777320" cy="1777320"/>
            </a:xfrm>
            <a:custGeom>
              <a:avLst/>
              <a:gdLst>
                <a:gd name="textAreaLeft" fmla="*/ 0 w 1777320"/>
                <a:gd name="textAreaRight" fmla="*/ 1790640 w 1777320"/>
                <a:gd name="textAreaTop" fmla="*/ 0 h 1777320"/>
                <a:gd name="textAreaBottom" fmla="*/ 1790640 h 177732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TextBox 5"/>
            <p:cNvSpPr/>
            <p:nvPr/>
          </p:nvSpPr>
          <p:spPr>
            <a:xfrm>
              <a:off x="728640" y="484560"/>
              <a:ext cx="1441440" cy="1504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14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63" name="AutoShape 9"/>
          <p:cNvSpPr/>
          <p:nvPr/>
        </p:nvSpPr>
        <p:spPr>
          <a:xfrm>
            <a:off x="3110040" y="493560"/>
            <a:ext cx="394848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9"/>
          <p:cNvSpPr/>
          <p:nvPr/>
        </p:nvSpPr>
        <p:spPr>
          <a:xfrm>
            <a:off x="437760" y="2287080"/>
            <a:ext cx="229392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3"/>
              </a:lnSpc>
            </a:pPr>
            <a:r>
              <a:rPr lang="en-US" sz="2400" b="1" u="none" strike="noStrike">
                <a:solidFill>
                  <a:srgbClr val="c0504d"/>
                </a:solidFill>
                <a:effectLst/>
                <a:uFillTx/>
                <a:latin typeface="Montserrat"/>
                <a:ea typeface="Montserrat Medium"/>
              </a:rPr>
              <a:t>{{name}}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78"/>
              </a:lnSpc>
            </a:pPr>
            <a:r>
              <a:rPr lang="en-US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{{title}}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653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3"/>
          <p:cNvSpPr/>
          <p:nvPr/>
        </p:nvSpPr>
        <p:spPr>
          <a:xfrm>
            <a:off x="3110040" y="567360"/>
            <a:ext cx="3901680" cy="40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34"/>
              </a:lnSpc>
            </a:pPr>
            <a:r>
              <a:rPr lang="en-US" sz="9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{{exp_1_role}} </a:t>
            </a:r>
            <a:r>
              <a:rPr lang="en-US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 </a:t>
            </a:r>
            <a:r>
              <a:rPr lang="en-US" sz="8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{{exp_1_company}} {{exp_1_dates}}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67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34"/>
              </a:lnSpc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{{exp_1_bullets_block}}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134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34"/>
              </a:lnSpc>
            </a:pPr>
            <a:r>
              <a:rPr lang="en-US" sz="9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{{exp_2_role}} </a:t>
            </a:r>
            <a:r>
              <a:rPr lang="en-US" sz="8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 {{exp_2_company}} {{exp_2_dates}</a:t>
            </a:r>
            <a:r>
              <a:rPr lang="en-US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67"/>
              </a:lnSpc>
            </a:pP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34"/>
              </a:lnSpc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{{exp_2_bullets_block}}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134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34"/>
              </a:lnSpc>
            </a:pPr>
            <a:r>
              <a:rPr lang="en-US" sz="9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{{exp_3_role}} </a:t>
            </a:r>
            <a:r>
              <a:rPr lang="en-US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 </a:t>
            </a:r>
            <a:r>
              <a:rPr lang="en-US" sz="8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{{exp_3_company}} {{exp_3_dates}}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67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34"/>
              </a:lnSpc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{{exp_3_bullets_block}}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134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34"/>
              </a:lnSpc>
            </a:pPr>
            <a:r>
              <a:rPr lang="en-US" sz="9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{{exp_4_role}} </a:t>
            </a:r>
            <a:r>
              <a:rPr lang="en-US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 </a:t>
            </a:r>
            <a:r>
              <a:rPr lang="en-US" sz="8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{{exp_4_company}} {{exp_4_dates}}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67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34"/>
              </a:lnSpc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{{exp_4_bullets_block}}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s-AR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{{#sidebar_sections_eduycursos}}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s-AR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{{title}}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s-AR" sz="900" b="0" u="none" spc="-300" strike="noStrike">
                <a:solidFill>
                  <a:srgbClr val="c0504d"/>
                </a:solidFill>
                <a:effectLst/>
                <a:uFillTx/>
                <a:latin typeface="Montserrat"/>
                <a:ea typeface="Montserrat"/>
              </a:rPr>
              <a:t>{{line}}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{{body}}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s-AR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{{/sidebar_sections_eduycursos}}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134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134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4"/>
          <p:cNvSpPr/>
          <p:nvPr/>
        </p:nvSpPr>
        <p:spPr>
          <a:xfrm>
            <a:off x="3110040" y="775080"/>
            <a:ext cx="407988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17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5"/>
          <p:cNvSpPr/>
          <p:nvPr/>
        </p:nvSpPr>
        <p:spPr>
          <a:xfrm>
            <a:off x="3110400" y="168480"/>
            <a:ext cx="2596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Semi-Bold"/>
              </a:rPr>
              <a:t>Experiencia laboral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"/>
          <p:cNvSpPr/>
          <p:nvPr/>
        </p:nvSpPr>
        <p:spPr>
          <a:xfrm>
            <a:off x="3105720" y="2104560"/>
            <a:ext cx="408384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6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3105720" y="3544560"/>
            <a:ext cx="408384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6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8"/>
          <p:cNvSpPr/>
          <p:nvPr/>
        </p:nvSpPr>
        <p:spPr>
          <a:xfrm>
            <a:off x="3105720" y="6424560"/>
            <a:ext cx="408384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6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378000" y="257400"/>
            <a:ext cx="1792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s-AR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AutoShape 8"/>
          <p:cNvSpPr/>
          <p:nvPr/>
        </p:nvSpPr>
        <p:spPr>
          <a:xfrm>
            <a:off x="326160" y="5357880"/>
            <a:ext cx="225144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AutoShape 10"/>
          <p:cNvSpPr/>
          <p:nvPr/>
        </p:nvSpPr>
        <p:spPr>
          <a:xfrm>
            <a:off x="333720" y="7984800"/>
            <a:ext cx="225144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21"/>
          <p:cNvSpPr/>
          <p:nvPr/>
        </p:nvSpPr>
        <p:spPr>
          <a:xfrm>
            <a:off x="326160" y="5040000"/>
            <a:ext cx="13831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Semi-Bold"/>
              </a:rPr>
              <a:t>Sobre mi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2"/>
          <p:cNvSpPr/>
          <p:nvPr/>
        </p:nvSpPr>
        <p:spPr>
          <a:xfrm>
            <a:off x="326160" y="5463360"/>
            <a:ext cx="2239200" cy="23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23"/>
              </a:lnSpc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{{about}}</a:t>
            </a:r>
            <a:br>
              <a:rPr sz="800"/>
            </a:b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2"/>
          <p:cNvSpPr/>
          <p:nvPr/>
        </p:nvSpPr>
        <p:spPr>
          <a:xfrm>
            <a:off x="319320" y="7666200"/>
            <a:ext cx="1715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Semi-Bold"/>
              </a:rPr>
              <a:t>Competencias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3"/>
          <p:cNvSpPr/>
          <p:nvPr/>
        </p:nvSpPr>
        <p:spPr>
          <a:xfrm>
            <a:off x="318600" y="7998840"/>
            <a:ext cx="225468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{{skill_1}}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{{skill_2}}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{{skill_3}}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{{skill_4}}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{{skill_5}}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{{skill_6}}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AutoShape 42"/>
          <p:cNvSpPr/>
          <p:nvPr/>
        </p:nvSpPr>
        <p:spPr>
          <a:xfrm>
            <a:off x="340920" y="9792000"/>
            <a:ext cx="225144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43"/>
          <p:cNvSpPr/>
          <p:nvPr/>
        </p:nvSpPr>
        <p:spPr>
          <a:xfrm>
            <a:off x="326160" y="9473040"/>
            <a:ext cx="1715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Semi-Bold"/>
              </a:rPr>
              <a:t>Informática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44"/>
          <p:cNvSpPr/>
          <p:nvPr/>
        </p:nvSpPr>
        <p:spPr>
          <a:xfrm>
            <a:off x="360000" y="9806760"/>
            <a:ext cx="225468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{{it_1}}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 Medium"/>
              </a:rPr>
              <a:t>{{it_2}}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icrosoft YaHei"/>
              </a:rPr>
              <a:t>{{it_3}}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icrosoft YaHei"/>
              </a:rPr>
              <a:t>{{it_4}}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223200" y="3744000"/>
            <a:ext cx="2654280" cy="6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600" b="1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{{#sidebar_contact}}</a:t>
            </a:r>
            <a:endParaRPr lang="es-AR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500" b="1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{{title}}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s-AR" sz="900" b="0" u="none" spc="-300" strike="noStrike">
                <a:solidFill>
                  <a:srgbClr val="c0504d"/>
                </a:solidFill>
                <a:effectLst/>
                <a:uFillTx/>
                <a:latin typeface="Montserrat"/>
                <a:ea typeface="Montserrat"/>
              </a:rPr>
              <a:t>{{line}}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600" b="1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{{/sidebar_contact}}</a:t>
            </a:r>
            <a:endParaRPr lang="es-AR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216000" y="4140000"/>
            <a:ext cx="24836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{{#contact_rows}}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701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{{text}}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{{/contact_rows}}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DAG7rZJGnrs</dc:identifier>
  <dc:language>es-AR</dc:language>
  <cp:lastModifiedBy/>
  <dcterms:modified xsi:type="dcterms:W3CDTF">2026-02-11T00:59:14Z</dcterms:modified>
  <cp:revision>38</cp:revision>
  <dc:subject/>
  <dc:title>Plantillas originales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