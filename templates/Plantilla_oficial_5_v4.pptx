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 Medium"/>
    </p:embeddedFont>
    <p:embeddedFont>
      <p:font typeface="Montserrat medium"/>
    </p:embeddedFont>
    <p:embeddedFont>
      <p:font typeface="Nova"/>
    </p:embeddedFont>
    <p:embeddedFont>
      <p:font typeface="Poppins"/>
      <p:regular r:id="rId4"/>
      <p:bold r:id="rId4"/>
    </p:embeddedFont>
    <p:embeddedFont>
      <p:font typeface="poppins "/>
    </p:embeddedFont>
    <p:embeddedFont>
      <p:font typeface="Montserrat Semi-Bold"/>
    </p:embeddedFont>
    <p:embeddedFont>
      <p:font typeface="Montserrat"/>
      <p:regular r:id="rId5"/>
      <p:bold r:id="rId5"/>
    </p:embeddedFont>
    <p:embeddedFont>
      <p:font typeface="poppins Medium"/>
    </p:embeddedFont>
    <p:embeddedFont>
      <p:font typeface="Microsoft YaHei"/>
      <p:regular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3768B7-648A-4473-9595-7680A29C68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480" cy="135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480" cy="149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E75A7E-2536-4894-A8A3-75D3AAADED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F4164C-CE2A-404C-90DB-E453B1E4A3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36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36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80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80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6B9ED6-26FB-4EDB-ADEA-C12CE7748D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BB7DA4-1BC7-48AB-8CDF-D2365A6542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C62F52-8F2D-43DE-8BA4-360FEA18EA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240" cy="115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72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240" cy="468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D0C363-9067-4C95-985E-61D4083657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480" cy="5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480" cy="4106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480" cy="79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38DC3C-1594-4BC2-949E-09A010BCCB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48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FE6581-E34F-473A-8635-B3CDFB7AE2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87E903-11D6-432B-8B1A-8FA7346DC9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48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00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5E2241-8B42-4985-A99A-705998A6FD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68760" y="-87840"/>
            <a:ext cx="2903760" cy="305928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82720" cy="1782720"/>
            <a:chOff x="560520" y="379800"/>
            <a:chExt cx="1782720" cy="178272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82720" cy="1782720"/>
            </a:xfrm>
            <a:custGeom>
              <a:avLst/>
              <a:gdLst>
                <a:gd name="textAreaLeft" fmla="*/ 0 w 1782720"/>
                <a:gd name="textAreaRight" fmla="*/ 1790640 w 1782720"/>
                <a:gd name="textAreaTop" fmla="*/ 0 h 1782720"/>
                <a:gd name="textAreaBottom" fmla="*/ 1790640 h 17827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6840" cy="150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8"/>
          <p:cNvSpPr/>
          <p:nvPr/>
        </p:nvSpPr>
        <p:spPr>
          <a:xfrm>
            <a:off x="326160" y="51271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AutoShape 9"/>
          <p:cNvSpPr/>
          <p:nvPr/>
        </p:nvSpPr>
        <p:spPr>
          <a:xfrm>
            <a:off x="3110040" y="49356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AutoShape 10"/>
          <p:cNvSpPr/>
          <p:nvPr/>
        </p:nvSpPr>
        <p:spPr>
          <a:xfrm>
            <a:off x="333720" y="798480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AutoShape 11"/>
          <p:cNvSpPr/>
          <p:nvPr/>
        </p:nvSpPr>
        <p:spPr>
          <a:xfrm>
            <a:off x="3109680" y="855468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AutoShape 12"/>
          <p:cNvSpPr/>
          <p:nvPr/>
        </p:nvSpPr>
        <p:spPr>
          <a:xfrm>
            <a:off x="318240" y="363384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13"/>
          <p:cNvSpPr/>
          <p:nvPr/>
        </p:nvSpPr>
        <p:spPr>
          <a:xfrm>
            <a:off x="348840" y="4375800"/>
            <a:ext cx="176400" cy="196920"/>
          </a:xfrm>
          <a:custGeom>
            <a:avLst/>
            <a:gdLst>
              <a:gd name="textAreaLeft" fmla="*/ 0 w 176400"/>
              <a:gd name="textAreaRight" fmla="*/ 184320 w 176400"/>
              <a:gd name="textAreaTop" fmla="*/ 0 h 196920"/>
              <a:gd name="textAreaBottom" fmla="*/ 204840 h 196920"/>
            </a:gdLst>
            <a:ahLst/>
            <a:cxnLst/>
            <a:rect l="textAreaLeft" t="textAreaTop" r="textAreaRight" b="textAreaBottom"/>
            <a:pathLst>
              <a:path w="184490" h="204988">
                <a:moveTo>
                  <a:pt x="0" y="0"/>
                </a:moveTo>
                <a:lnTo>
                  <a:pt x="184490" y="0"/>
                </a:lnTo>
                <a:lnTo>
                  <a:pt x="184490" y="204988"/>
                </a:lnTo>
                <a:lnTo>
                  <a:pt x="0" y="2049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4"/>
          <p:cNvGrpSpPr/>
          <p:nvPr/>
        </p:nvGrpSpPr>
        <p:grpSpPr>
          <a:xfrm>
            <a:off x="340560" y="3777120"/>
            <a:ext cx="186840" cy="186840"/>
            <a:chOff x="340560" y="3777120"/>
            <a:chExt cx="186840" cy="186840"/>
          </a:xfrm>
        </p:grpSpPr>
        <p:sp>
          <p:nvSpPr>
            <p:cNvPr id="70" name="Freeform 15"/>
            <p:cNvSpPr/>
            <p:nvPr/>
          </p:nvSpPr>
          <p:spPr>
            <a:xfrm>
              <a:off x="340560" y="3777120"/>
              <a:ext cx="186840" cy="186840"/>
            </a:xfrm>
            <a:custGeom>
              <a:avLst/>
              <a:gdLst>
                <a:gd name="textAreaLeft" fmla="*/ 0 w 186840"/>
                <a:gd name="textAreaRight" fmla="*/ 194760 w 186840"/>
                <a:gd name="textAreaTop" fmla="*/ 0 h 186840"/>
                <a:gd name="textAreaBottom" fmla="*/ 194760 h 186840"/>
              </a:gdLst>
              <a:ahLst/>
              <a:cxnLst/>
              <a:rect l="textAreaLeft" t="textAreaTop" r="textAreaRight" b="textAreaBottom"/>
              <a:pathLst>
                <a:path w="211345" h="211201">
                  <a:moveTo>
                    <a:pt x="18034" y="180340"/>
                  </a:moveTo>
                  <a:lnTo>
                    <a:pt x="56515" y="141859"/>
                  </a:lnTo>
                  <a:lnTo>
                    <a:pt x="75565" y="160909"/>
                  </a:lnTo>
                  <a:lnTo>
                    <a:pt x="160782" y="75692"/>
                  </a:lnTo>
                  <a:lnTo>
                    <a:pt x="141732" y="56642"/>
                  </a:lnTo>
                  <a:lnTo>
                    <a:pt x="180340" y="18034"/>
                  </a:lnTo>
                  <a:cubicBezTo>
                    <a:pt x="187325" y="25400"/>
                    <a:pt x="197358" y="37846"/>
                    <a:pt x="198247" y="47117"/>
                  </a:cubicBezTo>
                  <a:cubicBezTo>
                    <a:pt x="199136" y="56515"/>
                    <a:pt x="194183" y="70993"/>
                    <a:pt x="184531" y="87503"/>
                  </a:cubicBezTo>
                  <a:cubicBezTo>
                    <a:pt x="174244" y="105156"/>
                    <a:pt x="159385" y="123825"/>
                    <a:pt x="141732" y="141605"/>
                  </a:cubicBezTo>
                  <a:cubicBezTo>
                    <a:pt x="108331" y="175006"/>
                    <a:pt x="70358" y="198247"/>
                    <a:pt x="49403" y="198247"/>
                  </a:cubicBezTo>
                  <a:lnTo>
                    <a:pt x="47879" y="198247"/>
                  </a:lnTo>
                  <a:cubicBezTo>
                    <a:pt x="37973" y="197358"/>
                    <a:pt x="25400" y="187198"/>
                    <a:pt x="18161" y="180340"/>
                  </a:cubicBezTo>
                  <a:moveTo>
                    <a:pt x="0" y="180086"/>
                  </a:moveTo>
                  <a:lnTo>
                    <a:pt x="4191" y="184658"/>
                  </a:lnTo>
                  <a:cubicBezTo>
                    <a:pt x="6477" y="187198"/>
                    <a:pt x="27305" y="209296"/>
                    <a:pt x="45974" y="211074"/>
                  </a:cubicBezTo>
                  <a:lnTo>
                    <a:pt x="48260" y="211201"/>
                  </a:lnTo>
                  <a:cubicBezTo>
                    <a:pt x="74295" y="211201"/>
                    <a:pt x="114046" y="187452"/>
                    <a:pt x="150876" y="150749"/>
                  </a:cubicBezTo>
                  <a:cubicBezTo>
                    <a:pt x="169291" y="132334"/>
                    <a:pt x="184912" y="112649"/>
                    <a:pt x="195707" y="94107"/>
                  </a:cubicBezTo>
                  <a:cubicBezTo>
                    <a:pt x="203581" y="80772"/>
                    <a:pt x="212598" y="61468"/>
                    <a:pt x="211201" y="45974"/>
                  </a:cubicBezTo>
                  <a:cubicBezTo>
                    <a:pt x="209550" y="27432"/>
                    <a:pt x="187325" y="6604"/>
                    <a:pt x="184785" y="4191"/>
                  </a:cubicBezTo>
                  <a:lnTo>
                    <a:pt x="180086" y="0"/>
                  </a:lnTo>
                  <a:lnTo>
                    <a:pt x="123571" y="56642"/>
                  </a:lnTo>
                  <a:lnTo>
                    <a:pt x="142621" y="75692"/>
                  </a:lnTo>
                  <a:lnTo>
                    <a:pt x="75692" y="142621"/>
                  </a:lnTo>
                  <a:lnTo>
                    <a:pt x="56642" y="123571"/>
                  </a:lnTo>
                  <a:close/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16"/>
          <p:cNvGrpSpPr/>
          <p:nvPr/>
        </p:nvGrpSpPr>
        <p:grpSpPr>
          <a:xfrm>
            <a:off x="339480" y="4075560"/>
            <a:ext cx="188640" cy="188640"/>
            <a:chOff x="339480" y="4075560"/>
            <a:chExt cx="188640" cy="188640"/>
          </a:xfrm>
        </p:grpSpPr>
        <p:sp>
          <p:nvSpPr>
            <p:cNvPr id="72" name="Freeform 17"/>
            <p:cNvSpPr/>
            <p:nvPr/>
          </p:nvSpPr>
          <p:spPr>
            <a:xfrm>
              <a:off x="339480" y="4075560"/>
              <a:ext cx="188640" cy="188640"/>
            </a:xfrm>
            <a:custGeom>
              <a:avLst/>
              <a:gdLst>
                <a:gd name="textAreaLeft" fmla="*/ 0 w 188640"/>
                <a:gd name="textAreaRight" fmla="*/ 196560 w 188640"/>
                <a:gd name="textAreaTop" fmla="*/ 0 h 188640"/>
                <a:gd name="textAreaBottom" fmla="*/ 196560 h 188640"/>
              </a:gdLst>
              <a:ahLst/>
              <a:cxnLst/>
              <a:rect l="textAreaLeft" t="textAreaTop" r="textAreaRight" b="textAreaBottom"/>
              <a:pathLst>
                <a:path w="213106" h="213106">
                  <a:moveTo>
                    <a:pt x="130556" y="106553"/>
                  </a:moveTo>
                  <a:cubicBezTo>
                    <a:pt x="130556" y="119761"/>
                    <a:pt x="119761" y="130556"/>
                    <a:pt x="106553" y="130556"/>
                  </a:cubicBezTo>
                  <a:cubicBezTo>
                    <a:pt x="93345" y="130556"/>
                    <a:pt x="82677" y="119761"/>
                    <a:pt x="82677" y="106553"/>
                  </a:cubicBezTo>
                  <a:cubicBezTo>
                    <a:pt x="82677" y="93345"/>
                    <a:pt x="93472" y="82550"/>
                    <a:pt x="106680" y="82550"/>
                  </a:cubicBezTo>
                  <a:cubicBezTo>
                    <a:pt x="119888" y="82550"/>
                    <a:pt x="130683" y="93345"/>
                    <a:pt x="130683" y="106553"/>
                  </a:cubicBezTo>
                  <a:moveTo>
                    <a:pt x="182118" y="31242"/>
                  </a:moveTo>
                  <a:cubicBezTo>
                    <a:pt x="161798" y="11049"/>
                    <a:pt x="135001" y="0"/>
                    <a:pt x="106553" y="0"/>
                  </a:cubicBezTo>
                  <a:cubicBezTo>
                    <a:pt x="78105" y="0"/>
                    <a:pt x="51308" y="11049"/>
                    <a:pt x="31242" y="31242"/>
                  </a:cubicBezTo>
                  <a:cubicBezTo>
                    <a:pt x="11176" y="51435"/>
                    <a:pt x="0" y="78105"/>
                    <a:pt x="0" y="106553"/>
                  </a:cubicBezTo>
                  <a:cubicBezTo>
                    <a:pt x="0" y="135001"/>
                    <a:pt x="11049" y="161798"/>
                    <a:pt x="31242" y="181864"/>
                  </a:cubicBezTo>
                  <a:cubicBezTo>
                    <a:pt x="51435" y="201930"/>
                    <a:pt x="78105" y="213106"/>
                    <a:pt x="106553" y="213106"/>
                  </a:cubicBezTo>
                  <a:lnTo>
                    <a:pt x="148082" y="204724"/>
                  </a:lnTo>
                  <a:lnTo>
                    <a:pt x="150114" y="203835"/>
                  </a:lnTo>
                  <a:lnTo>
                    <a:pt x="143383" y="187833"/>
                  </a:lnTo>
                  <a:lnTo>
                    <a:pt x="141351" y="188722"/>
                  </a:lnTo>
                  <a:cubicBezTo>
                    <a:pt x="130429" y="193421"/>
                    <a:pt x="118745" y="195707"/>
                    <a:pt x="106680" y="195707"/>
                  </a:cubicBezTo>
                  <a:cubicBezTo>
                    <a:pt x="57531" y="195707"/>
                    <a:pt x="17399" y="155702"/>
                    <a:pt x="17399" y="106553"/>
                  </a:cubicBezTo>
                  <a:cubicBezTo>
                    <a:pt x="17399" y="57404"/>
                    <a:pt x="57404" y="17399"/>
                    <a:pt x="106553" y="17399"/>
                  </a:cubicBezTo>
                  <a:cubicBezTo>
                    <a:pt x="155702" y="17399"/>
                    <a:pt x="195834" y="57404"/>
                    <a:pt x="195834" y="106680"/>
                  </a:cubicBezTo>
                  <a:cubicBezTo>
                    <a:pt x="195834" y="127254"/>
                    <a:pt x="183388" y="136652"/>
                    <a:pt x="171831" y="136652"/>
                  </a:cubicBezTo>
                  <a:cubicBezTo>
                    <a:pt x="160274" y="136652"/>
                    <a:pt x="147828" y="127254"/>
                    <a:pt x="147828" y="106680"/>
                  </a:cubicBezTo>
                  <a:cubicBezTo>
                    <a:pt x="147828" y="83947"/>
                    <a:pt x="129286" y="65405"/>
                    <a:pt x="106553" y="65405"/>
                  </a:cubicBezTo>
                  <a:cubicBezTo>
                    <a:pt x="83820" y="65405"/>
                    <a:pt x="65278" y="83820"/>
                    <a:pt x="65278" y="106553"/>
                  </a:cubicBezTo>
                  <a:cubicBezTo>
                    <a:pt x="65278" y="129286"/>
                    <a:pt x="83820" y="147828"/>
                    <a:pt x="106553" y="147828"/>
                  </a:cubicBezTo>
                  <a:cubicBezTo>
                    <a:pt x="118491" y="147828"/>
                    <a:pt x="129540" y="142748"/>
                    <a:pt x="137414" y="133985"/>
                  </a:cubicBezTo>
                  <a:lnTo>
                    <a:pt x="140970" y="139319"/>
                  </a:lnTo>
                  <a:cubicBezTo>
                    <a:pt x="150622" y="149479"/>
                    <a:pt x="160909" y="153924"/>
                    <a:pt x="171831" y="153924"/>
                  </a:cubicBezTo>
                  <a:cubicBezTo>
                    <a:pt x="182753" y="153924"/>
                    <a:pt x="193040" y="149479"/>
                    <a:pt x="200533" y="141605"/>
                  </a:cubicBezTo>
                  <a:cubicBezTo>
                    <a:pt x="208788" y="132969"/>
                    <a:pt x="213106" y="120904"/>
                    <a:pt x="213106" y="106680"/>
                  </a:cubicBezTo>
                  <a:cubicBezTo>
                    <a:pt x="213106" y="78232"/>
                    <a:pt x="202057" y="51435"/>
                    <a:pt x="181864" y="31369"/>
                  </a:cubicBezTo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AutoShape 18"/>
          <p:cNvSpPr/>
          <p:nvPr/>
        </p:nvSpPr>
        <p:spPr>
          <a:xfrm>
            <a:off x="3109680" y="981396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9"/>
          <p:cNvSpPr/>
          <p:nvPr/>
        </p:nvSpPr>
        <p:spPr>
          <a:xfrm>
            <a:off x="437760" y="2287080"/>
            <a:ext cx="2299320" cy="67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600" b="1" u="none" strike="noStrike">
                <a:solidFill>
                  <a:srgbClr val="c0504d"/>
                </a:solidFill>
                <a:effectLst/>
                <a:uFillTx/>
                <a:latin typeface="poppins Medium"/>
                <a:ea typeface="Montserrat Medium"/>
              </a:rPr>
              <a:t>{{name}}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0"/>
          <p:cNvSpPr/>
          <p:nvPr/>
        </p:nvSpPr>
        <p:spPr>
          <a:xfrm>
            <a:off x="3960" y="2960640"/>
            <a:ext cx="28728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1"/>
          <p:cNvSpPr/>
          <p:nvPr/>
        </p:nvSpPr>
        <p:spPr>
          <a:xfrm>
            <a:off x="326160" y="4809240"/>
            <a:ext cx="1387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326160" y="5232600"/>
            <a:ext cx="224352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3"/>
          <p:cNvSpPr/>
          <p:nvPr/>
        </p:nvSpPr>
        <p:spPr>
          <a:xfrm>
            <a:off x="3110040" y="567360"/>
            <a:ext cx="3907080" cy="267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0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 Medium"/>
              </a:rPr>
              <a:t>{{exp_1_role}}</a:t>
            </a:r>
            <a:r>
              <a:rPr lang="en-US" sz="10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10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{{exp_1_company}} {{exp_1_dates}}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{{exp_1_bullets_block}}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0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 Medium"/>
              </a:rPr>
              <a:t>{{exp_2_role}}</a:t>
            </a:r>
            <a:r>
              <a:rPr lang="en-US" sz="10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{{exp_2_company}} {{exp_2_dates}</a:t>
            </a:r>
            <a:r>
              <a:rPr lang="en-US" sz="10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}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{{exp_2_bullets_block}}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0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 Medium"/>
              </a:rPr>
              <a:t>{{exp_3_role}}</a:t>
            </a:r>
            <a:r>
              <a:rPr lang="en-US" sz="10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10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{{exp_3_company}} {{exp_3_dates}}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{{exp_3_bullets_block}}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0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 Medium"/>
              </a:rPr>
              <a:t>{{exp_4_role}}</a:t>
            </a:r>
            <a:r>
              <a:rPr lang="en-US" sz="10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10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{{exp_4_company}} {{exp_4_dates}}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{{exp_4_bullets_block}}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4"/>
          <p:cNvSpPr/>
          <p:nvPr/>
        </p:nvSpPr>
        <p:spPr>
          <a:xfrm>
            <a:off x="3110040" y="775080"/>
            <a:ext cx="40852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5"/>
          <p:cNvSpPr/>
          <p:nvPr/>
        </p:nvSpPr>
        <p:spPr>
          <a:xfrm>
            <a:off x="3110400" y="168480"/>
            <a:ext cx="26017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319320" y="7666200"/>
            <a:ext cx="17193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318600" y="7998840"/>
            <a:ext cx="225900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4"/>
          <p:cNvSpPr/>
          <p:nvPr/>
        </p:nvSpPr>
        <p:spPr>
          <a:xfrm>
            <a:off x="3110040" y="8231760"/>
            <a:ext cx="26017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Formación Académica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5"/>
          <p:cNvSpPr/>
          <p:nvPr/>
        </p:nvSpPr>
        <p:spPr>
          <a:xfrm>
            <a:off x="3110040" y="8593920"/>
            <a:ext cx="394020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{{edu_1_degree}}  {{edu_1_school}} {{edu_1_years}}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{{edu_2_degree}}  {{edu_2_school}} {{edu_2_years}}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{{edu_3_degree}}  {{edu_3_school}} {{edu_3_years}}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6"/>
          <p:cNvSpPr/>
          <p:nvPr/>
        </p:nvSpPr>
        <p:spPr>
          <a:xfrm>
            <a:off x="339480" y="3314880"/>
            <a:ext cx="11980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Contacto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7"/>
          <p:cNvSpPr/>
          <p:nvPr/>
        </p:nvSpPr>
        <p:spPr>
          <a:xfrm>
            <a:off x="638280" y="4407840"/>
            <a:ext cx="17298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{{contact_location}}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8"/>
          <p:cNvSpPr/>
          <p:nvPr/>
        </p:nvSpPr>
        <p:spPr>
          <a:xfrm>
            <a:off x="638280" y="4103640"/>
            <a:ext cx="187668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{{contact_email}}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9"/>
          <p:cNvSpPr/>
          <p:nvPr/>
        </p:nvSpPr>
        <p:spPr>
          <a:xfrm>
            <a:off x="638280" y="3804120"/>
            <a:ext cx="114948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+{{contact_phone}}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0"/>
          <p:cNvSpPr/>
          <p:nvPr/>
        </p:nvSpPr>
        <p:spPr>
          <a:xfrm>
            <a:off x="3110040" y="9475560"/>
            <a:ext cx="26017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Cursos y Capacitaciones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1"/>
          <p:cNvSpPr/>
          <p:nvPr/>
        </p:nvSpPr>
        <p:spPr>
          <a:xfrm>
            <a:off x="3110040" y="9837720"/>
            <a:ext cx="3940200" cy="64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1276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276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276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276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AutoShape 42"/>
          <p:cNvSpPr/>
          <p:nvPr/>
        </p:nvSpPr>
        <p:spPr>
          <a:xfrm>
            <a:off x="340920" y="97945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3"/>
          <p:cNvSpPr/>
          <p:nvPr/>
        </p:nvSpPr>
        <p:spPr>
          <a:xfrm>
            <a:off x="326160" y="9475560"/>
            <a:ext cx="17193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 Semi-Bold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4"/>
          <p:cNvSpPr/>
          <p:nvPr/>
        </p:nvSpPr>
        <p:spPr>
          <a:xfrm>
            <a:off x="326160" y="9808920"/>
            <a:ext cx="225900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{{it_4}}</a:t>
            </a: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 medium"/>
                <a:ea typeface="Microsoft YaHei"/>
              </a:rPr>
              <a:t>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"/>
          <p:cNvSpPr/>
          <p:nvPr/>
        </p:nvSpPr>
        <p:spPr>
          <a:xfrm>
            <a:off x="3105720" y="2104560"/>
            <a:ext cx="40892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105720" y="3544560"/>
            <a:ext cx="40892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8"/>
          <p:cNvSpPr/>
          <p:nvPr/>
        </p:nvSpPr>
        <p:spPr>
          <a:xfrm>
            <a:off x="3105720" y="6424560"/>
            <a:ext cx="40892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378000" y="257400"/>
            <a:ext cx="1797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2026-01-14T17:15:19Z</dcterms:modified>
  <cp:revision>23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