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</p:sldIdLst>
  <p:sldSz cx="21374100" cy="30276800"/>
  <p:notesSz cx="7559675" cy="10691813"/>
  <p:embeddedFontLst>
    <p:embeddedFont>
      <p:font typeface="Lato"/>
      <p:regular r:id="rId5"/>
      <p:bold r:id="rId5"/>
    </p:embeddedFont>
    <p:embeddedFont>
      <p:font typeface="Proxima nova"/>
    </p:embeddedFont>
    <p:embeddedFont>
      <p:font typeface="Poppins"/>
      <p:regular r:id="rId6"/>
      <p:bold r:id="rId6"/>
    </p:embeddedFont>
    <p:embeddedFont>
      <p:font typeface="Garet"/>
      <p:regular r:id="rId7"/>
      <p:bold r:id="rId7"/>
    </p:embeddedFont>
    <p:embeddedFont>
      <p:font typeface="Poppins Bold"/>
    </p:embeddedFont>
    <p:embeddedFont>
      <p:font typeface="Microsoft YaHei"/>
      <p:regular r:id="rId8"/>
    </p:embeddedFont>
    <p:embeddedFont>
      <p:font typeface="Proxima Nova"/>
      <p:regular r:id="rId9"/>
      <p:bold r:id="rId9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font" Target="fonts/Font_1_Lato_Regular.fntdata"/><Relationship Id="rId6" Type="http://schemas.openxmlformats.org/officeDocument/2006/relationships/font" Target="fonts/Font_2_Poppins_Regular.fntdata"/><Relationship Id="rId7" Type="http://schemas.openxmlformats.org/officeDocument/2006/relationships/font" Target="fonts/Font_3_Garet_Regular.fntdata"/><Relationship Id="rId8" Type="http://schemas.openxmlformats.org/officeDocument/2006/relationships/font" Target="fonts/Font_4_Microsoft_YaHei_Regular.fntdata"/><Relationship Id="rId9" Type="http://schemas.openxmlformats.org/officeDocument/2006/relationships/font" Target="fonts/Font_5_Proxima_Nova_Regular.fntdata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760" cy="62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760" cy="393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200" cy="62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200" cy="393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7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6004CDB-111A-4DD2-AB1E-EC1561462CF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30891D8-F561-4EF0-BB87-1C0EFA8215C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E1A884-96DE-4564-A3C9-46489E0197B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title"/>
          </p:nvPr>
        </p:nvSpPr>
        <p:spPr>
          <a:xfrm>
            <a:off x="1068480" y="1207800"/>
            <a:ext cx="19233360" cy="505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body"/>
          </p:nvPr>
        </p:nvSpPr>
        <p:spPr>
          <a:xfrm>
            <a:off x="1068480" y="7084440"/>
            <a:ext cx="19233360" cy="175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6640" cy="115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12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6640" cy="467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693A56-0E5C-4E0C-A9A7-8C640AF9C17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880" cy="55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880" cy="4103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880" cy="79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C0C1A7A-B737-4219-B494-6DCB9B3EAEB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880" cy="145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0035AC1-6A4E-480A-AFD6-8BD4756C657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08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0C47ED4-B1BE-4FBC-ABDC-5CF86A8ED92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88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40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DBB20E0-4B56-472F-98A8-D35EB2936C6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08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E6ED7D2-BB64-4034-AE8B-E1E04C6C84D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880" cy="135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880" cy="148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761281E-233A-4898-A8E6-8CCFC0E3C9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96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96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C11B48F-7C38-4DB6-99B6-5706B37A85E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24"/>
          <p:cNvSpPr/>
          <p:nvPr/>
        </p:nvSpPr>
        <p:spPr>
          <a:xfrm>
            <a:off x="971640" y="9000000"/>
            <a:ext cx="18947160" cy="16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6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5"/>
          <p:cNvSpPr/>
          <p:nvPr/>
        </p:nvSpPr>
        <p:spPr>
          <a:xfrm>
            <a:off x="1260000" y="8496000"/>
            <a:ext cx="18960840" cy="87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{{exp_1_</a:t>
            </a: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role</a:t>
            </a: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}}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85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{{exp_1_bullets_block}}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9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{{exp_2_bullets_block}}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9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{{exp_3_bullets_block}}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{{exp_4_role}}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{{exp_4_company}}   {{exp_4_dates}}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9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{{exp_4_bullets_block}} 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  <a:spcBef>
                <a:spcPts val="1191"/>
              </a:spcBef>
              <a:spcAft>
                <a:spcPts val="992"/>
              </a:spcAft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{{exp_5_role}}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{{exp_5_company}}   {{exp_5_dates}}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9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{{exp_5_bullets_block}} 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7"/>
          <p:cNvSpPr/>
          <p:nvPr/>
        </p:nvSpPr>
        <p:spPr>
          <a:xfrm>
            <a:off x="1131120" y="10837440"/>
            <a:ext cx="1896084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0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"/>
          <p:cNvSpPr/>
          <p:nvPr/>
        </p:nvSpPr>
        <p:spPr>
          <a:xfrm>
            <a:off x="916920" y="852840"/>
            <a:ext cx="19550160" cy="20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4"/>
          <p:cNvSpPr/>
          <p:nvPr/>
        </p:nvSpPr>
        <p:spPr>
          <a:xfrm>
            <a:off x="7200000" y="3798360"/>
            <a:ext cx="432720" cy="448200"/>
          </a:xfrm>
          <a:custGeom>
            <a:avLst/>
            <a:gdLst>
              <a:gd name="textAreaLeft" fmla="*/ 0 w 432720"/>
              <a:gd name="textAreaRight" fmla="*/ 441720 w 432720"/>
              <a:gd name="textAreaTop" fmla="*/ 0 h 448200"/>
              <a:gd name="textAreaBottom" fmla="*/ 457200 h 44820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5"/>
          <p:cNvSpPr/>
          <p:nvPr/>
        </p:nvSpPr>
        <p:spPr>
          <a:xfrm>
            <a:off x="7366320" y="3923640"/>
            <a:ext cx="100080" cy="224280"/>
          </a:xfrm>
          <a:custGeom>
            <a:avLst/>
            <a:gdLst>
              <a:gd name="textAreaLeft" fmla="*/ 0 w 100080"/>
              <a:gd name="textAreaRight" fmla="*/ 109080 w 100080"/>
              <a:gd name="textAreaTop" fmla="*/ 0 h 224280"/>
              <a:gd name="textAreaBottom" fmla="*/ 233280 h 22428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6"/>
          <p:cNvSpPr/>
          <p:nvPr/>
        </p:nvSpPr>
        <p:spPr>
          <a:xfrm>
            <a:off x="7838640" y="3780000"/>
            <a:ext cx="34722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Freeform 7"/>
          <p:cNvSpPr/>
          <p:nvPr/>
        </p:nvSpPr>
        <p:spPr>
          <a:xfrm>
            <a:off x="916920" y="3789720"/>
            <a:ext cx="432720" cy="448200"/>
          </a:xfrm>
          <a:custGeom>
            <a:avLst/>
            <a:gdLst>
              <a:gd name="textAreaLeft" fmla="*/ 0 w 432720"/>
              <a:gd name="textAreaRight" fmla="*/ 441720 w 432720"/>
              <a:gd name="textAreaTop" fmla="*/ 0 h 448200"/>
              <a:gd name="textAreaBottom" fmla="*/ 457200 h 44820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Freeform 8"/>
          <p:cNvSpPr/>
          <p:nvPr/>
        </p:nvSpPr>
        <p:spPr>
          <a:xfrm>
            <a:off x="1036080" y="3936240"/>
            <a:ext cx="205920" cy="181800"/>
          </a:xfrm>
          <a:custGeom>
            <a:avLst/>
            <a:gdLst>
              <a:gd name="textAreaLeft" fmla="*/ 0 w 205920"/>
              <a:gd name="textAreaRight" fmla="*/ 214920 w 205920"/>
              <a:gd name="textAreaTop" fmla="*/ 0 h 181800"/>
              <a:gd name="textAreaBottom" fmla="*/ 190800 h 18180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9"/>
          <p:cNvSpPr/>
          <p:nvPr/>
        </p:nvSpPr>
        <p:spPr>
          <a:xfrm>
            <a:off x="1555560" y="3780000"/>
            <a:ext cx="52776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Freeform 10"/>
          <p:cNvSpPr/>
          <p:nvPr/>
        </p:nvSpPr>
        <p:spPr>
          <a:xfrm>
            <a:off x="11805120" y="3802320"/>
            <a:ext cx="444240" cy="444240"/>
          </a:xfrm>
          <a:custGeom>
            <a:avLst/>
            <a:gdLst>
              <a:gd name="textAreaLeft" fmla="*/ 0 w 444240"/>
              <a:gd name="textAreaRight" fmla="*/ 453240 w 444240"/>
              <a:gd name="textAreaTop" fmla="*/ 0 h 444240"/>
              <a:gd name="textAreaBottom" fmla="*/ 453240 h 44424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1"/>
          <p:cNvSpPr/>
          <p:nvPr/>
        </p:nvSpPr>
        <p:spPr>
          <a:xfrm>
            <a:off x="12474000" y="3726720"/>
            <a:ext cx="449568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roup 12"/>
          <p:cNvGrpSpPr/>
          <p:nvPr/>
        </p:nvGrpSpPr>
        <p:grpSpPr>
          <a:xfrm>
            <a:off x="1260000" y="5422320"/>
            <a:ext cx="18951120" cy="18000"/>
            <a:chOff x="1260000" y="5422320"/>
            <a:chExt cx="18951120" cy="18000"/>
          </a:xfrm>
        </p:grpSpPr>
        <p:sp>
          <p:nvSpPr>
            <p:cNvPr id="74" name="Freeform 13"/>
            <p:cNvSpPr/>
            <p:nvPr/>
          </p:nvSpPr>
          <p:spPr>
            <a:xfrm>
              <a:off x="1260000" y="5422320"/>
              <a:ext cx="18951120" cy="18000"/>
            </a:xfrm>
            <a:custGeom>
              <a:avLst/>
              <a:gdLst>
                <a:gd name="textAreaLeft" fmla="*/ 0 w 18951120"/>
                <a:gd name="textAreaRight" fmla="*/ 18960120 w 18951120"/>
                <a:gd name="textAreaTop" fmla="*/ 0 h 18000"/>
                <a:gd name="textAreaBottom" fmla="*/ 27000 h 180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TextBox 14"/>
          <p:cNvSpPr/>
          <p:nvPr/>
        </p:nvSpPr>
        <p:spPr>
          <a:xfrm>
            <a:off x="1203480" y="5487480"/>
            <a:ext cx="1895112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5"/>
          <p:cNvSpPr/>
          <p:nvPr/>
        </p:nvSpPr>
        <p:spPr>
          <a:xfrm>
            <a:off x="1203480" y="4860000"/>
            <a:ext cx="1895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OBJETIVO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7" name="Group 21"/>
          <p:cNvGrpSpPr/>
          <p:nvPr/>
        </p:nvGrpSpPr>
        <p:grpSpPr>
          <a:xfrm>
            <a:off x="1213920" y="8439840"/>
            <a:ext cx="18951120" cy="18000"/>
            <a:chOff x="1213920" y="8439840"/>
            <a:chExt cx="18951120" cy="18000"/>
          </a:xfrm>
        </p:grpSpPr>
        <p:sp>
          <p:nvSpPr>
            <p:cNvPr id="78" name="Freeform 22"/>
            <p:cNvSpPr/>
            <p:nvPr/>
          </p:nvSpPr>
          <p:spPr>
            <a:xfrm>
              <a:off x="1213920" y="8439840"/>
              <a:ext cx="18951120" cy="18000"/>
            </a:xfrm>
            <a:custGeom>
              <a:avLst/>
              <a:gdLst>
                <a:gd name="textAreaLeft" fmla="*/ 0 w 18951120"/>
                <a:gd name="textAreaRight" fmla="*/ 18960120 w 18951120"/>
                <a:gd name="textAreaTop" fmla="*/ 0 h 18000"/>
                <a:gd name="textAreaBottom" fmla="*/ 27000 h 180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TextBox 23"/>
          <p:cNvSpPr/>
          <p:nvPr/>
        </p:nvSpPr>
        <p:spPr>
          <a:xfrm>
            <a:off x="1213920" y="7920360"/>
            <a:ext cx="1895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Box 1"/>
          <p:cNvSpPr/>
          <p:nvPr/>
        </p:nvSpPr>
        <p:spPr>
          <a:xfrm>
            <a:off x="1195920" y="720000"/>
            <a:ext cx="18960840" cy="40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{{exp_6_</a:t>
            </a: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role</a:t>
            </a: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}}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{{exp_6_company}}   {{exp_6_dates}}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9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{{exp_6_bullets_block}}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134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{{exp_7_role}}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{{exp_7_company}}   {{exp_7_dates}}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9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{{exp_7_bullets_block}}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1" name="Group 27"/>
          <p:cNvGrpSpPr/>
          <p:nvPr/>
        </p:nvGrpSpPr>
        <p:grpSpPr>
          <a:xfrm>
            <a:off x="1066320" y="18883440"/>
            <a:ext cx="18952920" cy="19800"/>
            <a:chOff x="1066320" y="18883440"/>
            <a:chExt cx="18952920" cy="19800"/>
          </a:xfrm>
        </p:grpSpPr>
        <p:sp>
          <p:nvSpPr>
            <p:cNvPr id="82" name="Freeform 1"/>
            <p:cNvSpPr/>
            <p:nvPr/>
          </p:nvSpPr>
          <p:spPr>
            <a:xfrm>
              <a:off x="1066320" y="1888344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3" name="TextBox 29"/>
          <p:cNvSpPr/>
          <p:nvPr/>
        </p:nvSpPr>
        <p:spPr>
          <a:xfrm>
            <a:off x="1066320" y="1838088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4" name="Group 32"/>
          <p:cNvGrpSpPr/>
          <p:nvPr/>
        </p:nvGrpSpPr>
        <p:grpSpPr>
          <a:xfrm>
            <a:off x="1080360" y="26819640"/>
            <a:ext cx="18952920" cy="19800"/>
            <a:chOff x="1080360" y="26819640"/>
            <a:chExt cx="18952920" cy="19800"/>
          </a:xfrm>
        </p:grpSpPr>
        <p:sp>
          <p:nvSpPr>
            <p:cNvPr id="85" name="Freeform 33"/>
            <p:cNvSpPr/>
            <p:nvPr/>
          </p:nvSpPr>
          <p:spPr>
            <a:xfrm>
              <a:off x="1080360" y="2681964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TextBox 34"/>
          <p:cNvSpPr/>
          <p:nvPr/>
        </p:nvSpPr>
        <p:spPr>
          <a:xfrm>
            <a:off x="1066320" y="27016560"/>
            <a:ext cx="1927152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5"/>
          <p:cNvSpPr/>
          <p:nvPr/>
        </p:nvSpPr>
        <p:spPr>
          <a:xfrm>
            <a:off x="1080360" y="2631636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HABILIDADES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30"/>
          <p:cNvSpPr/>
          <p:nvPr/>
        </p:nvSpPr>
        <p:spPr>
          <a:xfrm>
            <a:off x="1066680" y="19914480"/>
            <a:ext cx="58165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31"/>
          <p:cNvSpPr/>
          <p:nvPr/>
        </p:nvSpPr>
        <p:spPr>
          <a:xfrm>
            <a:off x="1066680" y="18905760"/>
            <a:ext cx="1909152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{{edu_1_degree}} 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{{edu_1_school}}  {{edu_1_years}}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{{edu_2_degree}}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{{edu_2_school}}  {{edu_2_years}}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{{edu_3_degree}}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{{edu_3_school}}  {{edu_3_years}}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42"/>
          <p:cNvSpPr/>
          <p:nvPr/>
        </p:nvSpPr>
        <p:spPr>
          <a:xfrm>
            <a:off x="6972840" y="19973880"/>
            <a:ext cx="598140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Lato"/>
            </a:endParaRPr>
          </a:p>
        </p:txBody>
      </p:sp>
      <p:sp>
        <p:nvSpPr>
          <p:cNvPr id="91" name="TextBox 43"/>
          <p:cNvSpPr/>
          <p:nvPr/>
        </p:nvSpPr>
        <p:spPr>
          <a:xfrm>
            <a:off x="7920720" y="19085760"/>
            <a:ext cx="557712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44"/>
          <p:cNvSpPr/>
          <p:nvPr/>
        </p:nvSpPr>
        <p:spPr>
          <a:xfrm>
            <a:off x="14040360" y="20001960"/>
            <a:ext cx="5751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45"/>
          <p:cNvSpPr/>
          <p:nvPr/>
        </p:nvSpPr>
        <p:spPr>
          <a:xfrm>
            <a:off x="14760360" y="19085760"/>
            <a:ext cx="575172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4" name="Group 1"/>
          <p:cNvGrpSpPr/>
          <p:nvPr/>
        </p:nvGrpSpPr>
        <p:grpSpPr>
          <a:xfrm>
            <a:off x="1066680" y="21115800"/>
            <a:ext cx="18952920" cy="19800"/>
            <a:chOff x="1066680" y="21115800"/>
            <a:chExt cx="18952920" cy="19800"/>
          </a:xfrm>
        </p:grpSpPr>
        <p:sp>
          <p:nvSpPr>
            <p:cNvPr id="95" name="Freeform 2"/>
            <p:cNvSpPr/>
            <p:nvPr/>
          </p:nvSpPr>
          <p:spPr>
            <a:xfrm>
              <a:off x="1066680" y="2111580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6" name="TextBox 3"/>
          <p:cNvSpPr/>
          <p:nvPr/>
        </p:nvSpPr>
        <p:spPr>
          <a:xfrm>
            <a:off x="1066680" y="2061324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CURSOS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4"/>
          <p:cNvSpPr/>
          <p:nvPr/>
        </p:nvSpPr>
        <p:spPr>
          <a:xfrm>
            <a:off x="1067040" y="22326840"/>
            <a:ext cx="58165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5"/>
          <p:cNvSpPr/>
          <p:nvPr/>
        </p:nvSpPr>
        <p:spPr>
          <a:xfrm>
            <a:off x="1067040" y="21210120"/>
            <a:ext cx="190915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8"/>
          <p:cNvSpPr/>
          <p:nvPr/>
        </p:nvSpPr>
        <p:spPr>
          <a:xfrm>
            <a:off x="14040720" y="22414320"/>
            <a:ext cx="5751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0"/>
          <p:cNvSpPr/>
          <p:nvPr/>
        </p:nvSpPr>
        <p:spPr>
          <a:xfrm>
            <a:off x="14760720" y="21318120"/>
            <a:ext cx="575172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1" name="Group 2"/>
          <p:cNvGrpSpPr/>
          <p:nvPr/>
        </p:nvGrpSpPr>
        <p:grpSpPr>
          <a:xfrm>
            <a:off x="1067040" y="23168160"/>
            <a:ext cx="18952920" cy="19800"/>
            <a:chOff x="1067040" y="23168160"/>
            <a:chExt cx="18952920" cy="19800"/>
          </a:xfrm>
        </p:grpSpPr>
        <p:sp>
          <p:nvSpPr>
            <p:cNvPr id="102" name="Freeform 3"/>
            <p:cNvSpPr/>
            <p:nvPr/>
          </p:nvSpPr>
          <p:spPr>
            <a:xfrm>
              <a:off x="1067040" y="2316816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3" name="TextBox 7"/>
          <p:cNvSpPr/>
          <p:nvPr/>
        </p:nvSpPr>
        <p:spPr>
          <a:xfrm>
            <a:off x="1067040" y="2262960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IDIOMAS E INFORMATICA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12"/>
          <p:cNvSpPr/>
          <p:nvPr/>
        </p:nvSpPr>
        <p:spPr>
          <a:xfrm>
            <a:off x="1067400" y="25063200"/>
            <a:ext cx="58165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13"/>
          <p:cNvSpPr/>
          <p:nvPr/>
        </p:nvSpPr>
        <p:spPr>
          <a:xfrm>
            <a:off x="1067400" y="23184720"/>
            <a:ext cx="19091520" cy="280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16"/>
          <p:cNvSpPr/>
          <p:nvPr/>
        </p:nvSpPr>
        <p:spPr>
          <a:xfrm>
            <a:off x="14041080" y="25150680"/>
            <a:ext cx="5751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7"/>
          <p:cNvSpPr/>
          <p:nvPr/>
        </p:nvSpPr>
        <p:spPr>
          <a:xfrm>
            <a:off x="14761080" y="24234480"/>
            <a:ext cx="575172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2026-03-09T19:49:47Z</dcterms:modified>
  <cp:revision>33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