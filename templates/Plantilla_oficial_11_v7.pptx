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  <p:sldId id="257" r:id="rId4"/>
  </p:sldIdLst>
  <p:sldSz cx="21374100" cy="30276800"/>
  <p:notesSz cx="7559675" cy="10691813"/>
  <p:embeddedFontLst>
    <p:embeddedFont>
      <p:font typeface="Poppins"/>
      <p:regular r:id="rId5"/>
    </p:embeddedFont>
    <p:embeddedFont>
      <p:font typeface="Lato"/>
      <p:regular r:id="rId6"/>
      <p:bold r:id="rId6"/>
    </p:embeddedFont>
    <p:embeddedFont>
      <p:font typeface="Proxima nova"/>
    </p:embeddedFont>
    <p:embeddedFont>
      <p:font typeface="Microsoft YaHei"/>
      <p:regular r:id="rId7"/>
    </p:embeddedFont>
    <p:embeddedFont>
      <p:font typeface="Poppins Bold"/>
    </p:embeddedFont>
    <p:embeddedFont>
      <p:font typeface="Proxima Nova"/>
      <p:regular r:id="rId8"/>
      <p:bold r:id="rId8"/>
    </p:embeddedFont>
    <p:embeddedFont>
      <p:font typeface="Garet"/>
      <p:regular r:id="rId9"/>
      <p:bold r:id="rId9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font" Target="fonts/Font_1_Poppins_Regular.fntdata"/><Relationship Id="rId6" Type="http://schemas.openxmlformats.org/officeDocument/2006/relationships/font" Target="fonts/Font_2_Lato_Regular.fntdata"/><Relationship Id="rId7" Type="http://schemas.openxmlformats.org/officeDocument/2006/relationships/font" Target="fonts/Font_3_Microsoft_YaHei_Regular.fntdata"/><Relationship Id="rId8" Type="http://schemas.openxmlformats.org/officeDocument/2006/relationships/font" Target="fonts/Font_4_Proxima_Nova_Regular.fntdata"/><Relationship Id="rId9" Type="http://schemas.openxmlformats.org/officeDocument/2006/relationships/font" Target="fonts/Font_5_Garet_Regular.fntdata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7000" cy="115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0480" cy="584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7000" cy="468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047069F-CCA4-40FF-A90D-BFE63019F50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5240" cy="55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5240" cy="4103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5240" cy="793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36F876B-929B-4A0B-A8EE-F065A483E55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1240" cy="145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13AF53B-82F3-4D3B-BE34-B789FEB945A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44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3DC0FD1-B7B5-4EFA-BDD6-FBAF077E4C6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6240" cy="584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8760" cy="584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11065FA-F6D4-4ED4-9D90-0AAF84F07A2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44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C6A6758-CEEA-41E5-8A80-4C08FC2FF73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1240" cy="13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1240" cy="148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6779B7F-1849-4E80-9D34-A079F17D7F0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732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732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86DB3FC-0DA5-4744-B06E-A2C39011A5C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9120" cy="62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9120" cy="394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0560" cy="62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0560" cy="394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7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8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316604E-7DE1-4D8D-8D5E-A21AF8C0E20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B811F9D-9EF6-4AEB-A53C-36FEADB20EF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5A478F3-3AE2-4193-A93E-F7625615BCA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title"/>
          </p:nvPr>
        </p:nvSpPr>
        <p:spPr>
          <a:xfrm>
            <a:off x="1068480" y="1207800"/>
            <a:ext cx="19233720" cy="5053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body"/>
          </p:nvPr>
        </p:nvSpPr>
        <p:spPr>
          <a:xfrm>
            <a:off x="1068480" y="7084440"/>
            <a:ext cx="19233720" cy="175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image" Target="../media/image7.png"/><Relationship Id="rId10" Type="http://schemas.openxmlformats.org/officeDocument/2006/relationships/image" Target="../media/image8.svg"/><Relationship Id="rId11" Type="http://schemas.openxmlformats.org/officeDocument/2006/relationships/slideLayout" Target="../slideLayouts/slideLayout1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24"/>
          <p:cNvSpPr/>
          <p:nvPr/>
        </p:nvSpPr>
        <p:spPr>
          <a:xfrm>
            <a:off x="971640" y="9000000"/>
            <a:ext cx="18947520" cy="168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66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25"/>
          <p:cNvSpPr/>
          <p:nvPr/>
        </p:nvSpPr>
        <p:spPr>
          <a:xfrm>
            <a:off x="1260000" y="8316000"/>
            <a:ext cx="18961200" cy="879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32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{{exp_1_</a:t>
            </a: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role</a:t>
            </a:r>
            <a:r>
              <a:rPr lang="en-US" sz="32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}}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85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{{exp_1_bullets_block}}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191"/>
              </a:spcBef>
              <a:spcAft>
                <a:spcPts val="992"/>
              </a:spcAft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67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 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32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{{exp_2_role}}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{{exp_2_company}}   {{exp_2_dates}}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9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{{exp_2_bullets_block}}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 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32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{{exp_3_role}}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{{exp_3_company}}   {{exp_3_dates}}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9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{{exp_3_bullets_block}}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 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32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{{exp_4_role}}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{{exp_4_company}}   {{exp_4_dates}}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9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{{exp_4_bullets_block}} 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  <a:spcBef>
                <a:spcPts val="1191"/>
              </a:spcBef>
              <a:spcAft>
                <a:spcPts val="992"/>
              </a:spcAft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32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{{exp_5_role}}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{{exp_5_company}}   {{exp_5_dates}}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9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{{exp_5_bullets_block}} 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37"/>
          <p:cNvSpPr/>
          <p:nvPr/>
        </p:nvSpPr>
        <p:spPr>
          <a:xfrm>
            <a:off x="1131120" y="10837440"/>
            <a:ext cx="1896120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0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2"/>
          <p:cNvSpPr/>
          <p:nvPr/>
        </p:nvSpPr>
        <p:spPr>
          <a:xfrm>
            <a:off x="916920" y="852840"/>
            <a:ext cx="19550520" cy="20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298"/>
              </a:lnSpc>
            </a:pPr>
            <a:r>
              <a:rPr lang="en-US" sz="736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547"/>
              </a:lnSpc>
            </a:pPr>
            <a:r>
              <a:rPr lang="en-US" sz="3959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Freeform 4"/>
          <p:cNvSpPr/>
          <p:nvPr/>
        </p:nvSpPr>
        <p:spPr>
          <a:xfrm>
            <a:off x="7200000" y="3798360"/>
            <a:ext cx="433080" cy="448560"/>
          </a:xfrm>
          <a:custGeom>
            <a:avLst/>
            <a:gdLst>
              <a:gd name="textAreaLeft" fmla="*/ 0 w 433080"/>
              <a:gd name="textAreaRight" fmla="*/ 441720 w 433080"/>
              <a:gd name="textAreaTop" fmla="*/ 0 h 448560"/>
              <a:gd name="textAreaBottom" fmla="*/ 457200 h 44856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6" y="0"/>
                </a:lnTo>
                <a:lnTo>
                  <a:pt x="441626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Freeform 5"/>
          <p:cNvSpPr/>
          <p:nvPr/>
        </p:nvSpPr>
        <p:spPr>
          <a:xfrm>
            <a:off x="7366320" y="3923640"/>
            <a:ext cx="100440" cy="224640"/>
          </a:xfrm>
          <a:custGeom>
            <a:avLst/>
            <a:gdLst>
              <a:gd name="textAreaLeft" fmla="*/ 0 w 100440"/>
              <a:gd name="textAreaRight" fmla="*/ 109080 w 100440"/>
              <a:gd name="textAreaTop" fmla="*/ 0 h 224640"/>
              <a:gd name="textAreaBottom" fmla="*/ 233280 h 224640"/>
            </a:gdLst>
            <a:ahLst/>
            <a:cxnLst/>
            <a:rect l="textAreaLeft" t="textAreaTop" r="textAreaRight" b="textAreaBottom"/>
            <a:pathLst>
              <a:path w="109023" h="233210">
                <a:moveTo>
                  <a:pt x="0" y="0"/>
                </a:moveTo>
                <a:lnTo>
                  <a:pt x="109023" y="0"/>
                </a:lnTo>
                <a:lnTo>
                  <a:pt x="109023" y="233210"/>
                </a:lnTo>
                <a:lnTo>
                  <a:pt x="0" y="23321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6"/>
          <p:cNvSpPr/>
          <p:nvPr/>
        </p:nvSpPr>
        <p:spPr>
          <a:xfrm>
            <a:off x="7838640" y="3780000"/>
            <a:ext cx="347256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Freeform 7"/>
          <p:cNvSpPr/>
          <p:nvPr/>
        </p:nvSpPr>
        <p:spPr>
          <a:xfrm>
            <a:off x="916920" y="3789720"/>
            <a:ext cx="433080" cy="448560"/>
          </a:xfrm>
          <a:custGeom>
            <a:avLst/>
            <a:gdLst>
              <a:gd name="textAreaLeft" fmla="*/ 0 w 433080"/>
              <a:gd name="textAreaRight" fmla="*/ 441720 w 433080"/>
              <a:gd name="textAreaTop" fmla="*/ 0 h 448560"/>
              <a:gd name="textAreaBottom" fmla="*/ 457200 h 44856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7" y="0"/>
                </a:lnTo>
                <a:lnTo>
                  <a:pt x="441627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Freeform 8"/>
          <p:cNvSpPr/>
          <p:nvPr/>
        </p:nvSpPr>
        <p:spPr>
          <a:xfrm>
            <a:off x="1036080" y="3936240"/>
            <a:ext cx="206280" cy="182160"/>
          </a:xfrm>
          <a:custGeom>
            <a:avLst/>
            <a:gdLst>
              <a:gd name="textAreaLeft" fmla="*/ 0 w 206280"/>
              <a:gd name="textAreaRight" fmla="*/ 214920 w 206280"/>
              <a:gd name="textAreaTop" fmla="*/ 0 h 182160"/>
              <a:gd name="textAreaBottom" fmla="*/ 190800 h 182160"/>
            </a:gdLst>
            <a:ahLst/>
            <a:cxnLst/>
            <a:rect l="textAreaLeft" t="textAreaTop" r="textAreaRight" b="textAreaBottom"/>
            <a:pathLst>
              <a:path w="214865" h="190643">
                <a:moveTo>
                  <a:pt x="0" y="0"/>
                </a:moveTo>
                <a:lnTo>
                  <a:pt x="214865" y="0"/>
                </a:lnTo>
                <a:lnTo>
                  <a:pt x="214865" y="190643"/>
                </a:lnTo>
                <a:lnTo>
                  <a:pt x="0" y="1906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9"/>
          <p:cNvSpPr/>
          <p:nvPr/>
        </p:nvSpPr>
        <p:spPr>
          <a:xfrm>
            <a:off x="1555560" y="3780000"/>
            <a:ext cx="527796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Freeform 10"/>
          <p:cNvSpPr/>
          <p:nvPr/>
        </p:nvSpPr>
        <p:spPr>
          <a:xfrm>
            <a:off x="11805120" y="3802320"/>
            <a:ext cx="444600" cy="444600"/>
          </a:xfrm>
          <a:custGeom>
            <a:avLst/>
            <a:gdLst>
              <a:gd name="textAreaLeft" fmla="*/ 0 w 444600"/>
              <a:gd name="textAreaRight" fmla="*/ 453240 w 444600"/>
              <a:gd name="textAreaTop" fmla="*/ 0 h 444600"/>
              <a:gd name="textAreaBottom" fmla="*/ 453240 h 444600"/>
            </a:gdLst>
            <a:ahLst/>
            <a:cxnLst/>
            <a:rect l="textAreaLeft" t="textAreaTop" r="textAreaRight" b="textAreaBottom"/>
            <a:pathLst>
              <a:path w="453304" h="453304">
                <a:moveTo>
                  <a:pt x="0" y="0"/>
                </a:moveTo>
                <a:lnTo>
                  <a:pt x="453305" y="0"/>
                </a:lnTo>
                <a:lnTo>
                  <a:pt x="453305" y="453305"/>
                </a:lnTo>
                <a:lnTo>
                  <a:pt x="0" y="45330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1"/>
          <p:cNvSpPr/>
          <p:nvPr/>
        </p:nvSpPr>
        <p:spPr>
          <a:xfrm>
            <a:off x="12474000" y="3726720"/>
            <a:ext cx="449604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{{contact_location}}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3" name="Group 12"/>
          <p:cNvGrpSpPr/>
          <p:nvPr/>
        </p:nvGrpSpPr>
        <p:grpSpPr>
          <a:xfrm>
            <a:off x="1260000" y="5422320"/>
            <a:ext cx="18951480" cy="18360"/>
            <a:chOff x="1260000" y="5422320"/>
            <a:chExt cx="18951480" cy="18360"/>
          </a:xfrm>
        </p:grpSpPr>
        <p:sp>
          <p:nvSpPr>
            <p:cNvPr id="74" name="Freeform 13"/>
            <p:cNvSpPr/>
            <p:nvPr/>
          </p:nvSpPr>
          <p:spPr>
            <a:xfrm>
              <a:off x="1260000" y="5422320"/>
              <a:ext cx="18951480" cy="18360"/>
            </a:xfrm>
            <a:custGeom>
              <a:avLst/>
              <a:gdLst>
                <a:gd name="textAreaLeft" fmla="*/ 0 w 18951480"/>
                <a:gd name="textAreaRight" fmla="*/ 18960120 w 18951480"/>
                <a:gd name="textAreaTop" fmla="*/ 0 h 18360"/>
                <a:gd name="textAreaBottom" fmla="*/ 27000 h 1836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5" name="TextBox 14"/>
          <p:cNvSpPr/>
          <p:nvPr/>
        </p:nvSpPr>
        <p:spPr>
          <a:xfrm>
            <a:off x="1203480" y="5487480"/>
            <a:ext cx="1895148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5"/>
          <p:cNvSpPr/>
          <p:nvPr/>
        </p:nvSpPr>
        <p:spPr>
          <a:xfrm>
            <a:off x="1203480" y="4860000"/>
            <a:ext cx="18951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OBJETIVO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7" name="Group 21"/>
          <p:cNvGrpSpPr/>
          <p:nvPr/>
        </p:nvGrpSpPr>
        <p:grpSpPr>
          <a:xfrm>
            <a:off x="1213920" y="8439840"/>
            <a:ext cx="18951480" cy="18360"/>
            <a:chOff x="1213920" y="8439840"/>
            <a:chExt cx="18951480" cy="18360"/>
          </a:xfrm>
        </p:grpSpPr>
        <p:sp>
          <p:nvSpPr>
            <p:cNvPr id="78" name="Freeform 22"/>
            <p:cNvSpPr/>
            <p:nvPr/>
          </p:nvSpPr>
          <p:spPr>
            <a:xfrm>
              <a:off x="1213920" y="8439840"/>
              <a:ext cx="18951480" cy="18360"/>
            </a:xfrm>
            <a:custGeom>
              <a:avLst/>
              <a:gdLst>
                <a:gd name="textAreaLeft" fmla="*/ 0 w 18951480"/>
                <a:gd name="textAreaRight" fmla="*/ 18960120 w 18951480"/>
                <a:gd name="textAreaTop" fmla="*/ 0 h 18360"/>
                <a:gd name="textAreaBottom" fmla="*/ 27000 h 1836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9" name="TextBox 23"/>
          <p:cNvSpPr/>
          <p:nvPr/>
        </p:nvSpPr>
        <p:spPr>
          <a:xfrm>
            <a:off x="1213920" y="7920360"/>
            <a:ext cx="18951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EXPERIENCIA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extBox 1"/>
          <p:cNvSpPr/>
          <p:nvPr/>
        </p:nvSpPr>
        <p:spPr>
          <a:xfrm>
            <a:off x="1195920" y="720000"/>
            <a:ext cx="18961200" cy="40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32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{{exp_6_</a:t>
            </a: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role</a:t>
            </a:r>
            <a:r>
              <a:rPr lang="en-US" sz="32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}}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{{exp_6_company}}   {{exp_6_dates}}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9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{{exp_6_bullets_block}}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191"/>
              </a:spcBef>
              <a:spcAft>
                <a:spcPts val="992"/>
              </a:spcAft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134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 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32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{{exp_7_role}}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3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{{exp_7_company}}   {{exp_7_dates}}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9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{{exp_7_bullets_block}}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 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1" name="Group 27"/>
          <p:cNvGrpSpPr/>
          <p:nvPr/>
        </p:nvGrpSpPr>
        <p:grpSpPr>
          <a:xfrm>
            <a:off x="1066320" y="18883440"/>
            <a:ext cx="18953280" cy="20160"/>
            <a:chOff x="1066320" y="18883440"/>
            <a:chExt cx="18953280" cy="20160"/>
          </a:xfrm>
        </p:grpSpPr>
        <p:sp>
          <p:nvSpPr>
            <p:cNvPr id="82" name="Freeform 1"/>
            <p:cNvSpPr/>
            <p:nvPr/>
          </p:nvSpPr>
          <p:spPr>
            <a:xfrm>
              <a:off x="1066320" y="18883440"/>
              <a:ext cx="18953280" cy="20160"/>
            </a:xfrm>
            <a:custGeom>
              <a:avLst/>
              <a:gdLst>
                <a:gd name="textAreaLeft" fmla="*/ 0 w 18953280"/>
                <a:gd name="textAreaRight" fmla="*/ 18960120 w 18953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3" name="TextBox 29"/>
          <p:cNvSpPr/>
          <p:nvPr/>
        </p:nvSpPr>
        <p:spPr>
          <a:xfrm>
            <a:off x="1066320" y="18380880"/>
            <a:ext cx="18953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4" name="Group 32"/>
          <p:cNvGrpSpPr/>
          <p:nvPr/>
        </p:nvGrpSpPr>
        <p:grpSpPr>
          <a:xfrm>
            <a:off x="1080360" y="26819640"/>
            <a:ext cx="18953280" cy="20160"/>
            <a:chOff x="1080360" y="26819640"/>
            <a:chExt cx="18953280" cy="20160"/>
          </a:xfrm>
        </p:grpSpPr>
        <p:sp>
          <p:nvSpPr>
            <p:cNvPr id="85" name="Freeform 33"/>
            <p:cNvSpPr/>
            <p:nvPr/>
          </p:nvSpPr>
          <p:spPr>
            <a:xfrm>
              <a:off x="1080360" y="26819640"/>
              <a:ext cx="18953280" cy="20160"/>
            </a:xfrm>
            <a:custGeom>
              <a:avLst/>
              <a:gdLst>
                <a:gd name="textAreaLeft" fmla="*/ 0 w 18953280"/>
                <a:gd name="textAreaRight" fmla="*/ 18960120 w 18953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6" name="TextBox 34"/>
          <p:cNvSpPr/>
          <p:nvPr/>
        </p:nvSpPr>
        <p:spPr>
          <a:xfrm>
            <a:off x="1066320" y="27016560"/>
            <a:ext cx="19271880" cy="31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{{skill_1}}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{{skill_2}}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{{skill_3}}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{{skill_4}}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{{skill_5}}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{{skill_6}}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35"/>
          <p:cNvSpPr/>
          <p:nvPr/>
        </p:nvSpPr>
        <p:spPr>
          <a:xfrm>
            <a:off x="1080360" y="26316360"/>
            <a:ext cx="18953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HABILIDADES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30"/>
          <p:cNvSpPr/>
          <p:nvPr/>
        </p:nvSpPr>
        <p:spPr>
          <a:xfrm>
            <a:off x="1066680" y="19914480"/>
            <a:ext cx="58168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31"/>
          <p:cNvSpPr/>
          <p:nvPr/>
        </p:nvSpPr>
        <p:spPr>
          <a:xfrm>
            <a:off x="1066680" y="18905760"/>
            <a:ext cx="19091880" cy="12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402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5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{{edu_1_degree}}  </a:t>
            </a: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{{edu_1_school}}  {{edu_1_years}}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5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{{edu_2_degree}} </a:t>
            </a: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{{edu_2_school}}  {{edu_2_years}}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5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{{edu_3_degree}} </a:t>
            </a:r>
            <a:r>
              <a:rPr lang="en-US" sz="25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{{edu_3_school}}  {{edu_3_years}}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42"/>
          <p:cNvSpPr/>
          <p:nvPr/>
        </p:nvSpPr>
        <p:spPr>
          <a:xfrm>
            <a:off x="6972840" y="19973880"/>
            <a:ext cx="598176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Lato"/>
            </a:endParaRPr>
          </a:p>
        </p:txBody>
      </p:sp>
      <p:sp>
        <p:nvSpPr>
          <p:cNvPr id="91" name="TextBox 43"/>
          <p:cNvSpPr/>
          <p:nvPr/>
        </p:nvSpPr>
        <p:spPr>
          <a:xfrm>
            <a:off x="7920720" y="19085760"/>
            <a:ext cx="5577480" cy="90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44"/>
          <p:cNvSpPr/>
          <p:nvPr/>
        </p:nvSpPr>
        <p:spPr>
          <a:xfrm>
            <a:off x="14040360" y="20001960"/>
            <a:ext cx="57520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45"/>
          <p:cNvSpPr/>
          <p:nvPr/>
        </p:nvSpPr>
        <p:spPr>
          <a:xfrm>
            <a:off x="14760360" y="19085760"/>
            <a:ext cx="5752080" cy="90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4" name="Group 1"/>
          <p:cNvGrpSpPr/>
          <p:nvPr/>
        </p:nvGrpSpPr>
        <p:grpSpPr>
          <a:xfrm>
            <a:off x="1066680" y="21115800"/>
            <a:ext cx="18953280" cy="20160"/>
            <a:chOff x="1066680" y="21115800"/>
            <a:chExt cx="18953280" cy="20160"/>
          </a:xfrm>
        </p:grpSpPr>
        <p:sp>
          <p:nvSpPr>
            <p:cNvPr id="95" name="Freeform 2"/>
            <p:cNvSpPr/>
            <p:nvPr/>
          </p:nvSpPr>
          <p:spPr>
            <a:xfrm>
              <a:off x="1066680" y="21115800"/>
              <a:ext cx="18953280" cy="20160"/>
            </a:xfrm>
            <a:custGeom>
              <a:avLst/>
              <a:gdLst>
                <a:gd name="textAreaLeft" fmla="*/ 0 w 18953280"/>
                <a:gd name="textAreaRight" fmla="*/ 18960120 w 18953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6" name="TextBox 3"/>
          <p:cNvSpPr/>
          <p:nvPr/>
        </p:nvSpPr>
        <p:spPr>
          <a:xfrm>
            <a:off x="1066680" y="20613240"/>
            <a:ext cx="18953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CURSOS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4"/>
          <p:cNvSpPr/>
          <p:nvPr/>
        </p:nvSpPr>
        <p:spPr>
          <a:xfrm>
            <a:off x="1067040" y="22326840"/>
            <a:ext cx="58168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5"/>
          <p:cNvSpPr/>
          <p:nvPr/>
        </p:nvSpPr>
        <p:spPr>
          <a:xfrm>
            <a:off x="1067040" y="21210120"/>
            <a:ext cx="19091880" cy="11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{{curso_1}}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{{curso_2}}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{{curso_3}}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</p:txBody>
      </p:sp>
      <p:sp>
        <p:nvSpPr>
          <p:cNvPr id="99" name="TextBox 8"/>
          <p:cNvSpPr/>
          <p:nvPr/>
        </p:nvSpPr>
        <p:spPr>
          <a:xfrm>
            <a:off x="14040720" y="22414320"/>
            <a:ext cx="57520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10"/>
          <p:cNvSpPr/>
          <p:nvPr/>
        </p:nvSpPr>
        <p:spPr>
          <a:xfrm>
            <a:off x="14760720" y="21318120"/>
            <a:ext cx="5752080" cy="90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1" name="Group 2"/>
          <p:cNvGrpSpPr/>
          <p:nvPr/>
        </p:nvGrpSpPr>
        <p:grpSpPr>
          <a:xfrm>
            <a:off x="1067040" y="23168160"/>
            <a:ext cx="18953280" cy="20160"/>
            <a:chOff x="1067040" y="23168160"/>
            <a:chExt cx="18953280" cy="20160"/>
          </a:xfrm>
        </p:grpSpPr>
        <p:sp>
          <p:nvSpPr>
            <p:cNvPr id="102" name="Freeform 3"/>
            <p:cNvSpPr/>
            <p:nvPr/>
          </p:nvSpPr>
          <p:spPr>
            <a:xfrm>
              <a:off x="1067040" y="23168160"/>
              <a:ext cx="18953280" cy="20160"/>
            </a:xfrm>
            <a:custGeom>
              <a:avLst/>
              <a:gdLst>
                <a:gd name="textAreaLeft" fmla="*/ 0 w 18953280"/>
                <a:gd name="textAreaRight" fmla="*/ 18960120 w 18953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3" name="TextBox 7"/>
          <p:cNvSpPr/>
          <p:nvPr/>
        </p:nvSpPr>
        <p:spPr>
          <a:xfrm>
            <a:off x="1067040" y="22629600"/>
            <a:ext cx="18953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IDIOMAS E INFORMATICA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12"/>
          <p:cNvSpPr/>
          <p:nvPr/>
        </p:nvSpPr>
        <p:spPr>
          <a:xfrm>
            <a:off x="1067400" y="25063200"/>
            <a:ext cx="58168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13"/>
          <p:cNvSpPr/>
          <p:nvPr/>
        </p:nvSpPr>
        <p:spPr>
          <a:xfrm>
            <a:off x="1067400" y="23184720"/>
            <a:ext cx="19091880" cy="280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{{idioma_1}}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{{idioma_2}}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{{idioma_3}}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{{it_1}}}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{{it_2}}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roxima Nova"/>
              </a:rPr>
              <a:t>{{it_3}}}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Poppins"/>
            </a:endParaRPr>
          </a:p>
        </p:txBody>
      </p:sp>
      <p:sp>
        <p:nvSpPr>
          <p:cNvPr id="106" name="TextBox 16"/>
          <p:cNvSpPr/>
          <p:nvPr/>
        </p:nvSpPr>
        <p:spPr>
          <a:xfrm>
            <a:off x="14041080" y="25150680"/>
            <a:ext cx="57520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17"/>
          <p:cNvSpPr/>
          <p:nvPr/>
        </p:nvSpPr>
        <p:spPr>
          <a:xfrm>
            <a:off x="14761080" y="24234480"/>
            <a:ext cx="5752080" cy="90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DAG9kqqhLuI</dc:identifier>
  <dc:language>es-AR</dc:language>
  <cp:lastModifiedBy/>
  <dcterms:modified xsi:type="dcterms:W3CDTF">2026-03-08T20:45:30Z</dcterms:modified>
  <cp:revision>32</cp:revision>
  <dc:subject/>
  <dc:title>Plantilla_oficial_11.pptx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