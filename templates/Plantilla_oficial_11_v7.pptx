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</p:sldIdLst>
  <p:sldSz cx="21374100" cy="30276800"/>
  <p:notesSz cx="7559675" cy="10691813"/>
  <p:embeddedFontLst>
    <p:embeddedFont>
      <p:font typeface="Poppins"/>
      <p:regular r:id="rId5"/>
      <p:bold r:id="rId5"/>
    </p:embeddedFont>
    <p:embeddedFont>
      <p:font typeface="Proxima nova"/>
    </p:embeddedFont>
    <p:embeddedFont>
      <p:font typeface="Microsoft YaHei"/>
      <p:regular r:id="rId6"/>
    </p:embeddedFont>
    <p:embeddedFont>
      <p:font typeface="Poppins Bold"/>
    </p:embeddedFont>
    <p:embeddedFont>
      <p:font typeface="Garet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font" Target="fonts/Font_1_Poppins_Regular.fntdata"/><Relationship Id="rId6" Type="http://schemas.openxmlformats.org/officeDocument/2006/relationships/font" Target="fonts/Font_2_Microsoft_YaHei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60818A-2CCE-45B9-A134-B5955702C0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60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12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D59B29-928A-4296-84E4-33A5E08C88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5170B1-18D5-4E16-99F3-E0567B97F8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600" cy="13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600" cy="14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30CC37-B675-4A0A-84CE-39005F1BE2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46ED33-46AD-4335-ABD9-7358D0159A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48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48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92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92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45CE6F-4C55-4D82-B4A2-B906C1390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99B271-5025-4AA5-8F59-F4CA2C38CA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09688B-B470-4126-8CEF-690D8FC54A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1068480" y="1207800"/>
            <a:ext cx="19234080" cy="50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1068480" y="7084440"/>
            <a:ext cx="19234080" cy="175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360" cy="11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84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360" cy="468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CEF218-52F1-475C-B49E-E1A8F98431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600" cy="55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600" cy="41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600" cy="7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5AF687-CAE0-429A-8076-E6556DE920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600" cy="14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21943B-6166-4417-96B1-36822FAA17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4"/>
          <p:cNvSpPr/>
          <p:nvPr/>
        </p:nvSpPr>
        <p:spPr>
          <a:xfrm>
            <a:off x="971640" y="9000000"/>
            <a:ext cx="18947880" cy="16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667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5"/>
          <p:cNvSpPr/>
          <p:nvPr/>
        </p:nvSpPr>
        <p:spPr>
          <a:xfrm>
            <a:off x="1260000" y="8316000"/>
            <a:ext cx="18961560" cy="87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{{exp_1_</a:t>
            </a: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role</a:t>
            </a: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685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67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{{exp_2_bullets_block}}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{{exp_3_role}}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{{exp_3_company}}   {{exp_3_dates}}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{{exp_3_bullets_block}}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{{exp_4_role}}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{{exp_4_company}}   {{exp_4_dates}}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{{exp_4_bullets_block}}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{{exp_5_role}}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{{exp_5_company}}   {{exp_5_dates}}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{{exp_5_bullets_block}}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7"/>
          <p:cNvSpPr/>
          <p:nvPr/>
        </p:nvSpPr>
        <p:spPr>
          <a:xfrm>
            <a:off x="1131120" y="10837440"/>
            <a:ext cx="18961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01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916920" y="852840"/>
            <a:ext cx="195508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0298"/>
              </a:lnSpc>
            </a:pPr>
            <a:r>
              <a:rPr lang="en-US" sz="736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547"/>
              </a:lnSpc>
            </a:pPr>
            <a:r>
              <a:rPr lang="en-US" sz="3959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reeform 4"/>
          <p:cNvSpPr/>
          <p:nvPr/>
        </p:nvSpPr>
        <p:spPr>
          <a:xfrm>
            <a:off x="7200000" y="3798360"/>
            <a:ext cx="433440" cy="448920"/>
          </a:xfrm>
          <a:custGeom>
            <a:avLst/>
            <a:gdLst>
              <a:gd name="textAreaLeft" fmla="*/ 0 w 433440"/>
              <a:gd name="textAreaRight" fmla="*/ 441720 w 433440"/>
              <a:gd name="textAreaTop" fmla="*/ 0 h 448920"/>
              <a:gd name="textAreaBottom" fmla="*/ 457200 h 4489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6" y="0"/>
                </a:lnTo>
                <a:lnTo>
                  <a:pt x="441626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5"/>
          <p:cNvSpPr/>
          <p:nvPr/>
        </p:nvSpPr>
        <p:spPr>
          <a:xfrm>
            <a:off x="7366320" y="3923640"/>
            <a:ext cx="100800" cy="225000"/>
          </a:xfrm>
          <a:custGeom>
            <a:avLst/>
            <a:gdLst>
              <a:gd name="textAreaLeft" fmla="*/ 0 w 100800"/>
              <a:gd name="textAreaRight" fmla="*/ 109080 w 100800"/>
              <a:gd name="textAreaTop" fmla="*/ 0 h 225000"/>
              <a:gd name="textAreaBottom" fmla="*/ 233280 h 225000"/>
            </a:gdLst>
            <a:ahLst/>
            <a:cxnLst/>
            <a:rect l="textAreaLeft" t="textAreaTop" r="textAreaRight" b="textAreaBottom"/>
            <a:pathLst>
              <a:path w="109023" h="233210">
                <a:moveTo>
                  <a:pt x="0" y="0"/>
                </a:moveTo>
                <a:lnTo>
                  <a:pt x="109023" y="0"/>
                </a:lnTo>
                <a:lnTo>
                  <a:pt x="109023" y="233210"/>
                </a:lnTo>
                <a:lnTo>
                  <a:pt x="0" y="23321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7838640" y="3780000"/>
            <a:ext cx="3472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7"/>
          <p:cNvSpPr/>
          <p:nvPr/>
        </p:nvSpPr>
        <p:spPr>
          <a:xfrm>
            <a:off x="916920" y="3789720"/>
            <a:ext cx="433440" cy="448920"/>
          </a:xfrm>
          <a:custGeom>
            <a:avLst/>
            <a:gdLst>
              <a:gd name="textAreaLeft" fmla="*/ 0 w 433440"/>
              <a:gd name="textAreaRight" fmla="*/ 441720 w 433440"/>
              <a:gd name="textAreaTop" fmla="*/ 0 h 448920"/>
              <a:gd name="textAreaBottom" fmla="*/ 457200 h 448920"/>
            </a:gdLst>
            <a:ahLst/>
            <a:cxnLst/>
            <a:rect l="textAreaLeft" t="textAreaTop" r="textAreaRight" b="textAreaBottom"/>
            <a:pathLst>
              <a:path w="441627" h="457152">
                <a:moveTo>
                  <a:pt x="0" y="0"/>
                </a:moveTo>
                <a:lnTo>
                  <a:pt x="441627" y="0"/>
                </a:lnTo>
                <a:lnTo>
                  <a:pt x="441627" y="457152"/>
                </a:lnTo>
                <a:lnTo>
                  <a:pt x="0" y="45715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reeform 8"/>
          <p:cNvSpPr/>
          <p:nvPr/>
        </p:nvSpPr>
        <p:spPr>
          <a:xfrm>
            <a:off x="1036080" y="3936240"/>
            <a:ext cx="206640" cy="182520"/>
          </a:xfrm>
          <a:custGeom>
            <a:avLst/>
            <a:gdLst>
              <a:gd name="textAreaLeft" fmla="*/ 0 w 206640"/>
              <a:gd name="textAreaRight" fmla="*/ 214920 w 206640"/>
              <a:gd name="textAreaTop" fmla="*/ 0 h 182520"/>
              <a:gd name="textAreaBottom" fmla="*/ 190800 h 182520"/>
            </a:gdLst>
            <a:ahLst/>
            <a:cxnLst/>
            <a:rect l="textAreaLeft" t="textAreaTop" r="textAreaRight" b="textAreaBottom"/>
            <a:pathLst>
              <a:path w="214865" h="190643">
                <a:moveTo>
                  <a:pt x="0" y="0"/>
                </a:moveTo>
                <a:lnTo>
                  <a:pt x="214865" y="0"/>
                </a:lnTo>
                <a:lnTo>
                  <a:pt x="214865" y="190643"/>
                </a:lnTo>
                <a:lnTo>
                  <a:pt x="0" y="19064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1555560" y="3780000"/>
            <a:ext cx="52783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166"/>
              </a:lnSpc>
            </a:pPr>
            <a:r>
              <a:rPr lang="en-US" sz="226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reeform 10"/>
          <p:cNvSpPr/>
          <p:nvPr/>
        </p:nvSpPr>
        <p:spPr>
          <a:xfrm>
            <a:off x="11805120" y="3802320"/>
            <a:ext cx="444960" cy="444960"/>
          </a:xfrm>
          <a:custGeom>
            <a:avLst/>
            <a:gdLst>
              <a:gd name="textAreaLeft" fmla="*/ 0 w 444960"/>
              <a:gd name="textAreaRight" fmla="*/ 453240 w 444960"/>
              <a:gd name="textAreaTop" fmla="*/ 0 h 444960"/>
              <a:gd name="textAreaBottom" fmla="*/ 453240 h 444960"/>
            </a:gdLst>
            <a:ahLst/>
            <a:cxnLst/>
            <a:rect l="textAreaLeft" t="textAreaTop" r="textAreaRight" b="textAreaBottom"/>
            <a:pathLst>
              <a:path w="453304" h="453304">
                <a:moveTo>
                  <a:pt x="0" y="0"/>
                </a:moveTo>
                <a:lnTo>
                  <a:pt x="453305" y="0"/>
                </a:lnTo>
                <a:lnTo>
                  <a:pt x="453305" y="453305"/>
                </a:lnTo>
                <a:lnTo>
                  <a:pt x="0" y="45330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12474000" y="3726720"/>
            <a:ext cx="449640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{{contact_location}}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12"/>
          <p:cNvGrpSpPr/>
          <p:nvPr/>
        </p:nvGrpSpPr>
        <p:grpSpPr>
          <a:xfrm>
            <a:off x="1260000" y="5422320"/>
            <a:ext cx="18951840" cy="18720"/>
            <a:chOff x="1260000" y="5422320"/>
            <a:chExt cx="18951840" cy="18720"/>
          </a:xfrm>
        </p:grpSpPr>
        <p:sp>
          <p:nvSpPr>
            <p:cNvPr id="74" name="Freeform 13"/>
            <p:cNvSpPr/>
            <p:nvPr/>
          </p:nvSpPr>
          <p:spPr>
            <a:xfrm>
              <a:off x="1260000" y="542232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TextBox 14"/>
          <p:cNvSpPr/>
          <p:nvPr/>
        </p:nvSpPr>
        <p:spPr>
          <a:xfrm>
            <a:off x="1203480" y="5487480"/>
            <a:ext cx="189518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{{about}}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5"/>
          <p:cNvSpPr/>
          <p:nvPr/>
        </p:nvSpPr>
        <p:spPr>
          <a:xfrm>
            <a:off x="1203480" y="486000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OBJETIVO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21"/>
          <p:cNvGrpSpPr/>
          <p:nvPr/>
        </p:nvGrpSpPr>
        <p:grpSpPr>
          <a:xfrm>
            <a:off x="1213920" y="8439840"/>
            <a:ext cx="18951840" cy="18720"/>
            <a:chOff x="1213920" y="8439840"/>
            <a:chExt cx="18951840" cy="18720"/>
          </a:xfrm>
        </p:grpSpPr>
        <p:sp>
          <p:nvSpPr>
            <p:cNvPr id="78" name="Freeform 22"/>
            <p:cNvSpPr/>
            <p:nvPr/>
          </p:nvSpPr>
          <p:spPr>
            <a:xfrm>
              <a:off x="1213920" y="843984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TextBox 23"/>
          <p:cNvSpPr/>
          <p:nvPr/>
        </p:nvSpPr>
        <p:spPr>
          <a:xfrm>
            <a:off x="1213920" y="792036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EXPERIENCIA PROFESIONAL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1"/>
          <p:cNvGrpSpPr/>
          <p:nvPr/>
        </p:nvGrpSpPr>
        <p:grpSpPr>
          <a:xfrm>
            <a:off x="1065960" y="28382400"/>
            <a:ext cx="18951840" cy="18720"/>
            <a:chOff x="1065960" y="28382400"/>
            <a:chExt cx="18951840" cy="18720"/>
          </a:xfrm>
        </p:grpSpPr>
        <p:sp>
          <p:nvSpPr>
            <p:cNvPr id="81" name="Freeform 2"/>
            <p:cNvSpPr/>
            <p:nvPr/>
          </p:nvSpPr>
          <p:spPr>
            <a:xfrm>
              <a:off x="1065960" y="2838240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" name="TextBox 5"/>
          <p:cNvSpPr/>
          <p:nvPr/>
        </p:nvSpPr>
        <p:spPr>
          <a:xfrm>
            <a:off x="1036080" y="28790640"/>
            <a:ext cx="634356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7740000" y="28800000"/>
            <a:ext cx="6119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8"/>
          <p:cNvSpPr/>
          <p:nvPr/>
        </p:nvSpPr>
        <p:spPr>
          <a:xfrm>
            <a:off x="1065960" y="2787984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IDIOMAS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roup 2"/>
          <p:cNvGrpSpPr/>
          <p:nvPr/>
        </p:nvGrpSpPr>
        <p:grpSpPr>
          <a:xfrm>
            <a:off x="1065960" y="21547080"/>
            <a:ext cx="18951840" cy="18720"/>
            <a:chOff x="1065960" y="21547080"/>
            <a:chExt cx="18951840" cy="18720"/>
          </a:xfrm>
        </p:grpSpPr>
        <p:sp>
          <p:nvSpPr>
            <p:cNvPr id="86" name="Freeform 3"/>
            <p:cNvSpPr/>
            <p:nvPr/>
          </p:nvSpPr>
          <p:spPr>
            <a:xfrm>
              <a:off x="1065960" y="2154708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10"/>
          <p:cNvSpPr/>
          <p:nvPr/>
        </p:nvSpPr>
        <p:spPr>
          <a:xfrm>
            <a:off x="1065960" y="2104452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3"/>
          <p:cNvGrpSpPr/>
          <p:nvPr/>
        </p:nvGrpSpPr>
        <p:grpSpPr>
          <a:xfrm>
            <a:off x="1080000" y="24479280"/>
            <a:ext cx="18951840" cy="18720"/>
            <a:chOff x="1080000" y="24479280"/>
            <a:chExt cx="18951840" cy="18720"/>
          </a:xfrm>
        </p:grpSpPr>
        <p:sp>
          <p:nvSpPr>
            <p:cNvPr id="89" name="Freeform 6"/>
            <p:cNvSpPr/>
            <p:nvPr/>
          </p:nvSpPr>
          <p:spPr>
            <a:xfrm>
              <a:off x="1080000" y="24479280"/>
              <a:ext cx="18951840" cy="18720"/>
            </a:xfrm>
            <a:custGeom>
              <a:avLst/>
              <a:gdLst>
                <a:gd name="textAreaLeft" fmla="*/ 0 w 18951840"/>
                <a:gd name="textAreaRight" fmla="*/ 18960120 w 1895184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5280366" h="35941">
                  <a:moveTo>
                    <a:pt x="25280366" y="35941"/>
                  </a:moveTo>
                  <a:lnTo>
                    <a:pt x="0" y="35941"/>
                  </a:lnTo>
                  <a:lnTo>
                    <a:pt x="0" y="0"/>
                  </a:lnTo>
                  <a:lnTo>
                    <a:pt x="25280366" y="0"/>
                  </a:lnTo>
                  <a:close/>
                </a:path>
              </a:pathLst>
            </a:custGeom>
            <a:solidFill>
              <a:srgbClr val="272727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0" name="TextBox 12"/>
          <p:cNvSpPr/>
          <p:nvPr/>
        </p:nvSpPr>
        <p:spPr>
          <a:xfrm>
            <a:off x="1065960" y="24712200"/>
            <a:ext cx="1927044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{{skill_1}}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{{skill_2}}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{{skill_4}}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{{skill_5}}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{{skill_6}}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080000" y="23940000"/>
            <a:ext cx="18951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HABILIDADES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6"/>
          <p:cNvSpPr/>
          <p:nvPr/>
        </p:nvSpPr>
        <p:spPr>
          <a:xfrm>
            <a:off x="14427000" y="28790640"/>
            <a:ext cx="55526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{{idioma_3}}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2"/>
          <p:cNvSpPr/>
          <p:nvPr/>
        </p:nvSpPr>
        <p:spPr>
          <a:xfrm>
            <a:off x="1066320" y="21749760"/>
            <a:ext cx="19090440" cy="13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{{edu_1_degree}} 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{{edu_1_school}}  {{edu_1_years}}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{{edu_2_degree}}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{{edu_2_school}}  {{edu_2_years}}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6"/>
              </a:lnSpc>
              <a:buClr>
                <a:srgbClr val="292d2d"/>
              </a:buClr>
              <a:buSzPct val="45000"/>
              <a:buFont typeface="Wingdings" charset="2"/>
              <a:buChar char=""/>
            </a:pPr>
            <a:r>
              <a:rPr lang="en-US" sz="28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{{edu_3_degree}} </a:t>
            </a: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{{edu_3_school}}  {{edu_3_years}}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"/>
          <p:cNvSpPr/>
          <p:nvPr/>
        </p:nvSpPr>
        <p:spPr>
          <a:xfrm>
            <a:off x="1195920" y="720000"/>
            <a:ext cx="18961560" cy="40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{{exp_6_</a:t>
            </a:r>
            <a:r>
              <a:rPr lang="en-US" sz="36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role</a:t>
            </a: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{{exp_6_company}}   {{exp_6_dates}}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{{exp_6_bullets_block}}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2"/>
              </a:lnSpc>
              <a:spcBef>
                <a:spcPts val="1191"/>
              </a:spcBef>
              <a:spcAft>
                <a:spcPts val="992"/>
              </a:spcAft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34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</a:pPr>
            <a:r>
              <a:rPr lang="en-US" sz="3200" b="1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{{exp_7_role}}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 Bold"/>
              </a:rPr>
              <a:t> </a:t>
            </a:r>
            <a:r>
              <a:rPr lang="en-US" sz="32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{{exp_7_company}}   {{exp_7_dates}}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9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8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{{exp_7_bullets_block}}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701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600" b="0" u="none" strike="noStrike">
                <a:solidFill>
                  <a:srgbClr val="292d2d"/>
                </a:solidFill>
                <a:effectLst/>
                <a:uFillTx/>
                <a:latin typeface="Poppins"/>
                <a:ea typeface="Poppins"/>
              </a:rPr>
              <a:t> 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DAG9kqqhLuI</dc:identifier>
  <dc:language>es-AR</dc:language>
  <cp:lastModifiedBy/>
  <dcterms:modified xsi:type="dcterms:W3CDTF">2026-03-05T15:36:51Z</dcterms:modified>
  <cp:revision>31</cp:revision>
  <dc:subject/>
  <dc:title>Plantilla_oficial_11.pptx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