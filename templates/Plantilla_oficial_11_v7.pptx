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oppins"/>
      <p:regular r:id="rId5"/>
    </p:embeddedFont>
    <p:embeddedFont>
      <p:font typeface="Microsoft YaHei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960" cy="135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960" cy="148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26A127-F8F4-4AED-936F-26700818DE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1C01B8-3580-4D56-8778-2974520C54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84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84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28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28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06E0D1-D01E-4EDC-868E-5B76016ED5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429E08-831F-45A9-8088-0398256E6A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349385-1A6A-49EE-BD6B-3952C93E56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4440" cy="505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4440" cy="1755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720" cy="115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20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720" cy="468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3F7124-410E-4623-A154-22F79BD590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960" cy="5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960" cy="410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960" cy="79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66768A-A2F8-4C39-BA30-00FF8310E8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960" cy="14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83A693-20AE-4300-A9C3-7F08903E59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A3DE80-0E9B-4FF1-B168-439753BBEF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96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48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A67C7E-EA01-4412-BA0C-36DBD18036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7BECCA-1CCF-4CE4-B415-872BBF6084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4"/>
          <p:cNvSpPr/>
          <p:nvPr/>
        </p:nvSpPr>
        <p:spPr>
          <a:xfrm>
            <a:off x="971640" y="9000000"/>
            <a:ext cx="18948240" cy="16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5"/>
          <p:cNvSpPr/>
          <p:nvPr/>
        </p:nvSpPr>
        <p:spPr>
          <a:xfrm>
            <a:off x="1260000" y="9000000"/>
            <a:ext cx="18961920" cy="82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</a:t>
            </a: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7"/>
          <p:cNvSpPr/>
          <p:nvPr/>
        </p:nvSpPr>
        <p:spPr>
          <a:xfrm>
            <a:off x="1131120" y="10837440"/>
            <a:ext cx="18961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916920" y="852840"/>
            <a:ext cx="1955124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4"/>
          <p:cNvSpPr/>
          <p:nvPr/>
        </p:nvSpPr>
        <p:spPr>
          <a:xfrm>
            <a:off x="7200000" y="3798360"/>
            <a:ext cx="433800" cy="449280"/>
          </a:xfrm>
          <a:custGeom>
            <a:avLst/>
            <a:gdLst>
              <a:gd name="textAreaLeft" fmla="*/ 0 w 433800"/>
              <a:gd name="textAreaRight" fmla="*/ 441720 w 433800"/>
              <a:gd name="textAreaTop" fmla="*/ 0 h 449280"/>
              <a:gd name="textAreaBottom" fmla="*/ 457200 h 44928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5"/>
          <p:cNvSpPr/>
          <p:nvPr/>
        </p:nvSpPr>
        <p:spPr>
          <a:xfrm>
            <a:off x="7366320" y="3923640"/>
            <a:ext cx="101160" cy="225360"/>
          </a:xfrm>
          <a:custGeom>
            <a:avLst/>
            <a:gdLst>
              <a:gd name="textAreaLeft" fmla="*/ 0 w 101160"/>
              <a:gd name="textAreaRight" fmla="*/ 109080 w 101160"/>
              <a:gd name="textAreaTop" fmla="*/ 0 h 225360"/>
              <a:gd name="textAreaBottom" fmla="*/ 233280 h 22536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6"/>
          <p:cNvSpPr/>
          <p:nvPr/>
        </p:nvSpPr>
        <p:spPr>
          <a:xfrm>
            <a:off x="7838640" y="3780000"/>
            <a:ext cx="34732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7"/>
          <p:cNvSpPr/>
          <p:nvPr/>
        </p:nvSpPr>
        <p:spPr>
          <a:xfrm>
            <a:off x="916920" y="3789720"/>
            <a:ext cx="433800" cy="449280"/>
          </a:xfrm>
          <a:custGeom>
            <a:avLst/>
            <a:gdLst>
              <a:gd name="textAreaLeft" fmla="*/ 0 w 433800"/>
              <a:gd name="textAreaRight" fmla="*/ 441720 w 433800"/>
              <a:gd name="textAreaTop" fmla="*/ 0 h 449280"/>
              <a:gd name="textAreaBottom" fmla="*/ 457200 h 44928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8"/>
          <p:cNvSpPr/>
          <p:nvPr/>
        </p:nvSpPr>
        <p:spPr>
          <a:xfrm>
            <a:off x="1036080" y="3936240"/>
            <a:ext cx="207000" cy="182880"/>
          </a:xfrm>
          <a:custGeom>
            <a:avLst/>
            <a:gdLst>
              <a:gd name="textAreaLeft" fmla="*/ 0 w 207000"/>
              <a:gd name="textAreaRight" fmla="*/ 214920 w 207000"/>
              <a:gd name="textAreaTop" fmla="*/ 0 h 182880"/>
              <a:gd name="textAreaBottom" fmla="*/ 190800 h 18288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555560" y="3780000"/>
            <a:ext cx="52786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10"/>
          <p:cNvSpPr/>
          <p:nvPr/>
        </p:nvSpPr>
        <p:spPr>
          <a:xfrm>
            <a:off x="11805120" y="3802320"/>
            <a:ext cx="445320" cy="445320"/>
          </a:xfrm>
          <a:custGeom>
            <a:avLst/>
            <a:gdLst>
              <a:gd name="textAreaLeft" fmla="*/ 0 w 445320"/>
              <a:gd name="textAreaRight" fmla="*/ 453240 w 445320"/>
              <a:gd name="textAreaTop" fmla="*/ 0 h 445320"/>
              <a:gd name="textAreaBottom" fmla="*/ 453240 h 44532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2474000" y="3726720"/>
            <a:ext cx="44967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12"/>
          <p:cNvGrpSpPr/>
          <p:nvPr/>
        </p:nvGrpSpPr>
        <p:grpSpPr>
          <a:xfrm>
            <a:off x="1260000" y="5422320"/>
            <a:ext cx="18952200" cy="19080"/>
            <a:chOff x="1260000" y="5422320"/>
            <a:chExt cx="18952200" cy="19080"/>
          </a:xfrm>
        </p:grpSpPr>
        <p:sp>
          <p:nvSpPr>
            <p:cNvPr id="74" name="Freeform 13"/>
            <p:cNvSpPr/>
            <p:nvPr/>
          </p:nvSpPr>
          <p:spPr>
            <a:xfrm>
              <a:off x="1260000" y="542232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4"/>
          <p:cNvSpPr/>
          <p:nvPr/>
        </p:nvSpPr>
        <p:spPr>
          <a:xfrm>
            <a:off x="1203480" y="5487480"/>
            <a:ext cx="189522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1203480" y="48600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21"/>
          <p:cNvGrpSpPr/>
          <p:nvPr/>
        </p:nvGrpSpPr>
        <p:grpSpPr>
          <a:xfrm>
            <a:off x="1213920" y="8439840"/>
            <a:ext cx="18952200" cy="19080"/>
            <a:chOff x="1213920" y="8439840"/>
            <a:chExt cx="18952200" cy="19080"/>
          </a:xfrm>
        </p:grpSpPr>
        <p:sp>
          <p:nvSpPr>
            <p:cNvPr id="78" name="Freeform 22"/>
            <p:cNvSpPr/>
            <p:nvPr/>
          </p:nvSpPr>
          <p:spPr>
            <a:xfrm>
              <a:off x="1213920" y="843984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23"/>
          <p:cNvSpPr/>
          <p:nvPr/>
        </p:nvSpPr>
        <p:spPr>
          <a:xfrm>
            <a:off x="1213920" y="792036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1"/>
          <p:cNvGrpSpPr/>
          <p:nvPr/>
        </p:nvGrpSpPr>
        <p:grpSpPr>
          <a:xfrm>
            <a:off x="1065960" y="28382400"/>
            <a:ext cx="18952200" cy="19080"/>
            <a:chOff x="1065960" y="28382400"/>
            <a:chExt cx="18952200" cy="19080"/>
          </a:xfrm>
        </p:grpSpPr>
        <p:sp>
          <p:nvSpPr>
            <p:cNvPr id="81" name="Freeform 2"/>
            <p:cNvSpPr/>
            <p:nvPr/>
          </p:nvSpPr>
          <p:spPr>
            <a:xfrm>
              <a:off x="1065960" y="2838240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5"/>
          <p:cNvSpPr/>
          <p:nvPr/>
        </p:nvSpPr>
        <p:spPr>
          <a:xfrm>
            <a:off x="1036080" y="28790640"/>
            <a:ext cx="6343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7"/>
          <p:cNvSpPr/>
          <p:nvPr/>
        </p:nvSpPr>
        <p:spPr>
          <a:xfrm>
            <a:off x="7740000" y="28800000"/>
            <a:ext cx="6120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8"/>
          <p:cNvSpPr/>
          <p:nvPr/>
        </p:nvSpPr>
        <p:spPr>
          <a:xfrm>
            <a:off x="1065960" y="2787984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" name="Group 2"/>
          <p:cNvGrpSpPr/>
          <p:nvPr/>
        </p:nvGrpSpPr>
        <p:grpSpPr>
          <a:xfrm>
            <a:off x="1065960" y="21547080"/>
            <a:ext cx="18952200" cy="19080"/>
            <a:chOff x="1065960" y="21547080"/>
            <a:chExt cx="18952200" cy="19080"/>
          </a:xfrm>
        </p:grpSpPr>
        <p:sp>
          <p:nvSpPr>
            <p:cNvPr id="86" name="Freeform 3"/>
            <p:cNvSpPr/>
            <p:nvPr/>
          </p:nvSpPr>
          <p:spPr>
            <a:xfrm>
              <a:off x="1065960" y="2154708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10"/>
          <p:cNvSpPr/>
          <p:nvPr/>
        </p:nvSpPr>
        <p:spPr>
          <a:xfrm>
            <a:off x="1065960" y="2104452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3"/>
          <p:cNvGrpSpPr/>
          <p:nvPr/>
        </p:nvGrpSpPr>
        <p:grpSpPr>
          <a:xfrm>
            <a:off x="1080000" y="24479280"/>
            <a:ext cx="18952200" cy="19080"/>
            <a:chOff x="1080000" y="24479280"/>
            <a:chExt cx="18952200" cy="19080"/>
          </a:xfrm>
        </p:grpSpPr>
        <p:sp>
          <p:nvSpPr>
            <p:cNvPr id="89" name="Freeform 6"/>
            <p:cNvSpPr/>
            <p:nvPr/>
          </p:nvSpPr>
          <p:spPr>
            <a:xfrm>
              <a:off x="1080000" y="2447928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TextBox 12"/>
          <p:cNvSpPr/>
          <p:nvPr/>
        </p:nvSpPr>
        <p:spPr>
          <a:xfrm>
            <a:off x="1065960" y="24712200"/>
            <a:ext cx="1927080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3"/>
          <p:cNvSpPr/>
          <p:nvPr/>
        </p:nvSpPr>
        <p:spPr>
          <a:xfrm>
            <a:off x="1080000" y="239400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6"/>
          <p:cNvSpPr/>
          <p:nvPr/>
        </p:nvSpPr>
        <p:spPr>
          <a:xfrm>
            <a:off x="14427000" y="28790640"/>
            <a:ext cx="5553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32"/>
          <p:cNvSpPr/>
          <p:nvPr/>
        </p:nvSpPr>
        <p:spPr>
          <a:xfrm>
            <a:off x="1066320" y="21749760"/>
            <a:ext cx="1909080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"/>
          <p:cNvSpPr/>
          <p:nvPr/>
        </p:nvSpPr>
        <p:spPr>
          <a:xfrm>
            <a:off x="1195920" y="1080000"/>
            <a:ext cx="18961920" cy="345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{{exp_6_</a:t>
            </a: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{{exp_7_role}}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{{exp_7_company}}   {{exp_7_dates}}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{{exp_7_bullets_block}}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2026-02-13T13:26:17Z</dcterms:modified>
  <cp:revision>30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