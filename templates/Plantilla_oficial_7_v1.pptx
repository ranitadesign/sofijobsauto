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</p:embeddedFont>
    <p:embeddedFont>
      <p:font typeface="Now Bold"/>
    </p:embeddedFont>
    <p:embeddedFont>
      <p:font typeface="Montserrat"/>
      <p:regular r:id="rId4"/>
      <p:bold r:id="rId4"/>
    </p:embeddedFont>
    <p:embeddedFont>
      <p:font typeface="Microsoft YaHei"/>
      <p:regular r:id="rId5"/>
    </p:embeddedFont>
    <p:embeddedFont>
      <p:font typeface="Poppins"/>
      <p:regular r:id="rId6"/>
      <p:bold r:id="rId6"/>
    </p:embeddedFont>
    <p:embeddedFont>
      <p:font typeface="Garet"/>
      <p:regular r:id="rId7"/>
      <p:bold r:id="rId7"/>
    </p:embeddedFont>
    <p:embeddedFont>
      <p:font typeface="Garet Italics"/>
    </p:embeddedFont>
    <p:embeddedFont>
      <p:font typeface="Gare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Poppins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456198-06BD-4AF9-B4D4-C57624F616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56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08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52B54E-5469-464D-83C9-A5AF31D9B2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E0C6C6-8588-4724-8A24-15370987DE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560" cy="13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560" cy="14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396BFB-3F51-4A53-8ACE-A9CE85B7D0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6089AC-D971-431F-BB63-374315A35C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44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44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88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88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8B96FE-434C-4F16-AF3E-A23A7E8318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E0B4BD-2293-4A3A-85BB-4627E830BF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16979B-EBDF-403F-AE85-DC09062FBC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320" cy="11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80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320" cy="46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8DE2AC-A232-45FB-A988-01D1A23F1C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560" cy="5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560" cy="41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56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1E279D-8F56-454A-BCEB-50F350B85B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560" cy="146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924DA0E-1730-4197-80F1-43688F5CC9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12320" cy="30272400"/>
          </a:xfrm>
          <a:custGeom>
            <a:avLst/>
            <a:gdLst>
              <a:gd name="textAreaLeft" fmla="*/ 0 w 7312320"/>
              <a:gd name="textAreaRight" fmla="*/ 7319160 w 7312320"/>
              <a:gd name="textAreaTop" fmla="*/ 0 h 30272400"/>
              <a:gd name="textAreaBottom" fmla="*/ 30278880 h 3027240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958520" y="8651520"/>
            <a:ext cx="12513960" cy="23760"/>
            <a:chOff x="7958520" y="8651520"/>
            <a:chExt cx="12513960" cy="23760"/>
          </a:xfrm>
        </p:grpSpPr>
        <p:sp>
          <p:nvSpPr>
            <p:cNvPr id="61" name="Freeform 4"/>
            <p:cNvSpPr/>
            <p:nvPr/>
          </p:nvSpPr>
          <p:spPr>
            <a:xfrm>
              <a:off x="7958520" y="8651520"/>
              <a:ext cx="12513960" cy="23760"/>
            </a:xfrm>
            <a:custGeom>
              <a:avLst/>
              <a:gdLst>
                <a:gd name="textAreaLeft" fmla="*/ 0 w 12513960"/>
                <a:gd name="textAreaRight" fmla="*/ 12520800 w 12513960"/>
                <a:gd name="textAreaTop" fmla="*/ 0 h 23760"/>
                <a:gd name="textAreaBottom" fmla="*/ 30600 h 2376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5"/>
          <p:cNvGrpSpPr/>
          <p:nvPr/>
        </p:nvGrpSpPr>
        <p:grpSpPr>
          <a:xfrm>
            <a:off x="8056080" y="9053280"/>
            <a:ext cx="20520" cy="16063560"/>
            <a:chOff x="8056080" y="9053280"/>
            <a:chExt cx="20520" cy="16063560"/>
          </a:xfrm>
        </p:grpSpPr>
        <p:sp>
          <p:nvSpPr>
            <p:cNvPr id="63" name="Freeform 6"/>
            <p:cNvSpPr/>
            <p:nvPr/>
          </p:nvSpPr>
          <p:spPr>
            <a:xfrm rot="5400000">
              <a:off x="34200" y="17074800"/>
              <a:ext cx="16063560" cy="20520"/>
            </a:xfrm>
            <a:custGeom>
              <a:avLst/>
              <a:gdLst>
                <a:gd name="textAreaLeft" fmla="*/ 0 w 16063560"/>
                <a:gd name="textAreaRight" fmla="*/ 16070400 w 16063560"/>
                <a:gd name="textAreaTop" fmla="*/ 0 h 20520"/>
                <a:gd name="textAreaBottom" fmla="*/ 27360 h 2052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Freeform 7"/>
          <p:cNvSpPr/>
          <p:nvPr/>
        </p:nvSpPr>
        <p:spPr>
          <a:xfrm>
            <a:off x="1002960" y="6948360"/>
            <a:ext cx="347400" cy="378000"/>
          </a:xfrm>
          <a:custGeom>
            <a:avLst/>
            <a:gdLst>
              <a:gd name="textAreaLeft" fmla="*/ 0 w 347400"/>
              <a:gd name="textAreaRight" fmla="*/ 354240 w 347400"/>
              <a:gd name="textAreaTop" fmla="*/ 0 h 378000"/>
              <a:gd name="textAreaBottom" fmla="*/ 384840 h 378000"/>
            </a:gdLst>
            <a:ahLst/>
            <a:cxnLst/>
            <a:rect l="textAreaLeft" t="textAreaTop" r="textAreaRight" b="textAreaBottom"/>
            <a:pathLst>
              <a:path w="354311" h="384829">
                <a:moveTo>
                  <a:pt x="0" y="0"/>
                </a:moveTo>
                <a:lnTo>
                  <a:pt x="354311" y="0"/>
                </a:lnTo>
                <a:lnTo>
                  <a:pt x="354311" y="384829"/>
                </a:lnTo>
                <a:lnTo>
                  <a:pt x="0" y="38482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Freeform 8"/>
          <p:cNvSpPr/>
          <p:nvPr/>
        </p:nvSpPr>
        <p:spPr>
          <a:xfrm>
            <a:off x="991080" y="7923600"/>
            <a:ext cx="359280" cy="255600"/>
          </a:xfrm>
          <a:custGeom>
            <a:avLst/>
            <a:gdLst>
              <a:gd name="textAreaLeft" fmla="*/ 0 w 359280"/>
              <a:gd name="textAreaRight" fmla="*/ 366120 w 359280"/>
              <a:gd name="textAreaTop" fmla="*/ 0 h 255600"/>
              <a:gd name="textAreaBottom" fmla="*/ 262440 h 255600"/>
            </a:gdLst>
            <a:ahLst/>
            <a:cxnLst/>
            <a:rect l="textAreaLeft" t="textAreaTop" r="textAreaRight" b="textAreaBottom"/>
            <a:pathLst>
              <a:path w="366160" h="262585">
                <a:moveTo>
                  <a:pt x="0" y="0"/>
                </a:moveTo>
                <a:lnTo>
                  <a:pt x="366160" y="0"/>
                </a:lnTo>
                <a:lnTo>
                  <a:pt x="366160" y="262585"/>
                </a:lnTo>
                <a:lnTo>
                  <a:pt x="0" y="26258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9"/>
          <p:cNvSpPr/>
          <p:nvPr/>
        </p:nvSpPr>
        <p:spPr>
          <a:xfrm>
            <a:off x="1036080" y="8886960"/>
            <a:ext cx="292320" cy="452520"/>
          </a:xfrm>
          <a:custGeom>
            <a:avLst/>
            <a:gdLst>
              <a:gd name="textAreaLeft" fmla="*/ 0 w 292320"/>
              <a:gd name="textAreaRight" fmla="*/ 299160 w 292320"/>
              <a:gd name="textAreaTop" fmla="*/ 0 h 452520"/>
              <a:gd name="textAreaBottom" fmla="*/ 459360 h 452520"/>
            </a:gdLst>
            <a:ahLst/>
            <a:cxnLst/>
            <a:rect l="textAreaLeft" t="textAreaTop" r="textAreaRight" b="textAreaBottom"/>
            <a:pathLst>
              <a:path w="299285" h="459181">
                <a:moveTo>
                  <a:pt x="0" y="0"/>
                </a:moveTo>
                <a:lnTo>
                  <a:pt x="299285" y="0"/>
                </a:lnTo>
                <a:lnTo>
                  <a:pt x="299285" y="459181"/>
                </a:lnTo>
                <a:lnTo>
                  <a:pt x="0" y="4591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7" name="Group 10"/>
          <p:cNvGrpSpPr/>
          <p:nvPr/>
        </p:nvGrpSpPr>
        <p:grpSpPr>
          <a:xfrm>
            <a:off x="1020600" y="6599880"/>
            <a:ext cx="5110200" cy="23760"/>
            <a:chOff x="1020600" y="6599880"/>
            <a:chExt cx="5110200" cy="23760"/>
          </a:xfrm>
        </p:grpSpPr>
        <p:sp>
          <p:nvSpPr>
            <p:cNvPr id="68" name="Freeform 11"/>
            <p:cNvSpPr/>
            <p:nvPr/>
          </p:nvSpPr>
          <p:spPr>
            <a:xfrm>
              <a:off x="1020600" y="6599880"/>
              <a:ext cx="5110200" cy="23760"/>
            </a:xfrm>
            <a:custGeom>
              <a:avLst/>
              <a:gdLst>
                <a:gd name="textAreaLeft" fmla="*/ 0 w 5110200"/>
                <a:gd name="textAreaRight" fmla="*/ 5117040 w 5110200"/>
                <a:gd name="textAreaTop" fmla="*/ 0 h 23760"/>
                <a:gd name="textAreaBottom" fmla="*/ 30600 h 23760"/>
              </a:gdLst>
              <a:ahLst/>
              <a:cxnLst/>
              <a:rect l="textAreaLeft" t="textAreaTop" r="textAreaRight" b="textAreaBottom"/>
              <a:pathLst>
                <a:path w="6822694" h="40640">
                  <a:moveTo>
                    <a:pt x="6653530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6822694" y="40640"/>
                  </a:lnTo>
                  <a:lnTo>
                    <a:pt x="6822694" y="0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" name="Freeform 12"/>
          <p:cNvSpPr/>
          <p:nvPr/>
        </p:nvSpPr>
        <p:spPr>
          <a:xfrm>
            <a:off x="943560" y="9763560"/>
            <a:ext cx="487440" cy="387000"/>
          </a:xfrm>
          <a:custGeom>
            <a:avLst/>
            <a:gdLst>
              <a:gd name="textAreaLeft" fmla="*/ 0 w 487440"/>
              <a:gd name="textAreaRight" fmla="*/ 494280 w 487440"/>
              <a:gd name="textAreaTop" fmla="*/ 0 h 387000"/>
              <a:gd name="textAreaBottom" fmla="*/ 393840 h 387000"/>
            </a:gdLst>
            <a:ahLst/>
            <a:cxnLst/>
            <a:rect l="textAreaLeft" t="textAreaTop" r="textAreaRight" b="textAreaBottom"/>
            <a:pathLst>
              <a:path w="494443" h="393754">
                <a:moveTo>
                  <a:pt x="0" y="0"/>
                </a:moveTo>
                <a:lnTo>
                  <a:pt x="494442" y="0"/>
                </a:lnTo>
                <a:lnTo>
                  <a:pt x="494442" y="393754"/>
                </a:lnTo>
                <a:lnTo>
                  <a:pt x="0" y="393754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997920" y="5709600"/>
            <a:ext cx="409032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543f3f"/>
                </a:solidFill>
                <a:effectLst/>
                <a:uFillTx/>
                <a:latin typeface="Montserrat"/>
                <a:ea typeface="Now Bold"/>
              </a:rPr>
              <a:t>CONTACTO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6"/>
          <p:cNvSpPr/>
          <p:nvPr/>
        </p:nvSpPr>
        <p:spPr>
          <a:xfrm>
            <a:off x="7931520" y="1204560"/>
            <a:ext cx="12584880" cy="9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7"/>
          <p:cNvSpPr/>
          <p:nvPr/>
        </p:nvSpPr>
        <p:spPr>
          <a:xfrm>
            <a:off x="7958160" y="2880000"/>
            <a:ext cx="1291572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8"/>
          <p:cNvSpPr/>
          <p:nvPr/>
        </p:nvSpPr>
        <p:spPr>
          <a:xfrm>
            <a:off x="7958520" y="7719840"/>
            <a:ext cx="1254096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Montserrat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9"/>
          <p:cNvGrpSpPr/>
          <p:nvPr/>
        </p:nvGrpSpPr>
        <p:grpSpPr>
          <a:xfrm>
            <a:off x="8017200" y="4676760"/>
            <a:ext cx="12482280" cy="23760"/>
            <a:chOff x="8017200" y="4676760"/>
            <a:chExt cx="12482280" cy="23760"/>
          </a:xfrm>
        </p:grpSpPr>
        <p:sp>
          <p:nvSpPr>
            <p:cNvPr id="75" name="Freeform 30"/>
            <p:cNvSpPr/>
            <p:nvPr/>
          </p:nvSpPr>
          <p:spPr>
            <a:xfrm>
              <a:off x="8017200" y="4676760"/>
              <a:ext cx="12482280" cy="23760"/>
            </a:xfrm>
            <a:custGeom>
              <a:avLst/>
              <a:gdLst>
                <a:gd name="textAreaLeft" fmla="*/ 0 w 12482280"/>
                <a:gd name="textAreaRight" fmla="*/ 12489120 w 12482280"/>
                <a:gd name="textAreaTop" fmla="*/ 0 h 23760"/>
                <a:gd name="textAreaBottom" fmla="*/ 30600 h 2376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TextBox 31"/>
          <p:cNvSpPr/>
          <p:nvPr/>
        </p:nvSpPr>
        <p:spPr>
          <a:xfrm>
            <a:off x="8017200" y="3807000"/>
            <a:ext cx="1248228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Montserrat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2"/>
          <p:cNvSpPr/>
          <p:nvPr/>
        </p:nvSpPr>
        <p:spPr>
          <a:xfrm>
            <a:off x="8017200" y="4770720"/>
            <a:ext cx="124822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Group 33"/>
          <p:cNvGrpSpPr/>
          <p:nvPr/>
        </p:nvGrpSpPr>
        <p:grpSpPr>
          <a:xfrm>
            <a:off x="7931520" y="27047520"/>
            <a:ext cx="12513960" cy="23760"/>
            <a:chOff x="7931520" y="27047520"/>
            <a:chExt cx="12513960" cy="23760"/>
          </a:xfrm>
        </p:grpSpPr>
        <p:sp>
          <p:nvSpPr>
            <p:cNvPr id="79" name="Freeform 34"/>
            <p:cNvSpPr/>
            <p:nvPr/>
          </p:nvSpPr>
          <p:spPr>
            <a:xfrm>
              <a:off x="7931520" y="27047520"/>
              <a:ext cx="12513960" cy="23760"/>
            </a:xfrm>
            <a:custGeom>
              <a:avLst/>
              <a:gdLst>
                <a:gd name="textAreaLeft" fmla="*/ 0 w 12513960"/>
                <a:gd name="textAreaRight" fmla="*/ 12520800 w 12513960"/>
                <a:gd name="textAreaTop" fmla="*/ 0 h 23760"/>
                <a:gd name="textAreaBottom" fmla="*/ 30600 h 2376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5"/>
          <p:cNvSpPr/>
          <p:nvPr/>
        </p:nvSpPr>
        <p:spPr>
          <a:xfrm>
            <a:off x="7931520" y="26135640"/>
            <a:ext cx="12540960" cy="73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Now Bold"/>
                <a:ea typeface="Now Bold"/>
              </a:rPr>
              <a:t>FORMACIÓN ACADÉMICA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6"/>
          <p:cNvSpPr/>
          <p:nvPr/>
        </p:nvSpPr>
        <p:spPr>
          <a:xfrm>
            <a:off x="8641800" y="8951040"/>
            <a:ext cx="1169424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8"/>
          <p:cNvSpPr/>
          <p:nvPr/>
        </p:nvSpPr>
        <p:spPr>
          <a:xfrm>
            <a:off x="8641800" y="9180000"/>
            <a:ext cx="12261960" cy="50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57"/>
              </a:lnSpc>
            </a:pPr>
            <a:r>
              <a:rPr lang="en-US" sz="3600" b="1" u="none" spc="68" strike="noStrike">
                <a:solidFill>
                  <a:srgbClr val="101010"/>
                </a:solidFill>
                <a:effectLst/>
                <a:uFillTx/>
                <a:latin typeface="Montserrat"/>
                <a:ea typeface="Garet Bold"/>
              </a:rPr>
              <a:t>{{exp_1_company}}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r>
              <a:rPr lang="en-US" sz="3200" b="0" u="none" spc="60" strike="noStrike">
                <a:solidFill>
                  <a:srgbClr val="101010"/>
                </a:solidFill>
                <a:effectLst/>
                <a:uFillTx/>
                <a:latin typeface="Lato"/>
                <a:ea typeface="Garet Italics"/>
              </a:rPr>
              <a:t>{{exp_1_role}}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83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29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40"/>
          <p:cNvSpPr/>
          <p:nvPr/>
        </p:nvSpPr>
        <p:spPr>
          <a:xfrm>
            <a:off x="8641800" y="15528240"/>
            <a:ext cx="12706200" cy="53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41"/>
          <p:cNvSpPr/>
          <p:nvPr/>
        </p:nvSpPr>
        <p:spPr>
          <a:xfrm>
            <a:off x="8641800" y="16380000"/>
            <a:ext cx="11296440" cy="25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07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2"/>
          <p:cNvSpPr/>
          <p:nvPr/>
        </p:nvSpPr>
        <p:spPr>
          <a:xfrm>
            <a:off x="8670960" y="20838600"/>
            <a:ext cx="1129644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3"/>
          <p:cNvSpPr/>
          <p:nvPr/>
        </p:nvSpPr>
        <p:spPr>
          <a:xfrm>
            <a:off x="8670960" y="21488760"/>
            <a:ext cx="12767040" cy="53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5"/>
          <p:cNvSpPr/>
          <p:nvPr/>
        </p:nvSpPr>
        <p:spPr>
          <a:xfrm>
            <a:off x="7931520" y="27154080"/>
            <a:ext cx="12404520" cy="281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9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101010"/>
                </a:solidFill>
                <a:effectLst/>
                <a:uFillTx/>
                <a:latin typeface="Lato"/>
                <a:ea typeface="Garet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69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47"/>
          <p:cNvGrpSpPr/>
          <p:nvPr/>
        </p:nvGrpSpPr>
        <p:grpSpPr>
          <a:xfrm>
            <a:off x="1534680" y="6956640"/>
            <a:ext cx="4583880" cy="3215160"/>
            <a:chOff x="1534680" y="6956640"/>
            <a:chExt cx="4583880" cy="3215160"/>
          </a:xfrm>
        </p:grpSpPr>
        <p:sp>
          <p:nvSpPr>
            <p:cNvPr id="89" name="TextBox 48"/>
            <p:cNvSpPr/>
            <p:nvPr/>
          </p:nvSpPr>
          <p:spPr>
            <a:xfrm>
              <a:off x="1534680" y="6956640"/>
              <a:ext cx="458388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+{{contact_phone}}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TextBox 49"/>
            <p:cNvSpPr/>
            <p:nvPr/>
          </p:nvSpPr>
          <p:spPr>
            <a:xfrm>
              <a:off x="1534680" y="7824600"/>
              <a:ext cx="458388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{{contact_email}}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TextBox 50"/>
            <p:cNvSpPr/>
            <p:nvPr/>
          </p:nvSpPr>
          <p:spPr>
            <a:xfrm>
              <a:off x="1550520" y="8900640"/>
              <a:ext cx="4568040" cy="324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557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{{contact_location}}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TextBox 51"/>
            <p:cNvSpPr/>
            <p:nvPr/>
          </p:nvSpPr>
          <p:spPr>
            <a:xfrm>
              <a:off x="1549080" y="9769680"/>
              <a:ext cx="4386600" cy="40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169"/>
                </a:lnSpc>
              </a:pPr>
              <a:r>
                <a:rPr lang="en-US" sz="2260" b="0" u="none" strike="noStrike">
                  <a:solidFill>
                    <a:srgbClr val="543f3f"/>
                  </a:solidFill>
                  <a:effectLst/>
                  <a:uFillTx/>
                  <a:latin typeface="Lato"/>
                  <a:ea typeface="Poppins"/>
                </a:rPr>
                <a:t>Licencia de conducir</a:t>
              </a:r>
              <a:endParaRPr lang="es-AR" sz="22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3" name=""/>
          <p:cNvSpPr/>
          <p:nvPr/>
        </p:nvSpPr>
        <p:spPr>
          <a:xfrm>
            <a:off x="1440720" y="535320"/>
            <a:ext cx="41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721080" y="11520000"/>
            <a:ext cx="5937840" cy="301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Arial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Montserrat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Lato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543f3f"/>
                </a:solidFill>
                <a:effectLst/>
                <a:uFillTx/>
                <a:latin typeface="Arial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2026-01-14T15:02:57Z</dcterms:modified>
  <cp:revision>20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