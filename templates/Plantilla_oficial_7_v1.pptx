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Montserrat Bold"/>
    </p:embeddedFont>
    <p:embeddedFont>
      <p:font typeface="Now Bold"/>
    </p:embeddedFont>
    <p:embeddedFont>
      <p:font typeface="Garet Italics"/>
    </p:embeddedFont>
    <p:embeddedFont>
      <p:font typeface="Gare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960" cy="13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960" cy="148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31D239-A498-4E51-ACA4-1BED02196D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160" cy="113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8040" cy="45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8040" cy="45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52840F-C434-461A-9F18-F342559A39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160" cy="113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840" cy="62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840" cy="39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1280" cy="62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1280" cy="39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C4096A-9DB7-4530-80B5-5FEC623823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160" cy="113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51F93E-FCAA-4FEF-8955-8567A6AC0E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3BA815-0042-4AAF-A8F3-35E3FB2974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72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1200" cy="584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720" cy="468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4B9F43-41EB-4454-ADBB-EF531A8482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960" cy="55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960" cy="41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960" cy="79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44B33A-5B5F-4DFD-9B74-0A66A67BB0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960" cy="14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D67B71-9E03-472B-9F4D-A789C1B017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160" cy="113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160" cy="45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259A10-79E0-47FA-9BF6-C195930C25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960" cy="58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480" cy="58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C86234-3633-4B73-AE98-A7CB2D536E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160" cy="113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160" cy="45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504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3280" cy="3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76C001-8921-4429-A0C5-392C29F1F5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7308720" cy="30268800"/>
          </a:xfrm>
          <a:custGeom>
            <a:avLst/>
            <a:gdLst>
              <a:gd name="textAreaLeft" fmla="*/ 0 w 7308720"/>
              <a:gd name="textAreaRight" fmla="*/ 7319160 w 7308720"/>
              <a:gd name="textAreaTop" fmla="*/ 0 h 30268800"/>
              <a:gd name="textAreaBottom" fmla="*/ 30278880 h 30268800"/>
            </a:gdLst>
            <a:ahLst/>
            <a:cxnLst/>
            <a:rect l="textAreaLeft" t="textAreaTop" r="textAreaRight" b="textAreaBottom"/>
            <a:pathLst>
              <a:path w="7319255" h="30481435">
                <a:moveTo>
                  <a:pt x="0" y="0"/>
                </a:moveTo>
                <a:lnTo>
                  <a:pt x="7319255" y="0"/>
                </a:lnTo>
                <a:lnTo>
                  <a:pt x="7319255" y="30481435"/>
                </a:lnTo>
                <a:lnTo>
                  <a:pt x="0" y="30481435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958520" y="8651520"/>
            <a:ext cx="12510360" cy="20160"/>
            <a:chOff x="7958520" y="8651520"/>
            <a:chExt cx="12510360" cy="20160"/>
          </a:xfrm>
        </p:grpSpPr>
        <p:sp>
          <p:nvSpPr>
            <p:cNvPr id="61" name="Freeform 4"/>
            <p:cNvSpPr/>
            <p:nvPr/>
          </p:nvSpPr>
          <p:spPr>
            <a:xfrm>
              <a:off x="7958520" y="8651520"/>
              <a:ext cx="12510360" cy="20160"/>
            </a:xfrm>
            <a:custGeom>
              <a:avLst/>
              <a:gdLst>
                <a:gd name="textAreaLeft" fmla="*/ 0 w 12510360"/>
                <a:gd name="textAreaRight" fmla="*/ 12520800 w 12510360"/>
                <a:gd name="textAreaTop" fmla="*/ 0 h 20160"/>
                <a:gd name="textAreaBottom" fmla="*/ 30600 h 2016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5"/>
          <p:cNvGrpSpPr/>
          <p:nvPr/>
        </p:nvGrpSpPr>
        <p:grpSpPr>
          <a:xfrm>
            <a:off x="8056080" y="9053280"/>
            <a:ext cx="16920" cy="16059960"/>
            <a:chOff x="8056080" y="9053280"/>
            <a:chExt cx="16920" cy="16059960"/>
          </a:xfrm>
        </p:grpSpPr>
        <p:sp>
          <p:nvSpPr>
            <p:cNvPr id="63" name="Freeform 6"/>
            <p:cNvSpPr/>
            <p:nvPr/>
          </p:nvSpPr>
          <p:spPr>
            <a:xfrm rot="5400000">
              <a:off x="34200" y="17074800"/>
              <a:ext cx="16059960" cy="16920"/>
            </a:xfrm>
            <a:custGeom>
              <a:avLst/>
              <a:gdLst>
                <a:gd name="textAreaLeft" fmla="*/ 0 w 16059960"/>
                <a:gd name="textAreaRight" fmla="*/ 16070400 w 16059960"/>
                <a:gd name="textAreaTop" fmla="*/ 0 h 16920"/>
                <a:gd name="textAreaBottom" fmla="*/ 27360 h 16920"/>
              </a:gdLst>
              <a:ahLst/>
              <a:cxnLst/>
              <a:rect l="textAreaLeft" t="textAreaTop" r="textAreaRight" b="textAreaBottom"/>
              <a:pathLst>
                <a:path w="21427312" h="36322">
                  <a:moveTo>
                    <a:pt x="21276056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21427312" y="36322"/>
                  </a:lnTo>
                  <a:lnTo>
                    <a:pt x="21427312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TextBox 26"/>
          <p:cNvSpPr/>
          <p:nvPr/>
        </p:nvSpPr>
        <p:spPr>
          <a:xfrm>
            <a:off x="7931520" y="1204560"/>
            <a:ext cx="1258128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645"/>
              </a:lnSpc>
            </a:pPr>
            <a:r>
              <a:rPr lang="en-US" sz="765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7"/>
          <p:cNvSpPr/>
          <p:nvPr/>
        </p:nvSpPr>
        <p:spPr>
          <a:xfrm>
            <a:off x="7958160" y="2880000"/>
            <a:ext cx="1291212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92"/>
              </a:lnSpc>
            </a:pP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8"/>
          <p:cNvSpPr/>
          <p:nvPr/>
        </p:nvSpPr>
        <p:spPr>
          <a:xfrm>
            <a:off x="7958520" y="7719840"/>
            <a:ext cx="125373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29"/>
          <p:cNvGrpSpPr/>
          <p:nvPr/>
        </p:nvGrpSpPr>
        <p:grpSpPr>
          <a:xfrm>
            <a:off x="8017200" y="4676760"/>
            <a:ext cx="12478680" cy="20160"/>
            <a:chOff x="8017200" y="4676760"/>
            <a:chExt cx="12478680" cy="20160"/>
          </a:xfrm>
        </p:grpSpPr>
        <p:sp>
          <p:nvSpPr>
            <p:cNvPr id="68" name="Freeform 30"/>
            <p:cNvSpPr/>
            <p:nvPr/>
          </p:nvSpPr>
          <p:spPr>
            <a:xfrm>
              <a:off x="8017200" y="4676760"/>
              <a:ext cx="12478680" cy="20160"/>
            </a:xfrm>
            <a:custGeom>
              <a:avLst/>
              <a:gdLst>
                <a:gd name="textAreaLeft" fmla="*/ 0 w 12478680"/>
                <a:gd name="textAreaRight" fmla="*/ 12489120 w 12478680"/>
                <a:gd name="textAreaTop" fmla="*/ 0 h 20160"/>
                <a:gd name="textAreaBottom" fmla="*/ 30600 h 2016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TextBox 31"/>
          <p:cNvSpPr/>
          <p:nvPr/>
        </p:nvSpPr>
        <p:spPr>
          <a:xfrm>
            <a:off x="8017200" y="3807000"/>
            <a:ext cx="124786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2"/>
          <p:cNvSpPr/>
          <p:nvPr/>
        </p:nvSpPr>
        <p:spPr>
          <a:xfrm>
            <a:off x="8017200" y="4770720"/>
            <a:ext cx="12478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69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6"/>
          <p:cNvSpPr/>
          <p:nvPr/>
        </p:nvSpPr>
        <p:spPr>
          <a:xfrm>
            <a:off x="8641800" y="8951040"/>
            <a:ext cx="11690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8"/>
          <p:cNvSpPr/>
          <p:nvPr/>
        </p:nvSpPr>
        <p:spPr>
          <a:xfrm>
            <a:off x="7884000" y="8699040"/>
            <a:ext cx="12258360" cy="51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657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200" b="1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[[EXPERIENCE_BLOCK]]</a:t>
            </a:r>
            <a:r>
              <a:rPr lang="en-US" sz="3600" b="1" u="none" spc="68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 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57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3600" b="1" u="none" spc="68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{{exp_1_role}} </a:t>
            </a:r>
            <a:r>
              <a:rPr lang="en-US" sz="320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{{exp_1_company}} 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  {{exp_1_bullets_block}}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5077"/>
              </a:lnSpc>
            </a:pPr>
            <a:endParaRPr lang="es-AR" sz="2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5077"/>
              </a:lnSpc>
            </a:pPr>
            <a:endParaRPr lang="es-AR" sz="2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3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229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0"/>
          <p:cNvSpPr/>
          <p:nvPr/>
        </p:nvSpPr>
        <p:spPr>
          <a:xfrm>
            <a:off x="8641800" y="15528240"/>
            <a:ext cx="1270260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1"/>
          <p:cNvSpPr/>
          <p:nvPr/>
        </p:nvSpPr>
        <p:spPr>
          <a:xfrm>
            <a:off x="8641800" y="16380000"/>
            <a:ext cx="11292840" cy="25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2"/>
          <p:cNvSpPr/>
          <p:nvPr/>
        </p:nvSpPr>
        <p:spPr>
          <a:xfrm>
            <a:off x="8670960" y="20838600"/>
            <a:ext cx="11292840" cy="5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8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3"/>
          <p:cNvSpPr/>
          <p:nvPr/>
        </p:nvSpPr>
        <p:spPr>
          <a:xfrm>
            <a:off x="8670960" y="21488760"/>
            <a:ext cx="1276344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80000" y="540000"/>
            <a:ext cx="413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05440" y="5542920"/>
            <a:ext cx="6332400" cy="46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21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9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DAG9kLNdTUY</dc:identifier>
  <dc:language>es-AR</dc:language>
  <cp:lastModifiedBy/>
  <dcterms:modified xsi:type="dcterms:W3CDTF">2026-03-05T13:57:59Z</dcterms:modified>
  <cp:revision>30</cp:revision>
  <dc:subject/>
  <dc:title>Plantilla_oficial_7.pptx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