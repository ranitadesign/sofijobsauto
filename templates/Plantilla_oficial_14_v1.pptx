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Poppins Bold"/>
    </p:embeddedFont>
    <p:embeddedFont>
      <p:font typeface="Lato"/>
      <p:regular r:id="rId4"/>
      <p:bold r:id="rId4"/>
    </p:embeddedFont>
    <p:embeddedFont>
      <p:font typeface="Poppins"/>
      <p:regular r:id="rId5"/>
      <p:bold r:id="rId5"/>
    </p:embeddedFont>
    <p:embeddedFont>
      <p:font typeface="Raleway"/>
      <p:regular r:id="rId6"/>
      <p:bold r:id="rId6"/>
    </p:embeddedFont>
    <p:embeddedFont>
      <p:font typeface="Raleway Bold"/>
    </p:embeddedFont>
    <p:embeddedFont>
      <p:font typeface="Microsoft YaHei"/>
      <p:regular r:id="rId7"/>
    </p:embeddedFont>
    <p:embeddedFont>
      <p:font typeface="Montserrat"/>
      <p:regular r:id="rId8"/>
      <p:bold r:id="rId8"/>
    </p:embeddedFont>
    <p:embeddedFont>
      <p:font typeface="Montserrat Bold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Lato_Regular.fntdata"/><Relationship Id="rId5" Type="http://schemas.openxmlformats.org/officeDocument/2006/relationships/font" Target="fonts/Font_2_Poppins_Regular.fntdata"/><Relationship Id="rId6" Type="http://schemas.openxmlformats.org/officeDocument/2006/relationships/font" Target="fonts/Font_3_Raleway_Regular.fntdata"/><Relationship Id="rId7" Type="http://schemas.openxmlformats.org/officeDocument/2006/relationships/font" Target="fonts/Font_4_Microsoft_YaHei_Regular.fntdata"/><Relationship Id="rId8" Type="http://schemas.openxmlformats.org/officeDocument/2006/relationships/font" Target="fonts/Font_5_Montserrat_Regular.fntdata"/><Relationship Id="rId9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9520" cy="1132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36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540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36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9517703-B7AB-49AC-8958-12D1A5B4259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36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540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36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CA2DE35-79BF-461A-84C6-0E9C76D7879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2998080" cy="1152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01560" cy="584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2998080" cy="468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4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36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5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540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6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36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BB46F26-AD1B-4E97-A312-EAA72312285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6320" cy="556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6320" cy="4104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6320" cy="794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36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5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540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6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36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C9F3C39-CCF9-4612-B98D-5DA2A2E7D0D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2320" cy="1459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36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540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36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9E721B0-7DDC-4C01-A695-811EAB5941C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9520" cy="1132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9520" cy="451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36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4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540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5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36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3A3F944-80AA-4E9B-9AE5-F7F62F5B86D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47320" cy="5841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09840" cy="5841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36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4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540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5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36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7A3408D-8FB3-458A-B79D-C186F792120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9520" cy="1132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9520" cy="451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36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4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540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5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36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98559F7-5407-4C1A-A82E-62A19B851D5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2320" cy="1352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2320" cy="1490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36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540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5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36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73A99DE-2D4B-4527-9D0F-74E8DC008BC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9520" cy="1132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28400" cy="451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28400" cy="451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36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540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36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911526D-C9A8-422A-B9B7-64234E3C029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9520" cy="1132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0200" cy="62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0200" cy="3941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31640" cy="62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31640" cy="3941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6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36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7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540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8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36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C26B258-6860-4B1F-A0D0-1F2766C782E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Group 2"/>
          <p:cNvGrpSpPr/>
          <p:nvPr/>
        </p:nvGrpSpPr>
        <p:grpSpPr>
          <a:xfrm>
            <a:off x="9799920" y="5171760"/>
            <a:ext cx="8546040" cy="43920"/>
            <a:chOff x="9799920" y="5171760"/>
            <a:chExt cx="8546040" cy="43920"/>
          </a:xfrm>
        </p:grpSpPr>
        <p:sp>
          <p:nvSpPr>
            <p:cNvPr id="60" name="Freeform 3"/>
            <p:cNvSpPr/>
            <p:nvPr/>
          </p:nvSpPr>
          <p:spPr>
            <a:xfrm>
              <a:off x="9799920" y="5171760"/>
              <a:ext cx="8546040" cy="43920"/>
            </a:xfrm>
            <a:custGeom>
              <a:avLst/>
              <a:gdLst>
                <a:gd name="textAreaLeft" fmla="*/ 0 w 8546040"/>
                <a:gd name="textAreaRight" fmla="*/ 8556120 w 8546040"/>
                <a:gd name="textAreaTop" fmla="*/ 0 h 43920"/>
                <a:gd name="textAreaBottom" fmla="*/ 54000 h 43920"/>
              </a:gdLst>
              <a:ahLst/>
              <a:cxnLst/>
              <a:rect l="textAreaLeft" t="textAreaTop" r="textAreaRight" b="textAreaBottom"/>
              <a:pathLst>
                <a:path w="11408156" h="71882">
                  <a:moveTo>
                    <a:pt x="11408156" y="71882"/>
                  </a:moveTo>
                  <a:lnTo>
                    <a:pt x="0" y="71882"/>
                  </a:lnTo>
                  <a:lnTo>
                    <a:pt x="0" y="0"/>
                  </a:lnTo>
                  <a:lnTo>
                    <a:pt x="11408156" y="0"/>
                  </a:lnTo>
                  <a:close/>
                </a:path>
              </a:pathLst>
            </a:custGeom>
            <a:solidFill>
              <a:srgbClr val="c0504d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000" bIns="9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1" name="Group 4"/>
          <p:cNvGrpSpPr/>
          <p:nvPr/>
        </p:nvGrpSpPr>
        <p:grpSpPr>
          <a:xfrm>
            <a:off x="9696240" y="7875360"/>
            <a:ext cx="8837280" cy="733320"/>
            <a:chOff x="9696240" y="7875360"/>
            <a:chExt cx="8837280" cy="733320"/>
          </a:xfrm>
        </p:grpSpPr>
        <p:sp>
          <p:nvSpPr>
            <p:cNvPr id="62" name="Freeform 5"/>
            <p:cNvSpPr/>
            <p:nvPr/>
          </p:nvSpPr>
          <p:spPr>
            <a:xfrm>
              <a:off x="9696240" y="7875360"/>
              <a:ext cx="8837280" cy="733320"/>
            </a:xfrm>
            <a:custGeom>
              <a:avLst/>
              <a:gdLst>
                <a:gd name="textAreaLeft" fmla="*/ 0 w 8837280"/>
                <a:gd name="textAreaRight" fmla="*/ 8847360 w 8837280"/>
                <a:gd name="textAreaTop" fmla="*/ 0 h 733320"/>
                <a:gd name="textAreaBottom" fmla="*/ 743400 h 733320"/>
              </a:gdLst>
              <a:ahLst/>
              <a:cxnLst/>
              <a:rect l="textAreaLeft" t="textAreaTop" r="textAreaRight" b="textAreaBottom"/>
              <a:pathLst>
                <a:path w="11796268" h="990981">
                  <a:moveTo>
                    <a:pt x="0" y="0"/>
                  </a:moveTo>
                  <a:lnTo>
                    <a:pt x="11796268" y="0"/>
                  </a:lnTo>
                  <a:lnTo>
                    <a:pt x="11796268" y="990981"/>
                  </a:lnTo>
                  <a:lnTo>
                    <a:pt x="0" y="990981"/>
                  </a:lnTo>
                  <a:close/>
                </a:path>
              </a:pathLst>
            </a:custGeom>
            <a:solidFill>
              <a:srgbClr val="c0504d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3" name="TextBox 6"/>
          <p:cNvSpPr/>
          <p:nvPr/>
        </p:nvSpPr>
        <p:spPr>
          <a:xfrm>
            <a:off x="9905400" y="7902720"/>
            <a:ext cx="8444880" cy="56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4414"/>
              </a:lnSpc>
            </a:pPr>
            <a:r>
              <a:rPr lang="en-US" sz="3680" b="1" u="none" spc="238" strike="noStrike">
                <a:solidFill>
                  <a:srgbClr val="543f3f"/>
                </a:solidFill>
                <a:effectLst/>
                <a:uFillTx/>
                <a:latin typeface="Poppins Bold"/>
                <a:ea typeface="Poppins Bold"/>
              </a:rPr>
              <a:t>EXPERIENCIA LABORAL</a:t>
            </a:r>
            <a:endParaRPr lang="es-AR" sz="36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4" name="Group 7"/>
          <p:cNvGrpSpPr/>
          <p:nvPr/>
        </p:nvGrpSpPr>
        <p:grpSpPr>
          <a:xfrm>
            <a:off x="0" y="0"/>
            <a:ext cx="9189720" cy="30245760"/>
            <a:chOff x="0" y="0"/>
            <a:chExt cx="9189720" cy="30245760"/>
          </a:xfrm>
        </p:grpSpPr>
        <p:sp>
          <p:nvSpPr>
            <p:cNvPr id="65" name="Freeform 8"/>
            <p:cNvSpPr/>
            <p:nvPr/>
          </p:nvSpPr>
          <p:spPr>
            <a:xfrm>
              <a:off x="0" y="0"/>
              <a:ext cx="9189720" cy="30245760"/>
            </a:xfrm>
            <a:custGeom>
              <a:avLst/>
              <a:gdLst>
                <a:gd name="textAreaLeft" fmla="*/ 0 w 9189720"/>
                <a:gd name="textAreaRight" fmla="*/ 9199800 w 9189720"/>
                <a:gd name="textAreaTop" fmla="*/ 0 h 30245760"/>
                <a:gd name="textAreaBottom" fmla="*/ 30255840 h 30245760"/>
              </a:gdLst>
              <a:ahLst/>
              <a:cxnLst/>
              <a:rect l="textAreaLeft" t="textAreaTop" r="textAreaRight" b="textAreaBottom"/>
              <a:pathLst>
                <a:path w="12266295" h="40341042">
                  <a:moveTo>
                    <a:pt x="0" y="0"/>
                  </a:moveTo>
                  <a:lnTo>
                    <a:pt x="12266295" y="0"/>
                  </a:lnTo>
                  <a:lnTo>
                    <a:pt x="12266295" y="40341042"/>
                  </a:lnTo>
                  <a:lnTo>
                    <a:pt x="0" y="40341042"/>
                  </a:lnTo>
                  <a:close/>
                </a:path>
              </a:pathLst>
            </a:custGeom>
            <a:solidFill>
              <a:srgbClr val="c0504d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6" name="TextBox 21"/>
          <p:cNvSpPr/>
          <p:nvPr/>
        </p:nvSpPr>
        <p:spPr>
          <a:xfrm>
            <a:off x="9799560" y="788400"/>
            <a:ext cx="11251080" cy="199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5687"/>
              </a:lnSpc>
            </a:pPr>
            <a:r>
              <a:rPr lang="en-US" sz="7200" b="0" u="none" strike="noStrike">
                <a:solidFill>
                  <a:srgbClr val="c0504d"/>
                </a:solidFill>
                <a:effectLst/>
                <a:uFillTx/>
                <a:latin typeface="Poppins"/>
                <a:ea typeface="Raleway"/>
              </a:rPr>
              <a:t>{{name}}</a:t>
            </a:r>
            <a:endParaRPr lang="es-AR" sz="7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Box 22"/>
          <p:cNvSpPr/>
          <p:nvPr/>
        </p:nvSpPr>
        <p:spPr>
          <a:xfrm>
            <a:off x="9734400" y="9066240"/>
            <a:ext cx="11317320" cy="708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822"/>
              </a:lnSpc>
            </a:pPr>
            <a:r>
              <a:rPr lang="en-US" sz="3000" b="1" u="none" spc="68" strike="noStrike">
                <a:solidFill>
                  <a:srgbClr val="1c191a"/>
                </a:solidFill>
                <a:effectLst/>
                <a:uFillTx/>
                <a:latin typeface="Poppins"/>
                <a:ea typeface="Raleway Bold"/>
              </a:rPr>
              <a:t>{{exp_1_role}}</a:t>
            </a:r>
            <a:r>
              <a:rPr lang="en-US" sz="3000" b="1" u="none" spc="68" strike="noStrike">
                <a:solidFill>
                  <a:srgbClr val="1c191a"/>
                </a:solidFill>
                <a:effectLst/>
                <a:uFillTx/>
                <a:latin typeface="Raleway Bold"/>
                <a:ea typeface="Raleway Bold"/>
              </a:rPr>
              <a:t> </a:t>
            </a:r>
            <a:r>
              <a:rPr lang="en-US" sz="3000" b="0" u="none" spc="68" strike="noStrike">
                <a:solidFill>
                  <a:srgbClr val="1c191a"/>
                </a:solidFill>
                <a:effectLst/>
                <a:uFillTx/>
                <a:latin typeface="Raleway"/>
                <a:ea typeface="Raleway"/>
              </a:rPr>
              <a:t> </a:t>
            </a:r>
            <a:r>
              <a:rPr lang="en-US" sz="3000" b="0" u="none" spc="68" strike="noStrike">
                <a:solidFill>
                  <a:srgbClr val="1c191a"/>
                </a:solidFill>
                <a:effectLst/>
                <a:uFillTx/>
                <a:latin typeface="Lato"/>
                <a:ea typeface="Raleway"/>
              </a:rPr>
              <a:t>{{exp_1_company}} {{exp_1_dates}}</a:t>
            </a:r>
            <a:endParaRPr lang="es-A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701"/>
              </a:lnSpc>
            </a:pPr>
            <a:endParaRPr lang="es-A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AR" sz="2800" b="0" u="none" strike="noStrike">
                <a:solidFill>
                  <a:srgbClr val="000000"/>
                </a:solidFill>
                <a:effectLst/>
                <a:uFillTx/>
                <a:latin typeface="Lato"/>
                <a:ea typeface="Montserrat"/>
              </a:rPr>
              <a:t>{{exp_1_bullets_block}}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113"/>
              </a:lnSpc>
            </a:pP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825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Box 35"/>
          <p:cNvSpPr/>
          <p:nvPr/>
        </p:nvSpPr>
        <p:spPr>
          <a:xfrm>
            <a:off x="9799560" y="5796720"/>
            <a:ext cx="8552520" cy="61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4844"/>
              </a:lnSpc>
            </a:pPr>
            <a:r>
              <a:rPr lang="en-US" sz="2800" b="0" u="none" spc="431" strike="noStrike">
                <a:solidFill>
                  <a:srgbClr val="292829"/>
                </a:solidFill>
                <a:effectLst/>
                <a:uFillTx/>
                <a:latin typeface="Lato"/>
                <a:ea typeface="Raleway"/>
              </a:rPr>
              <a:t>{{title}}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36"/>
          <p:cNvSpPr/>
          <p:nvPr/>
        </p:nvSpPr>
        <p:spPr>
          <a:xfrm>
            <a:off x="9695160" y="15061680"/>
            <a:ext cx="11356560" cy="12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822"/>
              </a:lnSpc>
            </a:pPr>
            <a:endParaRPr lang="es-A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825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"/>
          <p:cNvSpPr/>
          <p:nvPr/>
        </p:nvSpPr>
        <p:spPr>
          <a:xfrm>
            <a:off x="1622520" y="355680"/>
            <a:ext cx="30528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{{%photo}}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11"/>
          <p:cNvSpPr/>
          <p:nvPr/>
        </p:nvSpPr>
        <p:spPr>
          <a:xfrm>
            <a:off x="1220400" y="6444360"/>
            <a:ext cx="6761880" cy="55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337"/>
              </a:lnSpc>
            </a:pPr>
            <a:r>
              <a:rPr lang="en-US" sz="3609" b="1" u="none" spc="235" strike="noStrike">
                <a:solidFill>
                  <a:srgbClr val="c0504d"/>
                </a:solidFill>
                <a:effectLst/>
                <a:highlight>
                  <a:srgbClr val="f8f7f2"/>
                </a:highlight>
                <a:uFillTx/>
                <a:latin typeface="Poppins Bold"/>
                <a:ea typeface="Poppins Bold"/>
              </a:rPr>
              <a:t> PERFIL PROFESIONAL     </a:t>
            </a:r>
            <a:endParaRPr lang="es-AR" sz="3609" b="0" u="none" strike="noStrike">
              <a:solidFill>
                <a:srgbClr val="000000"/>
              </a:solidFill>
              <a:effectLst/>
              <a:highlight>
                <a:srgbClr val="f8f7f2"/>
              </a:highlight>
              <a:uFillTx/>
              <a:latin typeface="Arial"/>
            </a:endParaRPr>
          </a:p>
        </p:txBody>
      </p:sp>
      <p:sp>
        <p:nvSpPr>
          <p:cNvPr id="72" name="TextBox 12"/>
          <p:cNvSpPr/>
          <p:nvPr/>
        </p:nvSpPr>
        <p:spPr>
          <a:xfrm>
            <a:off x="1178280" y="7128360"/>
            <a:ext cx="6706440" cy="42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328"/>
              </a:lnSpc>
            </a:pPr>
            <a:r>
              <a:rPr lang="en-US" sz="2260" b="0" u="none" spc="45" strike="noStrike">
                <a:solidFill>
                  <a:srgbClr val="543f3f"/>
                </a:solidFill>
                <a:effectLst/>
                <a:uFillTx/>
                <a:latin typeface="Lato"/>
                <a:ea typeface="Raleway"/>
              </a:rPr>
              <a:t>{{about}}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Box 34"/>
          <p:cNvSpPr/>
          <p:nvPr/>
        </p:nvSpPr>
        <p:spPr>
          <a:xfrm>
            <a:off x="1178280" y="11427480"/>
            <a:ext cx="5842080" cy="55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337"/>
              </a:lnSpc>
            </a:pPr>
            <a:r>
              <a:rPr lang="en-US" sz="3609" b="1" u="none" spc="235" strike="noStrike">
                <a:solidFill>
                  <a:srgbClr val="c0504d"/>
                </a:solidFill>
                <a:effectLst/>
                <a:highlight>
                  <a:srgbClr val="f8f7f2"/>
                </a:highlight>
                <a:uFillTx/>
                <a:latin typeface="Poppins Bold"/>
                <a:ea typeface="Poppins Bold"/>
              </a:rPr>
              <a:t> CONTACTO                   </a:t>
            </a:r>
            <a:endParaRPr lang="es-AR" sz="3609" b="0" u="none" strike="noStrike">
              <a:solidFill>
                <a:srgbClr val="000000"/>
              </a:solidFill>
              <a:effectLst/>
              <a:highlight>
                <a:srgbClr val="f8f7f2"/>
              </a:highlight>
              <a:uFillTx/>
              <a:latin typeface="Arial"/>
            </a:endParaRPr>
          </a:p>
        </p:txBody>
      </p:sp>
      <p:sp>
        <p:nvSpPr>
          <p:cNvPr id="74" name=""/>
          <p:cNvSpPr/>
          <p:nvPr/>
        </p:nvSpPr>
        <p:spPr>
          <a:xfrm>
            <a:off x="1004400" y="13860000"/>
            <a:ext cx="6915960" cy="395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Poppins"/>
              </a:rPr>
              <a:t>__SB_TITLE__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Poppins"/>
              </a:rPr>
              <a:t>{{#sidebar_sections}}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850"/>
              </a:lnSpc>
            </a:pPr>
            <a:r>
              <a:rPr lang="en-US" sz="3600" b="1" u="none" strike="noStrike">
                <a:solidFill>
                  <a:srgbClr val="c0504d"/>
                </a:solidFill>
                <a:effectLst/>
                <a:highlight>
                  <a:srgbClr val="f8f7f2"/>
                </a:highlight>
                <a:uFillTx/>
                <a:latin typeface="Poppins"/>
                <a:ea typeface="Montserrat Bold"/>
              </a:rPr>
              <a:t> {{title}}              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850"/>
              </a:lnSpc>
            </a:pPr>
            <a:endParaRPr lang="es-A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850"/>
              </a:lnSpc>
            </a:pPr>
            <a:endParaRPr lang="es-A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850"/>
              </a:lnSpc>
            </a:pPr>
            <a:endParaRPr lang="es-A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551"/>
              </a:lnSpc>
            </a:pPr>
            <a:r>
              <a:rPr lang="es-AR" sz="2400" b="0" u="none" strike="noStrike">
                <a:solidFill>
                  <a:srgbClr val="543f3f"/>
                </a:solidFill>
                <a:effectLst/>
                <a:uFillTx/>
                <a:latin typeface="Lato"/>
                <a:ea typeface="Montserrat Bold"/>
              </a:rPr>
              <a:t>{{body}}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{{/sidebar_sections}}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Box 31"/>
          <p:cNvSpPr/>
          <p:nvPr/>
        </p:nvSpPr>
        <p:spPr>
          <a:xfrm>
            <a:off x="1222200" y="12192120"/>
            <a:ext cx="5616000" cy="241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3804"/>
              </a:lnSpc>
            </a:pPr>
            <a:r>
              <a:rPr lang="en-US" sz="2260" b="0" u="none" strike="noStrike">
                <a:solidFill>
                  <a:srgbClr val="543f3f"/>
                </a:solidFill>
                <a:effectLst/>
                <a:uFillTx/>
                <a:latin typeface="Lato"/>
                <a:ea typeface="Raleway"/>
              </a:rPr>
              <a:t>+ {{contact_phone}}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3804"/>
              </a:lnSpc>
            </a:pPr>
            <a:r>
              <a:rPr lang="en-US" sz="2260" b="0" u="none" strike="noStrike">
                <a:solidFill>
                  <a:srgbClr val="543f3f"/>
                </a:solidFill>
                <a:effectLst/>
                <a:uFillTx/>
                <a:latin typeface="Lato"/>
                <a:ea typeface="Raleway"/>
              </a:rPr>
              <a:t>{{contact_email}}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3804"/>
              </a:lnSpc>
            </a:pPr>
            <a:r>
              <a:rPr lang="en-US" sz="2260" b="0" u="none" strike="noStrike">
                <a:solidFill>
                  <a:srgbClr val="543f3f"/>
                </a:solidFill>
                <a:effectLst/>
                <a:uFillTx/>
                <a:latin typeface="Lato"/>
                <a:ea typeface="Raleway"/>
              </a:rPr>
              <a:t>{{licencia}}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3804"/>
              </a:lnSpc>
            </a:pPr>
            <a:r>
              <a:rPr lang="en-US" sz="2260" b="0" u="none" strike="noStrike">
                <a:solidFill>
                  <a:srgbClr val="543f3f"/>
                </a:solidFill>
                <a:effectLst/>
                <a:uFillTx/>
                <a:latin typeface="Lato"/>
                <a:ea typeface="Raleway"/>
              </a:rPr>
              <a:t>{{contact_location}}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3804"/>
              </a:lnSpc>
            </a:pP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180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DAG9ko10TaE</dc:identifier>
  <dc:language>es-AR</dc:language>
  <cp:lastModifiedBy/>
  <dcterms:modified xsi:type="dcterms:W3CDTF">2026-02-04T23:23:19Z</dcterms:modified>
  <cp:revision>30</cp:revision>
  <dc:subject/>
  <dc:title>Plantilla_oficial_14.pptx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