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Lato"/>
      <p:regular r:id="rId4"/>
      <p:bold r:id="rId4"/>
    </p:embeddedFont>
    <p:embeddedFont>
      <p:font typeface="Poppins Bold"/>
    </p:embeddedFont>
    <p:embeddedFont>
      <p:font typeface="Poppins"/>
      <p:regular r:id="rId5"/>
      <p:bold r:id="rId5"/>
    </p:embeddedFont>
    <p:embeddedFont>
      <p:font typeface="Proxima nova"/>
    </p:embeddedFont>
    <p:embeddedFont>
      <p:font typeface="Raleway Bold"/>
    </p:embeddedFont>
    <p:embeddedFont>
      <p:font typeface="Raleway"/>
      <p:regular r:id="rId6"/>
      <p:bold r:id="rId6"/>
    </p:embeddedFont>
    <p:embeddedFont>
      <p:font typeface="Microsoft YaHei"/>
      <p:regular r:id="rId7"/>
    </p:embeddedFont>
    <p:embeddedFont>
      <p:font typeface="Montserrat"/>
      <p:regular r:id="rId8"/>
      <p:bold r:id="rId8"/>
    </p:embeddedFont>
    <p:embeddedFont>
      <p:font typeface="Garet"/>
    </p:embeddedFont>
    <p:embeddedFont>
      <p:font typeface="Montserra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Lato_Regular.fntdata"/><Relationship Id="rId5" Type="http://schemas.openxmlformats.org/officeDocument/2006/relationships/font" Target="fonts/Font_2_Poppins_Regular.fntdata"/><Relationship Id="rId6" Type="http://schemas.openxmlformats.org/officeDocument/2006/relationships/font" Target="fonts/Font_3_Raleway_Regular.fntdata"/><Relationship Id="rId7" Type="http://schemas.openxmlformats.org/officeDocument/2006/relationships/font" Target="fonts/Font_4_Microsoft_YaHei_Regular.fntdata"/><Relationship Id="rId8" Type="http://schemas.openxmlformats.org/officeDocument/2006/relationships/font" Target="fonts/Font_5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80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7C9813-7BDA-4DA1-A364-ADAE4F6170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660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9120" cy="58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CB258B-E6C2-4115-A758-0F46F48D46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880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BC616E-DBC6-4949-9970-F8F46AAA05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1600" cy="135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1600" cy="14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7E6546-BDBD-41A0-B389-1E7F1E43A2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768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7680" cy="451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8B1BF8-DA10-4759-9A6C-9E43619479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9480" cy="6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9480" cy="39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0920" cy="62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0920" cy="39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4AEF58-3DBA-48AB-9A68-B4B238872E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8800" cy="113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DB9B79-CA7C-4FE4-AC71-CE8295044B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690F3F-6103-4297-8B6B-4CEB7C6303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7360" cy="11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0840" cy="584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7360" cy="468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D9192D-CB49-47CD-877C-10CF073C42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5600" cy="55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5600" cy="410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5600" cy="79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0830A69-08A1-4ED6-A1B2-3DA7FA4F67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1600" cy="145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468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2920" cy="35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7973AD-32A2-4879-8D07-34DB1991E1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9799920" y="5171760"/>
            <a:ext cx="8545320" cy="43200"/>
            <a:chOff x="9799920" y="5171760"/>
            <a:chExt cx="8545320" cy="43200"/>
          </a:xfrm>
        </p:grpSpPr>
        <p:sp>
          <p:nvSpPr>
            <p:cNvPr id="60" name="Freeform 3"/>
            <p:cNvSpPr/>
            <p:nvPr/>
          </p:nvSpPr>
          <p:spPr>
            <a:xfrm>
              <a:off x="9799920" y="5171760"/>
              <a:ext cx="8545320" cy="43200"/>
            </a:xfrm>
            <a:custGeom>
              <a:avLst/>
              <a:gdLst>
                <a:gd name="textAreaLeft" fmla="*/ 0 w 8545320"/>
                <a:gd name="textAreaRight" fmla="*/ 8556120 w 8545320"/>
                <a:gd name="textAreaTop" fmla="*/ 0 h 43200"/>
                <a:gd name="textAreaBottom" fmla="*/ 54000 h 43200"/>
              </a:gdLst>
              <a:ahLst/>
              <a:cxnLst/>
              <a:rect l="textAreaLeft" t="textAreaTop" r="textAreaRight" b="textAreaBottom"/>
              <a:pathLst>
                <a:path w="11408156" h="71882">
                  <a:moveTo>
                    <a:pt x="11408156" y="71882"/>
                  </a:moveTo>
                  <a:lnTo>
                    <a:pt x="0" y="71882"/>
                  </a:lnTo>
                  <a:lnTo>
                    <a:pt x="0" y="0"/>
                  </a:lnTo>
                  <a:lnTo>
                    <a:pt x="11408156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4"/>
          <p:cNvGrpSpPr/>
          <p:nvPr/>
        </p:nvGrpSpPr>
        <p:grpSpPr>
          <a:xfrm>
            <a:off x="9696240" y="7875360"/>
            <a:ext cx="8836560" cy="732600"/>
            <a:chOff x="9696240" y="7875360"/>
            <a:chExt cx="8836560" cy="732600"/>
          </a:xfrm>
        </p:grpSpPr>
        <p:sp>
          <p:nvSpPr>
            <p:cNvPr id="62" name="Freeform 5"/>
            <p:cNvSpPr/>
            <p:nvPr/>
          </p:nvSpPr>
          <p:spPr>
            <a:xfrm>
              <a:off x="9696240" y="7875360"/>
              <a:ext cx="8836560" cy="732600"/>
            </a:xfrm>
            <a:custGeom>
              <a:avLst/>
              <a:gdLst>
                <a:gd name="textAreaLeft" fmla="*/ 0 w 8836560"/>
                <a:gd name="textAreaRight" fmla="*/ 8847360 w 8836560"/>
                <a:gd name="textAreaTop" fmla="*/ 0 h 732600"/>
                <a:gd name="textAreaBottom" fmla="*/ 743400 h 732600"/>
              </a:gdLst>
              <a:ahLst/>
              <a:cxnLst/>
              <a:rect l="textAreaLeft" t="textAreaTop" r="textAreaRight" b="textAreaBottom"/>
              <a:pathLst>
                <a:path w="11796268" h="990981">
                  <a:moveTo>
                    <a:pt x="0" y="0"/>
                  </a:moveTo>
                  <a:lnTo>
                    <a:pt x="11796268" y="0"/>
                  </a:lnTo>
                  <a:lnTo>
                    <a:pt x="11796268" y="990981"/>
                  </a:lnTo>
                  <a:lnTo>
                    <a:pt x="0" y="990981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3" name="TextBox 6"/>
          <p:cNvSpPr/>
          <p:nvPr/>
        </p:nvSpPr>
        <p:spPr>
          <a:xfrm>
            <a:off x="9905400" y="7902720"/>
            <a:ext cx="8444160" cy="56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414"/>
              </a:lnSpc>
            </a:pPr>
            <a:r>
              <a:rPr lang="en-US" sz="3680" b="1" u="none" spc="238" strike="noStrike">
                <a:solidFill>
                  <a:srgbClr val="543f3f"/>
                </a:solidFill>
                <a:effectLst/>
                <a:uFillTx/>
                <a:latin typeface="Poppins Bold"/>
                <a:ea typeface="Poppins Bold"/>
              </a:rPr>
              <a:t>EXPERIENCIA LABORAL</a:t>
            </a:r>
            <a:endParaRPr lang="es-AR" sz="3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4" name="Group 7"/>
          <p:cNvGrpSpPr/>
          <p:nvPr/>
        </p:nvGrpSpPr>
        <p:grpSpPr>
          <a:xfrm>
            <a:off x="0" y="0"/>
            <a:ext cx="9189000" cy="30245040"/>
            <a:chOff x="0" y="0"/>
            <a:chExt cx="9189000" cy="30245040"/>
          </a:xfrm>
        </p:grpSpPr>
        <p:sp>
          <p:nvSpPr>
            <p:cNvPr id="65" name="Freeform 8"/>
            <p:cNvSpPr/>
            <p:nvPr/>
          </p:nvSpPr>
          <p:spPr>
            <a:xfrm>
              <a:off x="0" y="0"/>
              <a:ext cx="9189000" cy="30245040"/>
            </a:xfrm>
            <a:custGeom>
              <a:avLst/>
              <a:gdLst>
                <a:gd name="textAreaLeft" fmla="*/ 0 w 9189000"/>
                <a:gd name="textAreaRight" fmla="*/ 9199800 w 9189000"/>
                <a:gd name="textAreaTop" fmla="*/ 0 h 30245040"/>
                <a:gd name="textAreaBottom" fmla="*/ 30255840 h 30245040"/>
              </a:gdLst>
              <a:ahLst/>
              <a:cxnLst/>
              <a:rect l="textAreaLeft" t="textAreaTop" r="textAreaRight" b="textAreaBottom"/>
              <a:pathLst>
                <a:path w="12266295" h="40341042">
                  <a:moveTo>
                    <a:pt x="0" y="0"/>
                  </a:moveTo>
                  <a:lnTo>
                    <a:pt x="12266295" y="0"/>
                  </a:lnTo>
                  <a:lnTo>
                    <a:pt x="12266295" y="40341042"/>
                  </a:lnTo>
                  <a:lnTo>
                    <a:pt x="0" y="40341042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TextBox 21"/>
          <p:cNvSpPr/>
          <p:nvPr/>
        </p:nvSpPr>
        <p:spPr>
          <a:xfrm>
            <a:off x="9799560" y="788400"/>
            <a:ext cx="11250360" cy="19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687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Raleway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2"/>
          <p:cNvSpPr/>
          <p:nvPr/>
        </p:nvSpPr>
        <p:spPr>
          <a:xfrm>
            <a:off x="9734400" y="8562240"/>
            <a:ext cx="11316600" cy="76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2"/>
              </a:lnSpc>
            </a:pP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Poppins"/>
                <a:ea typeface="Raleway Bold"/>
              </a:rPr>
              <a:t>{{exp_1_role}}</a:t>
            </a:r>
            <a:r>
              <a:rPr lang="en-US" sz="3000" b="1" u="none" spc="68" strike="noStrike">
                <a:solidFill>
                  <a:srgbClr val="1c191a"/>
                </a:solidFill>
                <a:effectLst/>
                <a:uFillTx/>
                <a:latin typeface="Raleway Bold"/>
                <a:ea typeface="Raleway Bold"/>
              </a:rPr>
              <a:t> </a:t>
            </a:r>
            <a:r>
              <a:rPr lang="en-US" sz="3000" b="0" u="none" spc="68" strike="noStrike">
                <a:solidFill>
                  <a:srgbClr val="1c191a"/>
                </a:solidFill>
                <a:effectLst/>
                <a:uFillTx/>
                <a:latin typeface="Raleway"/>
                <a:ea typeface="Raleway"/>
              </a:rPr>
              <a:t> </a:t>
            </a:r>
            <a:r>
              <a:rPr lang="en-US" sz="3000" b="0" u="none" spc="68" strike="noStrike">
                <a:solidFill>
                  <a:srgbClr val="1c191a"/>
                </a:solidFill>
                <a:effectLst/>
                <a:uFillTx/>
                <a:latin typeface="Lato"/>
                <a:ea typeface="Raleway"/>
              </a:rPr>
              <a:t>{{exp_1_company}} {{exp_1_dates}}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01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800" b="0" u="none" strike="noStrike">
                <a:solidFill>
                  <a:srgbClr val="000000"/>
                </a:solidFill>
                <a:effectLst/>
                <a:uFillTx/>
                <a:latin typeface="Lato"/>
                <a:ea typeface="Montserrat"/>
              </a:rPr>
              <a:t>{{exp_1_bullets_block}}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13"/>
              </a:lnSpc>
            </a:pP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5"/>
          <p:cNvSpPr/>
          <p:nvPr/>
        </p:nvSpPr>
        <p:spPr>
          <a:xfrm>
            <a:off x="9799560" y="5796720"/>
            <a:ext cx="8551800" cy="6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844"/>
              </a:lnSpc>
            </a:pPr>
            <a:r>
              <a:rPr lang="en-US" sz="2800" b="0" u="none" spc="431" strike="noStrike">
                <a:solidFill>
                  <a:srgbClr val="292829"/>
                </a:solidFill>
                <a:effectLst/>
                <a:uFillTx/>
                <a:latin typeface="Lato"/>
                <a:ea typeface="Raleway"/>
              </a:rPr>
              <a:t>{{title}}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6"/>
          <p:cNvSpPr/>
          <p:nvPr/>
        </p:nvSpPr>
        <p:spPr>
          <a:xfrm>
            <a:off x="9695160" y="15061680"/>
            <a:ext cx="11355840" cy="12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822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2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622520" y="355680"/>
            <a:ext cx="305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1220400" y="6444360"/>
            <a:ext cx="67611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c0504d"/>
                </a:solidFill>
                <a:effectLst/>
                <a:highlight>
                  <a:srgbClr val="f8f7f2"/>
                </a:highlight>
                <a:uFillTx/>
                <a:latin typeface="Poppins Bold"/>
                <a:ea typeface="Poppins Bold"/>
              </a:rPr>
              <a:t> PERFIL PROFESIONAL     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178280" y="7128360"/>
            <a:ext cx="670572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28"/>
              </a:lnSpc>
            </a:pPr>
            <a:r>
              <a:rPr lang="en-US" sz="2260" b="0" u="none" spc="45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4"/>
          <p:cNvSpPr/>
          <p:nvPr/>
        </p:nvSpPr>
        <p:spPr>
          <a:xfrm>
            <a:off x="1178280" y="11427480"/>
            <a:ext cx="58413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37"/>
              </a:lnSpc>
            </a:pPr>
            <a:r>
              <a:rPr lang="en-US" sz="3609" b="1" u="none" spc="235" strike="noStrike">
                <a:solidFill>
                  <a:srgbClr val="c0504d"/>
                </a:solidFill>
                <a:effectLst/>
                <a:highlight>
                  <a:srgbClr val="f8f7f2"/>
                </a:highlight>
                <a:uFillTx/>
                <a:latin typeface="Poppins Bold"/>
                <a:ea typeface="Poppins Bold"/>
              </a:rPr>
              <a:t> CONTACTO                   </a:t>
            </a:r>
            <a:endParaRPr lang="es-AR" sz="360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1"/>
          <p:cNvSpPr/>
          <p:nvPr/>
        </p:nvSpPr>
        <p:spPr>
          <a:xfrm>
            <a:off x="1222200" y="12192120"/>
            <a:ext cx="5615280" cy="24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+ 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{{licencia}}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Raleway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3804"/>
              </a:lnSpc>
            </a:pP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004760" y="14040000"/>
            <a:ext cx="6915240" cy="37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20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[[SIDEBAR_BLOCK]]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r>
              <a:rPr lang="en-US" sz="3600" b="1" u="none" strike="noStrike">
                <a:solidFill>
                  <a:srgbClr val="c0504d"/>
                </a:solidFill>
                <a:effectLst/>
                <a:highlight>
                  <a:srgbClr val="f8f7f2"/>
                </a:highlight>
                <a:uFillTx/>
                <a:latin typeface="Poppins"/>
                <a:ea typeface="Montserrat Bold"/>
              </a:rPr>
              <a:t> {{title}}              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51"/>
              </a:lnSpc>
            </a:pPr>
            <a:r>
              <a:rPr lang="es-AR" sz="24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DAG9ko10TaE</dc:identifier>
  <dc:language>es-AR</dc:language>
  <cp:lastModifiedBy/>
  <dcterms:modified xsi:type="dcterms:W3CDTF">2026-03-05T15:43:50Z</dcterms:modified>
  <cp:revision>32</cp:revision>
  <dc:subject/>
  <dc:title>Plantilla_oficial_14.pptx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