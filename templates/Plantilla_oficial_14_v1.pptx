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Raleway Bold"/>
    </p:embeddedFont>
    <p:embeddedFont>
      <p:font typeface="Poppins"/>
    </p:embeddedFont>
    <p:embeddedFont>
      <p:font typeface="Poppins Bold"/>
    </p:embeddedFont>
    <p:embeddedFont>
      <p:font typeface="Raleway"/>
      <p:regular r:id="rId4"/>
      <p:bold r:id="rId4"/>
    </p:embeddedFont>
    <p:embeddedFont>
      <p:font typeface="Lato"/>
    </p:embeddedFont>
    <p:embeddedFont>
      <p:font typeface="Microsoft YaHei"/>
      <p:regular r:id="rId5"/>
    </p:embeddedFont>
    <p:embeddedFont>
      <p:font typeface="Montserrat Bold"/>
    </p:embeddedFont>
    <p:embeddedFont>
      <p:font typeface="Montserra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Raleway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67890D-A666-41B2-AF71-9F75FDF9034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D9AEA0-D048-42EB-A133-4CFB439507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040" cy="115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520" cy="58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040" cy="468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7553D5-2DBA-4E60-B619-5BC30F93694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0280" cy="56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0280" cy="410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0280" cy="79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6EB1B2-E78B-4D3F-BC2F-CCBCB7CD240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6280" cy="1463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A193F7-81FC-4082-A844-6C77FF9B92F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E34DE74-C59E-4686-B4E7-7CC0158F75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128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80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77BF98-1BB7-4954-B5ED-1B1699F06D8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7FEF023-ED9C-4FE2-99E3-CAE27162D7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628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6280" cy="149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F00443E-52AF-42D5-BFBE-BE9EAED6DB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F17344-EFFF-48ED-8A25-3106C2CF2E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16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16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60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60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D75FD9-2449-4E26-9C21-DFB33565E9F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9799920" y="5171760"/>
            <a:ext cx="8550000" cy="47880"/>
            <a:chOff x="9799920" y="5171760"/>
            <a:chExt cx="8550000" cy="47880"/>
          </a:xfrm>
        </p:grpSpPr>
        <p:sp>
          <p:nvSpPr>
            <p:cNvPr id="60" name="Freeform 3"/>
            <p:cNvSpPr/>
            <p:nvPr/>
          </p:nvSpPr>
          <p:spPr>
            <a:xfrm>
              <a:off x="9799920" y="5171760"/>
              <a:ext cx="8550000" cy="47880"/>
            </a:xfrm>
            <a:custGeom>
              <a:avLst/>
              <a:gdLst>
                <a:gd name="textAreaLeft" fmla="*/ 0 w 8550000"/>
                <a:gd name="textAreaRight" fmla="*/ 8556120 w 8550000"/>
                <a:gd name="textAreaTop" fmla="*/ 0 h 47880"/>
                <a:gd name="textAreaBottom" fmla="*/ 54000 h 4788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9696240" y="7875360"/>
            <a:ext cx="8841240" cy="737280"/>
            <a:chOff x="9696240" y="7875360"/>
            <a:chExt cx="8841240" cy="737280"/>
          </a:xfrm>
        </p:grpSpPr>
        <p:sp>
          <p:nvSpPr>
            <p:cNvPr id="62" name="Freeform 5"/>
            <p:cNvSpPr/>
            <p:nvPr/>
          </p:nvSpPr>
          <p:spPr>
            <a:xfrm>
              <a:off x="9696240" y="7875360"/>
              <a:ext cx="8841240" cy="737280"/>
            </a:xfrm>
            <a:custGeom>
              <a:avLst/>
              <a:gdLst>
                <a:gd name="textAreaLeft" fmla="*/ 0 w 8841240"/>
                <a:gd name="textAreaRight" fmla="*/ 8847360 w 8841240"/>
                <a:gd name="textAreaTop" fmla="*/ 0 h 737280"/>
                <a:gd name="textAreaBottom" fmla="*/ 743400 h 737280"/>
              </a:gdLst>
              <a:ahLst/>
              <a:cxnLst/>
              <a:rect l="textAreaLeft" t="textAreaTop" r="textAreaRight" b="textAreaBottom"/>
              <a:pathLst>
                <a:path w="11796268" h="990981">
                  <a:moveTo>
                    <a:pt x="0" y="0"/>
                  </a:moveTo>
                  <a:lnTo>
                    <a:pt x="11796268" y="0"/>
                  </a:lnTo>
                  <a:lnTo>
                    <a:pt x="11796268" y="990981"/>
                  </a:lnTo>
                  <a:lnTo>
                    <a:pt x="0" y="990981"/>
                  </a:lnTo>
                  <a:close/>
                </a:path>
              </a:pathLst>
            </a:custGeom>
            <a:solidFill>
              <a:srgbClr val="c0504d">
                <a:alpha val="7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6"/>
          <p:cNvSpPr/>
          <p:nvPr/>
        </p:nvSpPr>
        <p:spPr>
          <a:xfrm>
            <a:off x="9905400" y="7902720"/>
            <a:ext cx="844884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14"/>
              </a:lnSpc>
            </a:pPr>
            <a:r>
              <a:rPr lang="en-US" sz="3680" b="1" u="none" spc="238" strike="noStrike">
                <a:solidFill>
                  <a:srgbClr val="543f3f"/>
                </a:solidFill>
                <a:effectLst/>
                <a:uFillTx/>
                <a:latin typeface="Poppins Bold"/>
                <a:ea typeface="Poppins Bold"/>
              </a:rPr>
              <a:t>EXPERIENCIA LABORAL</a:t>
            </a:r>
            <a:endParaRPr lang="es-AR" sz="36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7"/>
          <p:cNvGrpSpPr/>
          <p:nvPr/>
        </p:nvGrpSpPr>
        <p:grpSpPr>
          <a:xfrm>
            <a:off x="0" y="0"/>
            <a:ext cx="9193680" cy="30249720"/>
            <a:chOff x="0" y="0"/>
            <a:chExt cx="9193680" cy="30249720"/>
          </a:xfrm>
        </p:grpSpPr>
        <p:sp>
          <p:nvSpPr>
            <p:cNvPr id="65" name="Freeform 8"/>
            <p:cNvSpPr/>
            <p:nvPr/>
          </p:nvSpPr>
          <p:spPr>
            <a:xfrm>
              <a:off x="0" y="0"/>
              <a:ext cx="9193680" cy="30249720"/>
            </a:xfrm>
            <a:custGeom>
              <a:avLst/>
              <a:gdLst>
                <a:gd name="textAreaLeft" fmla="*/ 0 w 9193680"/>
                <a:gd name="textAreaRight" fmla="*/ 9199800 w 9193680"/>
                <a:gd name="textAreaTop" fmla="*/ 0 h 30249720"/>
                <a:gd name="textAreaBottom" fmla="*/ 30255840 h 30249720"/>
              </a:gdLst>
              <a:ahLst/>
              <a:cxnLst/>
              <a:rect l="textAreaLeft" t="textAreaTop" r="textAreaRight" b="textAreaBottom"/>
              <a:pathLst>
                <a:path w="12266295" h="40341042">
                  <a:moveTo>
                    <a:pt x="0" y="0"/>
                  </a:moveTo>
                  <a:lnTo>
                    <a:pt x="12266295" y="0"/>
                  </a:lnTo>
                  <a:lnTo>
                    <a:pt x="12266295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>
                <a:alpha val="7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6" name="Group 9"/>
          <p:cNvGrpSpPr/>
          <p:nvPr/>
        </p:nvGrpSpPr>
        <p:grpSpPr>
          <a:xfrm>
            <a:off x="1223280" y="7458840"/>
            <a:ext cx="6905880" cy="738360"/>
            <a:chOff x="1223280" y="7458840"/>
            <a:chExt cx="6905880" cy="738360"/>
          </a:xfrm>
        </p:grpSpPr>
        <p:sp>
          <p:nvSpPr>
            <p:cNvPr id="67" name="Freeform 10"/>
            <p:cNvSpPr/>
            <p:nvPr/>
          </p:nvSpPr>
          <p:spPr>
            <a:xfrm>
              <a:off x="1223280" y="7458840"/>
              <a:ext cx="6905880" cy="738360"/>
            </a:xfrm>
            <a:custGeom>
              <a:avLst/>
              <a:gdLst>
                <a:gd name="textAreaLeft" fmla="*/ 0 w 6905880"/>
                <a:gd name="textAreaRight" fmla="*/ 6912000 w 6905880"/>
                <a:gd name="textAreaTop" fmla="*/ 0 h 738360"/>
                <a:gd name="textAreaBottom" fmla="*/ 744480 h 738360"/>
              </a:gdLst>
              <a:ahLst/>
              <a:cxnLst/>
              <a:rect l="textAreaLeft" t="textAreaTop" r="textAreaRight" b="textAreaBottom"/>
              <a:pathLst>
                <a:path w="9216136" h="992632">
                  <a:moveTo>
                    <a:pt x="0" y="0"/>
                  </a:moveTo>
                  <a:lnTo>
                    <a:pt x="9216136" y="0"/>
                  </a:lnTo>
                  <a:lnTo>
                    <a:pt x="9216136" y="992632"/>
                  </a:lnTo>
                  <a:lnTo>
                    <a:pt x="0" y="992632"/>
                  </a:lnTo>
                  <a:close/>
                </a:path>
              </a:pathLst>
            </a:custGeom>
            <a:solidFill>
              <a:srgbClr val="f8f7f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11"/>
          <p:cNvSpPr/>
          <p:nvPr/>
        </p:nvSpPr>
        <p:spPr>
          <a:xfrm>
            <a:off x="1363320" y="7503120"/>
            <a:ext cx="67658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543f3f"/>
                </a:solidFill>
                <a:effectLst/>
                <a:uFillTx/>
                <a:latin typeface="Poppins Bold"/>
                <a:ea typeface="Poppins Bold"/>
              </a:rPr>
              <a:t>PERFIL PROFESIONAL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2"/>
          <p:cNvSpPr/>
          <p:nvPr/>
        </p:nvSpPr>
        <p:spPr>
          <a:xfrm>
            <a:off x="1321200" y="8490960"/>
            <a:ext cx="6710400" cy="4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28"/>
              </a:lnSpc>
            </a:pPr>
            <a:r>
              <a:rPr lang="en-US" sz="2260" b="0" u="none" spc="45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1"/>
          <p:cNvSpPr/>
          <p:nvPr/>
        </p:nvSpPr>
        <p:spPr>
          <a:xfrm>
            <a:off x="9799560" y="788400"/>
            <a:ext cx="11255040" cy="19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5687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Raleway"/>
              </a:rPr>
              <a:t>{{name}}</a:t>
            </a:r>
            <a:endParaRPr lang="es-AR" sz="7200" b="0" u="none" strike="noStrike">
              <a:solidFill>
                <a:srgbClr val="c0504d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2"/>
          <p:cNvSpPr/>
          <p:nvPr/>
        </p:nvSpPr>
        <p:spPr>
          <a:xfrm>
            <a:off x="9734400" y="9066240"/>
            <a:ext cx="11321280" cy="708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822"/>
              </a:lnSpc>
            </a:pP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{{exp_1_role}}</a:t>
            </a: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Raleway"/>
                <a:ea typeface="Raleway"/>
              </a:rPr>
              <a:t>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{{exp_1_company}} {{exp_1_dates}}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13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Freeform 24"/>
          <p:cNvSpPr/>
          <p:nvPr/>
        </p:nvSpPr>
        <p:spPr>
          <a:xfrm>
            <a:off x="1500120" y="14875920"/>
            <a:ext cx="471960" cy="336960"/>
          </a:xfrm>
          <a:custGeom>
            <a:avLst/>
            <a:gdLst>
              <a:gd name="textAreaLeft" fmla="*/ 0 w 471960"/>
              <a:gd name="textAreaRight" fmla="*/ 478080 w 471960"/>
              <a:gd name="textAreaTop" fmla="*/ 0 h 336960"/>
              <a:gd name="textAreaBottom" fmla="*/ 343080 h 336960"/>
            </a:gdLst>
            <a:ahLst/>
            <a:cxnLst/>
            <a:rect l="textAreaLeft" t="textAreaTop" r="textAreaRight" b="textAreaBottom"/>
            <a:pathLst>
              <a:path w="478145" h="342900">
                <a:moveTo>
                  <a:pt x="0" y="0"/>
                </a:moveTo>
                <a:lnTo>
                  <a:pt x="478145" y="0"/>
                </a:lnTo>
                <a:lnTo>
                  <a:pt x="47814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Freeform 25"/>
          <p:cNvSpPr/>
          <p:nvPr/>
        </p:nvSpPr>
        <p:spPr>
          <a:xfrm>
            <a:off x="1469520" y="14135760"/>
            <a:ext cx="533160" cy="356400"/>
          </a:xfrm>
          <a:custGeom>
            <a:avLst/>
            <a:gdLst>
              <a:gd name="textAreaLeft" fmla="*/ 0 w 533160"/>
              <a:gd name="textAreaRight" fmla="*/ 539280 w 533160"/>
              <a:gd name="textAreaTop" fmla="*/ 0 h 356400"/>
              <a:gd name="textAreaBottom" fmla="*/ 362520 h 356400"/>
            </a:gdLst>
            <a:ahLst/>
            <a:cxnLst/>
            <a:rect l="textAreaLeft" t="textAreaTop" r="textAreaRight" b="textAreaBottom"/>
            <a:pathLst>
              <a:path w="539115" h="362674">
                <a:moveTo>
                  <a:pt x="0" y="0"/>
                </a:moveTo>
                <a:lnTo>
                  <a:pt x="539115" y="0"/>
                </a:lnTo>
                <a:lnTo>
                  <a:pt x="539115" y="362674"/>
                </a:lnTo>
                <a:lnTo>
                  <a:pt x="0" y="36267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Freeform 26"/>
          <p:cNvSpPr/>
          <p:nvPr/>
        </p:nvSpPr>
        <p:spPr>
          <a:xfrm>
            <a:off x="1500120" y="16165440"/>
            <a:ext cx="471960" cy="525240"/>
          </a:xfrm>
          <a:custGeom>
            <a:avLst/>
            <a:gdLst>
              <a:gd name="textAreaLeft" fmla="*/ 0 w 471960"/>
              <a:gd name="textAreaRight" fmla="*/ 478080 w 471960"/>
              <a:gd name="textAreaTop" fmla="*/ 0 h 525240"/>
              <a:gd name="textAreaBottom" fmla="*/ 531360 h 525240"/>
            </a:gdLst>
            <a:ahLst/>
            <a:cxnLst/>
            <a:rect l="textAreaLeft" t="textAreaTop" r="textAreaRight" b="textAreaBottom"/>
            <a:pathLst>
              <a:path w="478145" h="531276">
                <a:moveTo>
                  <a:pt x="0" y="0"/>
                </a:moveTo>
                <a:lnTo>
                  <a:pt x="478145" y="0"/>
                </a:lnTo>
                <a:lnTo>
                  <a:pt x="478145" y="531276"/>
                </a:lnTo>
                <a:lnTo>
                  <a:pt x="0" y="53127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Freeform 27"/>
          <p:cNvSpPr/>
          <p:nvPr/>
        </p:nvSpPr>
        <p:spPr>
          <a:xfrm>
            <a:off x="1537920" y="15539760"/>
            <a:ext cx="464760" cy="369000"/>
          </a:xfrm>
          <a:custGeom>
            <a:avLst/>
            <a:gdLst>
              <a:gd name="textAreaLeft" fmla="*/ 0 w 464760"/>
              <a:gd name="textAreaRight" fmla="*/ 470880 w 464760"/>
              <a:gd name="textAreaTop" fmla="*/ 0 h 369000"/>
              <a:gd name="textAreaBottom" fmla="*/ 375120 h 369000"/>
            </a:gdLst>
            <a:ahLst/>
            <a:cxnLst/>
            <a:rect l="textAreaLeft" t="textAreaTop" r="textAreaRight" b="textAreaBottom"/>
            <a:pathLst>
              <a:path w="470973" h="375066">
                <a:moveTo>
                  <a:pt x="0" y="0"/>
                </a:moveTo>
                <a:lnTo>
                  <a:pt x="470973" y="0"/>
                </a:lnTo>
                <a:lnTo>
                  <a:pt x="470973" y="375066"/>
                </a:lnTo>
                <a:lnTo>
                  <a:pt x="0" y="375066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28"/>
          <p:cNvGrpSpPr/>
          <p:nvPr/>
        </p:nvGrpSpPr>
        <p:grpSpPr>
          <a:xfrm>
            <a:off x="1258200" y="12951720"/>
            <a:ext cx="6836040" cy="738360"/>
            <a:chOff x="1258200" y="12951720"/>
            <a:chExt cx="6836040" cy="738360"/>
          </a:xfrm>
        </p:grpSpPr>
        <p:sp>
          <p:nvSpPr>
            <p:cNvPr id="77" name="Freeform 29"/>
            <p:cNvSpPr/>
            <p:nvPr/>
          </p:nvSpPr>
          <p:spPr>
            <a:xfrm>
              <a:off x="1258200" y="12951720"/>
              <a:ext cx="6836040" cy="738360"/>
            </a:xfrm>
            <a:custGeom>
              <a:avLst/>
              <a:gdLst>
                <a:gd name="textAreaLeft" fmla="*/ 0 w 6836040"/>
                <a:gd name="textAreaRight" fmla="*/ 6842160 w 6836040"/>
                <a:gd name="textAreaTop" fmla="*/ 0 h 738360"/>
                <a:gd name="textAreaBottom" fmla="*/ 744480 h 738360"/>
              </a:gdLst>
              <a:ahLst/>
              <a:cxnLst/>
              <a:rect l="textAreaLeft" t="textAreaTop" r="textAreaRight" b="textAreaBottom"/>
              <a:pathLst>
                <a:path w="9122791" h="992632">
                  <a:moveTo>
                    <a:pt x="0" y="0"/>
                  </a:moveTo>
                  <a:lnTo>
                    <a:pt x="9122791" y="0"/>
                  </a:lnTo>
                  <a:lnTo>
                    <a:pt x="9122791" y="992632"/>
                  </a:lnTo>
                  <a:lnTo>
                    <a:pt x="0" y="992632"/>
                  </a:lnTo>
                  <a:close/>
                </a:path>
              </a:pathLst>
            </a:custGeom>
            <a:solidFill>
              <a:srgbClr val="f8f7f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TextBox 30"/>
          <p:cNvSpPr/>
          <p:nvPr/>
        </p:nvSpPr>
        <p:spPr>
          <a:xfrm>
            <a:off x="2469600" y="14660640"/>
            <a:ext cx="5619960" cy="4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31"/>
          <p:cNvSpPr/>
          <p:nvPr/>
        </p:nvSpPr>
        <p:spPr>
          <a:xfrm>
            <a:off x="2474280" y="13931280"/>
            <a:ext cx="5619960" cy="4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+ 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2"/>
          <p:cNvSpPr/>
          <p:nvPr/>
        </p:nvSpPr>
        <p:spPr>
          <a:xfrm>
            <a:off x="2474280" y="16133760"/>
            <a:ext cx="4556880" cy="4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3"/>
          <p:cNvSpPr/>
          <p:nvPr/>
        </p:nvSpPr>
        <p:spPr>
          <a:xfrm>
            <a:off x="2474280" y="15358320"/>
            <a:ext cx="5619960" cy="48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Licencia de conducir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4"/>
          <p:cNvSpPr/>
          <p:nvPr/>
        </p:nvSpPr>
        <p:spPr>
          <a:xfrm>
            <a:off x="1356120" y="12997080"/>
            <a:ext cx="53319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543f3f"/>
                </a:solidFill>
                <a:effectLst/>
                <a:uFillTx/>
                <a:latin typeface="Poppins Bold"/>
                <a:ea typeface="Poppins Bold"/>
              </a:rPr>
              <a:t>CONTACTO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5"/>
          <p:cNvSpPr/>
          <p:nvPr/>
        </p:nvSpPr>
        <p:spPr>
          <a:xfrm>
            <a:off x="9799560" y="5796720"/>
            <a:ext cx="8556480" cy="61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844"/>
              </a:lnSpc>
            </a:pPr>
            <a:r>
              <a:rPr lang="en-US" sz="2800" b="0" u="none" spc="431" strike="noStrike">
                <a:solidFill>
                  <a:srgbClr val="292829"/>
                </a:solidFill>
                <a:effectLst/>
                <a:uFillTx/>
                <a:latin typeface="Lato"/>
                <a:ea typeface="Raleway"/>
              </a:rPr>
              <a:t>{{title}}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6"/>
          <p:cNvSpPr/>
          <p:nvPr/>
        </p:nvSpPr>
        <p:spPr>
          <a:xfrm>
            <a:off x="9695160" y="15061680"/>
            <a:ext cx="11360520" cy="12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822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1622520" y="355320"/>
            <a:ext cx="305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1226520" y="18524160"/>
            <a:ext cx="597276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8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136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DAG9ko10TaE</dc:identifier>
  <dc:language>es-AR</dc:language>
  <cp:lastModifiedBy/>
  <dcterms:modified xsi:type="dcterms:W3CDTF">2026-01-14T15:26:14Z</dcterms:modified>
  <cp:revision>18</cp:revision>
  <dc:subject/>
  <dc:title>Plantilla_oficial_14.pptx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