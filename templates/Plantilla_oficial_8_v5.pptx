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"/>
      <p:regular r:id="rId5"/>
      <p:bold r:id="rId5"/>
    </p:embeddedFont>
    <p:embeddedFont>
      <p:font typeface="Carelia"/>
      <p:regular r:id="rId6"/>
      <p:bold r:id="rId6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Garet Bold"/>
    </p:embeddedFont>
    <p:embeddedFont>
      <p:font typeface="TT Drug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Carelia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F6608E-ACBB-4A73-817A-DA258DA8C0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02C754-780B-48C3-9245-4C37B9251D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8BEE05-3537-4C8E-BFC0-6DB84475B4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46D73B-C7B5-4D8B-80CC-E056AC9A88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197B34-C739-4392-AB10-87EAE8CE4F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71EFFE-26CE-450F-900A-21F327D4D3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B16F76-8EAD-4ACE-8F8B-8B168DFB2A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A18149-7334-458D-ACCE-945A851DBB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B1EDD8-FED2-4BF9-9081-4E37CCCBA5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43E5A1-2511-4AE8-B8C3-C7ABC2E830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43299F-DC8F-4D07-8AA8-1DDA3D227D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720" y="720"/>
            <a:ext cx="9167400" cy="3026412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1"/>
          <p:cNvSpPr/>
          <p:nvPr/>
        </p:nvSpPr>
        <p:spPr>
          <a:xfrm>
            <a:off x="9720000" y="4392000"/>
            <a:ext cx="10934280" cy="88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[[EXPERIENCE_BLOCK]]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{{exp_1_company}} {{exp_1_dates}}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{{exp_2_role}}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{{exp_2_company}} {{exp_2_dates}}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{{exp_3_role}}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{{exp_3_company}} {{exp_3_dates}}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{{exp_4_role}}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{{exp_4_company}} {{exp_4_dates}}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{{exp_5_role}}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{{exp_5_company}} {{exp_5_dates}}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{{exp_5_bullets_block}}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9"/>
          <p:cNvSpPr/>
          <p:nvPr/>
        </p:nvSpPr>
        <p:spPr>
          <a:xfrm>
            <a:off x="10283760" y="10241280"/>
            <a:ext cx="1093428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2"/>
          <p:cNvSpPr/>
          <p:nvPr/>
        </p:nvSpPr>
        <p:spPr>
          <a:xfrm>
            <a:off x="10391040" y="15695280"/>
            <a:ext cx="10014480" cy="130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3"/>
          <p:cNvSpPr/>
          <p:nvPr/>
        </p:nvSpPr>
        <p:spPr>
          <a:xfrm>
            <a:off x="10329480" y="19658880"/>
            <a:ext cx="1093428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980000" y="720000"/>
            <a:ext cx="41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204200" y="7200000"/>
            <a:ext cx="6336360" cy="107208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6" name="TextBox 13"/>
          <p:cNvSpPr/>
          <p:nvPr/>
        </p:nvSpPr>
        <p:spPr>
          <a:xfrm>
            <a:off x="1024200" y="7416000"/>
            <a:ext cx="6661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4"/>
          <p:cNvSpPr/>
          <p:nvPr/>
        </p:nvSpPr>
        <p:spPr>
          <a:xfrm>
            <a:off x="1332000" y="8460000"/>
            <a:ext cx="6944400" cy="20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263240" y="10800000"/>
            <a:ext cx="6288120" cy="107208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037880" y="10992600"/>
            <a:ext cx="6661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8"/>
          <p:cNvSpPr/>
          <p:nvPr/>
        </p:nvSpPr>
        <p:spPr>
          <a:xfrm>
            <a:off x="1301760" y="12066480"/>
            <a:ext cx="66160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6"/>
          <p:cNvSpPr/>
          <p:nvPr/>
        </p:nvSpPr>
        <p:spPr>
          <a:xfrm>
            <a:off x="2049120" y="10795320"/>
            <a:ext cx="6704280" cy="5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9640080" y="24334200"/>
            <a:ext cx="10690200" cy="10717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9"/>
          <p:cNvSpPr/>
          <p:nvPr/>
        </p:nvSpPr>
        <p:spPr>
          <a:xfrm>
            <a:off x="9892080" y="25725600"/>
            <a:ext cx="1044396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5"/>
          <p:cNvSpPr/>
          <p:nvPr/>
        </p:nvSpPr>
        <p:spPr>
          <a:xfrm>
            <a:off x="10116000" y="24588360"/>
            <a:ext cx="9824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645840" y="3604320"/>
            <a:ext cx="10690200" cy="107172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2"/>
          <p:cNvSpPr/>
          <p:nvPr/>
        </p:nvSpPr>
        <p:spPr>
          <a:xfrm>
            <a:off x="9363600" y="399960"/>
            <a:ext cx="1169604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Carelia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2400" b="0" u="none" spc="227" strike="noStrike">
                <a:solidFill>
                  <a:srgbClr val="000000"/>
                </a:solidFill>
                <a:effectLst/>
                <a:uFillTx/>
                <a:latin typeface="Garet"/>
                <a:ea typeface="TT Drugs Bold"/>
              </a:rPr>
              <a:t>{{title}}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0080360" y="3816360"/>
            <a:ext cx="7709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821520" y="17060400"/>
            <a:ext cx="7195680" cy="26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134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pc="-300" strike="noStrike">
                <a:solidFill>
                  <a:srgbClr val="543f3f"/>
                </a:solidFill>
                <a:effectLst/>
                <a:uFillTx/>
                <a:latin typeface="Garet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2026-03-05T15:27:40Z</dcterms:modified>
  <cp:revision>37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