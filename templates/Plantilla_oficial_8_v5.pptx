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Garet Bold"/>
    </p:embeddedFont>
    <p:embeddedFont>
      <p:font typeface="Carelia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font" Target="fonts/Font_5_Carelia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5E7852-FD8B-4435-BE53-6D2FB05BEF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8006FF-7D58-4A67-BDF5-A2099032A0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4E779B-68CE-4001-AD98-1E3A3CAD39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D6189A-3D3C-4168-9E1D-D6DD00B9D6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4FD470-0BE9-49B4-B4AD-364A1A01C3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654014-9FFD-43D4-A58A-5B7FE4EBCC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62DD4-9875-4599-90EF-F646032456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2AA033-D45C-4EF0-8EA8-85F8391996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6AED1A-FD03-4921-97FF-05E2BB4C0D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E7CB2D-1E4B-4509-9DCA-25768342ED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8153AF-35A7-40F6-86CB-CF728DF024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720" y="720"/>
            <a:ext cx="9173520" cy="3027024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1089000" y="7598880"/>
            <a:ext cx="6799320" cy="107820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080000" y="3594960"/>
            <a:ext cx="10696320" cy="107784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0177200" y="24475680"/>
            <a:ext cx="10696320" cy="107784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4"/>
          <p:cNvSpPr/>
          <p:nvPr/>
        </p:nvSpPr>
        <p:spPr>
          <a:xfrm>
            <a:off x="1043640" y="924084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6"/>
                </a:lnTo>
                <a:lnTo>
                  <a:pt x="0" y="7087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5"/>
          <p:cNvSpPr/>
          <p:nvPr/>
        </p:nvSpPr>
        <p:spPr>
          <a:xfrm>
            <a:off x="1043640" y="1014048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6"/>
          <p:cNvSpPr/>
          <p:nvPr/>
        </p:nvSpPr>
        <p:spPr>
          <a:xfrm>
            <a:off x="1043640" y="11037960"/>
            <a:ext cx="702000" cy="702000"/>
          </a:xfrm>
          <a:custGeom>
            <a:avLst/>
            <a:gdLst>
              <a:gd name="textAreaLeft" fmla="*/ 0 w 702000"/>
              <a:gd name="textAreaRight" fmla="*/ 708840 w 702000"/>
              <a:gd name="textAreaTop" fmla="*/ 0 h 702000"/>
              <a:gd name="textAreaBottom" fmla="*/ 708840 h 702000"/>
            </a:gdLst>
            <a:ahLst/>
            <a:cxnLst/>
            <a:rect l="textAreaLeft" t="textAreaTop" r="textAreaRight" b="textAreaBottom"/>
            <a:pathLst>
              <a:path w="708755" h="708755">
                <a:moveTo>
                  <a:pt x="0" y="0"/>
                </a:moveTo>
                <a:lnTo>
                  <a:pt x="708755" y="0"/>
                </a:lnTo>
                <a:lnTo>
                  <a:pt x="708755" y="708755"/>
                </a:lnTo>
                <a:lnTo>
                  <a:pt x="0" y="7087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10176480" y="360000"/>
            <a:ext cx="101188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Poppins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1220760" y="7821000"/>
            <a:ext cx="6667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INFORMACIÓN DE CONTACTO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4"/>
          <p:cNvSpPr/>
          <p:nvPr/>
        </p:nvSpPr>
        <p:spPr>
          <a:xfrm>
            <a:off x="2113920" y="9277560"/>
            <a:ext cx="6950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5"/>
          <p:cNvSpPr/>
          <p:nvPr/>
        </p:nvSpPr>
        <p:spPr>
          <a:xfrm>
            <a:off x="2113920" y="10195200"/>
            <a:ext cx="671112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113920" y="11056320"/>
            <a:ext cx="59943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67"/>
              </a:lnSpc>
            </a:pPr>
            <a:r>
              <a:rPr lang="en-US" sz="298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090800" y="12318840"/>
            <a:ext cx="6834600" cy="107820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7"/>
          <p:cNvSpPr/>
          <p:nvPr/>
        </p:nvSpPr>
        <p:spPr>
          <a:xfrm>
            <a:off x="1043640" y="12513600"/>
            <a:ext cx="6667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8"/>
          <p:cNvSpPr/>
          <p:nvPr/>
        </p:nvSpPr>
        <p:spPr>
          <a:xfrm>
            <a:off x="1307520" y="13587480"/>
            <a:ext cx="6622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Lato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10429200" y="25867080"/>
            <a:ext cx="1045008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10283760" y="3861720"/>
            <a:ext cx="104155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10176480" y="5263200"/>
            <a:ext cx="10940400" cy="81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{{exp_1_role}}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{{exp_1_company}} ({{exp_1_dates}})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{{exp_2_role}}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{{exp_2_company}} ({{exp_2_dates}})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{{exp_3_role}}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{{exp_3_company}} ({{exp_3_dates}})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{{exp_4_role}}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 {{exp_4_company}} ({{exp_4_dates}})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Garet"/>
              </a:rPr>
              <a:t>{{exp_5_role}}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{{exp_5_company}} ({{exp_5_dates}})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{{exp_5_bullets_block}}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10689120" y="24731640"/>
            <a:ext cx="98301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9"/>
          <p:cNvSpPr/>
          <p:nvPr/>
        </p:nvSpPr>
        <p:spPr>
          <a:xfrm>
            <a:off x="10283760" y="10241280"/>
            <a:ext cx="109404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2"/>
          <p:cNvSpPr/>
          <p:nvPr/>
        </p:nvSpPr>
        <p:spPr>
          <a:xfrm>
            <a:off x="10391040" y="15695280"/>
            <a:ext cx="1002060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0329480" y="19658880"/>
            <a:ext cx="1094040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4"/>
          <p:cNvSpPr/>
          <p:nvPr/>
        </p:nvSpPr>
        <p:spPr>
          <a:xfrm>
            <a:off x="10436400" y="20296080"/>
            <a:ext cx="1002060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230480" y="2880000"/>
            <a:ext cx="1028628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Lato"/>
                <a:ea typeface="Garet"/>
              </a:rPr>
              <a:t>{{title}}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980000" y="720000"/>
            <a:ext cx="41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80000" y="17598960"/>
            <a:ext cx="507024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2026-01-14T15:09:00Z</dcterms:modified>
  <cp:revision>20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