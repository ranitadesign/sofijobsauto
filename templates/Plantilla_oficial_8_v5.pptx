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Garet"/>
      <p:regular r:id="rId4"/>
      <p:bold r:id="rId4"/>
    </p:embeddedFont>
    <p:embeddedFont>
      <p:font typeface="Poppins"/>
      <p:regular r:id="rId5"/>
      <p:bold r:id="rId5"/>
    </p:embeddedFont>
    <p:embeddedFont>
      <p:font typeface="Carelia"/>
      <p:regular r:id="rId6"/>
      <p:bold r:id="rId6"/>
    </p:embeddedFont>
    <p:embeddedFont>
      <p:font typeface="Microsoft YaHei"/>
      <p:regular r:id="rId7"/>
    </p:embeddedFont>
    <p:embeddedFont>
      <p:font typeface="Garet Bold"/>
    </p:embeddedFont>
    <p:embeddedFont>
      <p:font typeface="TT Drugs Bold"/>
    </p:embeddedFont>
    <p:embeddedFont>
      <p:font typeface="Montserra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Gare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Carelia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408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660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5AE2BF-8A1E-4ACF-9D53-87A406ECCFD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24C459-6CB7-4B70-A58D-D1189F3CB7A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9080" cy="134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9080" cy="1486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FDE8E84-B5D7-45F5-B8D6-B9D298337A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516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6B59A93-FBCA-429D-98D2-AACB2D971A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696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696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8400" cy="62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8400" cy="3938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7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8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20B46E-2479-4422-9591-64ADB1EEF98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1F2187-7357-46EB-AE3A-DBBF16E72E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0E8625-D6F9-4C80-AB36-48AACF94F2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4840" cy="114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832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4840" cy="4677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016FD74-C9A9-437E-9685-E3A50F1C46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3080" cy="55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3080" cy="410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3080" cy="79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426663-4509-4A1A-8F5F-EC76860D5C4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9080" cy="1456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B7B597-D94F-431A-8EF1-5BA835C7EC9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6280" cy="112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6280" cy="4512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630CEA-DE4A-4FE7-8006-3D2E738F1C8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720" y="720"/>
            <a:ext cx="9167040" cy="30263760"/>
          </a:xfrm>
          <a:prstGeom prst="flowChartProcess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1"/>
          <p:cNvSpPr/>
          <p:nvPr/>
        </p:nvSpPr>
        <p:spPr>
          <a:xfrm>
            <a:off x="9720000" y="4536000"/>
            <a:ext cx="10933920" cy="882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[[EXPERIENCE_BLOCK]]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{{exp_1_role}}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{{exp_1_company}} {{exp_1_dates}}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{{exp_1_bullets_block}}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{{exp_2_role}}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{{exp_2_company}} {{exp_2_dates}}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{{exp_2_bullets_block}}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{{exp_3_role}}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{{exp_3_company}} {{exp_3_dates}}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{{exp_3_bullets_block}}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{{exp_4_role}}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{{exp_4_company}} {{exp_4_dates}}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{{exp_4_bullets_block}}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n-US" sz="2830" b="1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{{exp_5_role}}</a:t>
            </a:r>
            <a:r>
              <a:rPr lang="en-US" sz="2830" b="0" u="none" strike="noStrike">
                <a:solidFill>
                  <a:srgbClr val="000000"/>
                </a:solidFill>
                <a:effectLst/>
                <a:uFillTx/>
                <a:latin typeface="Garet"/>
                <a:ea typeface="Garet"/>
              </a:rPr>
              <a:t>  {{exp_5_company}} {{exp_5_dates}}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850"/>
              </a:spcBef>
              <a:spcAft>
                <a:spcPts val="850"/>
              </a:spcAft>
            </a:pPr>
            <a:r>
              <a:rPr lang="es-AR" sz="2300" b="0" u="none" strike="noStrike">
                <a:solidFill>
                  <a:srgbClr val="000000"/>
                </a:solidFill>
                <a:effectLst/>
                <a:uFillTx/>
                <a:latin typeface="Garet"/>
                <a:ea typeface="Montserrat"/>
              </a:rPr>
              <a:t>{{exp_5_bullets_block}}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29"/>
          <p:cNvSpPr/>
          <p:nvPr/>
        </p:nvSpPr>
        <p:spPr>
          <a:xfrm>
            <a:off x="10283760" y="10241280"/>
            <a:ext cx="1093392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2"/>
          <p:cNvSpPr/>
          <p:nvPr/>
        </p:nvSpPr>
        <p:spPr>
          <a:xfrm>
            <a:off x="10391040" y="15695280"/>
            <a:ext cx="10014120" cy="13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910"/>
              </a:lnSpc>
            </a:pPr>
            <a:endParaRPr lang="es-AR" sz="2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1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3"/>
          <p:cNvSpPr/>
          <p:nvPr/>
        </p:nvSpPr>
        <p:spPr>
          <a:xfrm>
            <a:off x="10329480" y="19658880"/>
            <a:ext cx="10933920" cy="50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04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1980000" y="720000"/>
            <a:ext cx="413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204200" y="7200000"/>
            <a:ext cx="6336000" cy="107172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Poppins"/>
            </a:endParaRPr>
          </a:p>
        </p:txBody>
      </p:sp>
      <p:sp>
        <p:nvSpPr>
          <p:cNvPr id="66" name="TextBox 13"/>
          <p:cNvSpPr/>
          <p:nvPr/>
        </p:nvSpPr>
        <p:spPr>
          <a:xfrm>
            <a:off x="1024200" y="7416000"/>
            <a:ext cx="6660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INFORMACIÓN DE CONTACTO</a:t>
            </a:r>
            <a:endParaRPr lang="es-AR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4"/>
          <p:cNvSpPr/>
          <p:nvPr/>
        </p:nvSpPr>
        <p:spPr>
          <a:xfrm>
            <a:off x="1332000" y="8460000"/>
            <a:ext cx="6944040" cy="20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{{contact_location}}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{{contact_phone}}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r>
              <a:rPr lang="en-US" sz="250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{{contact_email}}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67"/>
              </a:lnSpc>
            </a:pPr>
            <a:endParaRPr lang="es-AR" sz="2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1263240" y="10800000"/>
            <a:ext cx="6287760" cy="1071720"/>
          </a:xfrm>
          <a:prstGeom prst="roundRect">
            <a:avLst>
              <a:gd name="adj" fmla="val 16667"/>
            </a:avLst>
          </a:prstGeom>
          <a:solidFill>
            <a:srgbClr val="eeeeee">
              <a:alpha val="33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7"/>
          <p:cNvSpPr/>
          <p:nvPr/>
        </p:nvSpPr>
        <p:spPr>
          <a:xfrm>
            <a:off x="1037880" y="10992600"/>
            <a:ext cx="666072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RESUMEN PROFESIONAL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8"/>
          <p:cNvSpPr/>
          <p:nvPr/>
        </p:nvSpPr>
        <p:spPr>
          <a:xfrm>
            <a:off x="1301760" y="12066480"/>
            <a:ext cx="66157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6"/>
          <p:cNvSpPr/>
          <p:nvPr/>
        </p:nvSpPr>
        <p:spPr>
          <a:xfrm>
            <a:off x="2049120" y="10795320"/>
            <a:ext cx="6703920" cy="52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9640080" y="24334200"/>
            <a:ext cx="10689840" cy="107136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9"/>
          <p:cNvSpPr/>
          <p:nvPr/>
        </p:nvSpPr>
        <p:spPr>
          <a:xfrm>
            <a:off x="9892080" y="25725600"/>
            <a:ext cx="10443600" cy="271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{{edu_1_degree}}  {{edu_1_school}}  {{edu_1_years}}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{{edu_2_degree}}  {{edu_2_school}}  {{edu_2_years}}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543f3f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323232"/>
                </a:solidFill>
                <a:effectLst/>
                <a:uFillTx/>
                <a:latin typeface="Garet"/>
                <a:ea typeface="Garet"/>
              </a:rPr>
              <a:t>{{edu_3_degree}}  {{edu_3_school}}  {{edu_3_years}}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5"/>
          <p:cNvSpPr/>
          <p:nvPr/>
        </p:nvSpPr>
        <p:spPr>
          <a:xfrm>
            <a:off x="10116000" y="24588360"/>
            <a:ext cx="982368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FORMACIÓN ACADÉMICA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9645840" y="3604320"/>
            <a:ext cx="10689840" cy="1071360"/>
          </a:xfrm>
          <a:prstGeom prst="roundRect">
            <a:avLst>
              <a:gd name="adj" fmla="val 16667"/>
            </a:avLst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2"/>
          <p:cNvSpPr/>
          <p:nvPr/>
        </p:nvSpPr>
        <p:spPr>
          <a:xfrm>
            <a:off x="9363600" y="399960"/>
            <a:ext cx="11695680" cy="176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881"/>
              </a:lnSpc>
            </a:pPr>
            <a:r>
              <a:rPr lang="en-US" sz="9050" b="0" u="none" spc="-207" strike="noStrike">
                <a:solidFill>
                  <a:srgbClr val="c0504d"/>
                </a:solidFill>
                <a:effectLst/>
                <a:uFillTx/>
                <a:latin typeface="Carelia"/>
                <a:ea typeface="Carelia"/>
              </a:rPr>
              <a:t>{{name}}</a:t>
            </a:r>
            <a:endParaRPr lang="es-AR" sz="9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980"/>
              </a:lnSpc>
            </a:pPr>
            <a:r>
              <a:rPr lang="en-US" sz="2400" b="0" u="none" spc="227" strike="noStrike">
                <a:solidFill>
                  <a:srgbClr val="000000"/>
                </a:solidFill>
                <a:effectLst/>
                <a:uFillTx/>
                <a:latin typeface="Garet"/>
                <a:ea typeface="TT Drugs Bold"/>
              </a:rPr>
              <a:t>{{title}}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20"/>
          <p:cNvSpPr/>
          <p:nvPr/>
        </p:nvSpPr>
        <p:spPr>
          <a:xfrm>
            <a:off x="10080360" y="3816360"/>
            <a:ext cx="7709040" cy="55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57"/>
              </a:lnSpc>
            </a:pPr>
            <a:r>
              <a:rPr lang="en-US" sz="3110" b="0" u="none" strike="noStrike">
                <a:solidFill>
                  <a:srgbClr val="543f3f"/>
                </a:solidFill>
                <a:effectLst/>
                <a:uFillTx/>
                <a:latin typeface="Garet"/>
                <a:ea typeface="Garet Bold"/>
              </a:rPr>
              <a:t>EXPERIENCIA LABORAL</a:t>
            </a:r>
            <a:endParaRPr lang="es-AR" sz="31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821520" y="17060400"/>
            <a:ext cx="7195320" cy="261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 [[SIDEBAR_BLOCK]]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{{#sidebar_sections_noedu}}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134"/>
              </a:lnSpc>
            </a:pPr>
            <a:r>
              <a:rPr lang="es-AR" sz="3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pc="-300" strike="noStrike">
                <a:solidFill>
                  <a:srgbClr val="543f3f"/>
                </a:solidFill>
                <a:effectLst/>
                <a:uFillTx/>
                <a:latin typeface="Garet"/>
              </a:rPr>
              <a:t>{{line}}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2600" b="0" u="none" strike="noStrike">
                <a:solidFill>
                  <a:srgbClr val="543f3f"/>
                </a:solidFill>
                <a:effectLst/>
                <a:uFillTx/>
                <a:latin typeface="Garet"/>
              </a:rPr>
              <a:t>{{body}}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Garet"/>
              </a:rPr>
              <a:t>{{/sidebar_sections_noedu}}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DAG9kcgXo98</dc:identifier>
  <dc:language>es-AR</dc:language>
  <cp:lastModifiedBy/>
  <dcterms:modified xsi:type="dcterms:W3CDTF">2026-03-09T19:57:54Z</dcterms:modified>
  <cp:revision>38</cp:revision>
  <dc:subject/>
  <dc:title>Plantilla_oficial_8.pptx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