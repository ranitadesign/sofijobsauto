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Carelia"/>
      <p:regular r:id="rId5"/>
      <p:bold r:id="rId5"/>
    </p:embeddedFont>
    <p:embeddedFont>
      <p:font typeface="Poppins"/>
      <p:regular r:id="rId6"/>
      <p:bold r:id="rId6"/>
    </p:embeddedFont>
    <p:embeddedFont>
      <p:font typeface="Montserrat"/>
      <p:regular r:id="rId7"/>
      <p:bold r:id="rId7"/>
    </p:embeddedFont>
    <p:embeddedFont>
      <p:font typeface="Microsoft YaHei"/>
      <p:regular r:id="rId8"/>
    </p:embeddedFont>
    <p:embeddedFont>
      <p:font typeface="Garet Bold"/>
    </p:embeddedFont>
    <p:embeddedFont>
      <p:font typeface="TT Drug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Carelia_Regular.fntdata"/><Relationship Id="rId6" Type="http://schemas.openxmlformats.org/officeDocument/2006/relationships/font" Target="fonts/Font_3_Poppins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Microsoft_YaHei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02D141-9F7E-4B07-ACAE-024EC9872C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4074AA-5956-46DB-BEA1-C41707337E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4EC7AA-A386-4CF1-8F84-EB5FEE1DAD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D250E9-62A6-4EFD-A37F-25236D2399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1DF51D-0BFD-47AF-B3F6-DE905EB3A6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9E2822-4ED4-4BCF-B027-677C20914F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D889B4-EEBD-41F2-8ABA-46E63D4511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CEB167-23C8-45B2-A2B8-B1C54618B0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85C66C-B84A-4153-8093-F18FA358A2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A0CEE4-F42A-4A69-81FA-D4A983CF6B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6D8B89-6FCE-419D-B2EF-7846B24429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720" y="720"/>
            <a:ext cx="9167760" cy="30264480"/>
          </a:xfrm>
          <a:prstGeom prst="flowChart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1"/>
          <p:cNvSpPr/>
          <p:nvPr/>
        </p:nvSpPr>
        <p:spPr>
          <a:xfrm>
            <a:off x="9720000" y="5220000"/>
            <a:ext cx="10934640" cy="81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{{exp_1_company}} {{exp_1_dates}}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{{exp_1_bullets_block}}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{{exp_2_role}}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{{exp_2_company}} {{exp_2_dates}}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{{exp_2_bullets_block}}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{{exp_3_role}}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{{exp_3_company}} {{exp_3_dates}}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{{exp_3_bullets_block}}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{{exp_4_role}}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{{exp_4_company}} {{exp_4_dates}}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{{exp_4_bullets_block}}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{{exp_5_role}}</a:t>
            </a:r>
            <a:r>
              <a:rPr lang="en-US" sz="283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{{exp_5_company}} {{exp_5_dates}}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s-AR" sz="23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{{exp_5_bullets_block}}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9"/>
          <p:cNvSpPr/>
          <p:nvPr/>
        </p:nvSpPr>
        <p:spPr>
          <a:xfrm>
            <a:off x="10283760" y="10241280"/>
            <a:ext cx="109346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4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2"/>
          <p:cNvSpPr/>
          <p:nvPr/>
        </p:nvSpPr>
        <p:spPr>
          <a:xfrm>
            <a:off x="10391040" y="15695280"/>
            <a:ext cx="10014840" cy="13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10"/>
              </a:lnSpc>
            </a:pPr>
            <a:endParaRPr lang="es-AR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14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3"/>
          <p:cNvSpPr/>
          <p:nvPr/>
        </p:nvSpPr>
        <p:spPr>
          <a:xfrm>
            <a:off x="10329480" y="19658880"/>
            <a:ext cx="109346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4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980000" y="720000"/>
            <a:ext cx="413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204200" y="7200000"/>
            <a:ext cx="633672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Poppins"/>
            </a:endParaRPr>
          </a:p>
        </p:txBody>
      </p:sp>
      <p:sp>
        <p:nvSpPr>
          <p:cNvPr id="66" name="TextBox 13"/>
          <p:cNvSpPr/>
          <p:nvPr/>
        </p:nvSpPr>
        <p:spPr>
          <a:xfrm>
            <a:off x="1024200" y="741600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INFORMACIÓN DE CONTACTO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4"/>
          <p:cNvSpPr/>
          <p:nvPr/>
        </p:nvSpPr>
        <p:spPr>
          <a:xfrm>
            <a:off x="1332000" y="8460000"/>
            <a:ext cx="6944760" cy="20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endParaRPr lang="es-AR" sz="2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63240" y="10800000"/>
            <a:ext cx="628848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7"/>
          <p:cNvSpPr/>
          <p:nvPr/>
        </p:nvSpPr>
        <p:spPr>
          <a:xfrm>
            <a:off x="1037880" y="1099260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RESUMEN PROFESIONAL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8"/>
          <p:cNvSpPr/>
          <p:nvPr/>
        </p:nvSpPr>
        <p:spPr>
          <a:xfrm>
            <a:off x="1301760" y="12066480"/>
            <a:ext cx="66164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166760" y="16977960"/>
            <a:ext cx="7112160" cy="23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34"/>
              </a:lnSpc>
            </a:pPr>
            <a:r>
              <a:rPr lang="es-AR" sz="3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pc="-300" strike="noStrike">
                <a:solidFill>
                  <a:srgbClr val="543f3f"/>
                </a:solidFill>
                <a:effectLst/>
                <a:uFillTx/>
                <a:latin typeface="Poppins"/>
              </a:rPr>
              <a:t>{{line}}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2049120" y="10795320"/>
            <a:ext cx="6704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640080" y="2433420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9"/>
          <p:cNvSpPr/>
          <p:nvPr/>
        </p:nvSpPr>
        <p:spPr>
          <a:xfrm>
            <a:off x="9892080" y="25725600"/>
            <a:ext cx="10444320" cy="27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5"/>
          <p:cNvSpPr/>
          <p:nvPr/>
        </p:nvSpPr>
        <p:spPr>
          <a:xfrm>
            <a:off x="10116000" y="24588360"/>
            <a:ext cx="98244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FORMACIÓN ACADÉMICA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645840" y="360432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9363600" y="399960"/>
            <a:ext cx="11696400" cy="17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881"/>
              </a:lnSpc>
            </a:pPr>
            <a:r>
              <a:rPr lang="en-US" sz="9050" b="0" u="none" spc="-207" strike="noStrike">
                <a:solidFill>
                  <a:srgbClr val="c0504d"/>
                </a:solidFill>
                <a:effectLst/>
                <a:uFillTx/>
                <a:latin typeface="Carelia"/>
                <a:ea typeface="Carelia"/>
              </a:rPr>
              <a:t>{{name}}</a:t>
            </a:r>
            <a:endParaRPr lang="es-AR" sz="9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2400" b="0" u="none" spc="227" strike="noStrike">
                <a:solidFill>
                  <a:srgbClr val="000000"/>
                </a:solidFill>
                <a:effectLst/>
                <a:uFillTx/>
                <a:latin typeface="Garet"/>
                <a:ea typeface="TT Drugs Bold"/>
              </a:rPr>
              <a:t>{{title}}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10080360" y="3816360"/>
            <a:ext cx="7709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DAG9kcgXo98</dc:identifier>
  <dc:language>es-AR</dc:language>
  <cp:lastModifiedBy/>
  <dcterms:modified xsi:type="dcterms:W3CDTF">2026-02-17T16:53:56Z</dcterms:modified>
  <cp:revision>36</cp:revision>
  <dc:subject/>
  <dc:title>Plantilla_oficial_8.pptx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