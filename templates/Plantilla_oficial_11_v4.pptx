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15D54C-6AB9-4E6D-AE1D-D6BCB67DF52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C965969-6B08-4344-90DC-FD88825EB6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744AAA9-F2A4-4C84-A66C-AFB72C77A0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7320C9-47F4-4D8B-B417-30C5433160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766CA5-25F7-40BA-912A-09BEBBF488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E72C35-424D-44E4-9B99-A1703D8A6E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E688C7-A9B0-4139-BA25-9C473E76A7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507E5F-B4AB-4A00-8BC3-1EDC72C344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014EDD-DA43-409A-801F-9687660E7D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C68D55-01DE-4361-AA15-C8267008191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A797D05-98B6-4703-8CE0-068A81ACFC6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4"/>
          <p:cNvSpPr/>
          <p:nvPr/>
        </p:nvSpPr>
        <p:spPr>
          <a:xfrm>
            <a:off x="971640" y="9000000"/>
            <a:ext cx="18947520" cy="168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5"/>
          <p:cNvSpPr/>
          <p:nvPr/>
        </p:nvSpPr>
        <p:spPr>
          <a:xfrm>
            <a:off x="1260000" y="8561880"/>
            <a:ext cx="18961200" cy="547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66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7"/>
          <p:cNvSpPr/>
          <p:nvPr/>
        </p:nvSpPr>
        <p:spPr>
          <a:xfrm>
            <a:off x="1131120" y="10837440"/>
            <a:ext cx="1896120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7"/>
          <p:cNvGrpSpPr/>
          <p:nvPr/>
        </p:nvGrpSpPr>
        <p:grpSpPr>
          <a:xfrm>
            <a:off x="1065960" y="21547080"/>
            <a:ext cx="18952920" cy="19800"/>
            <a:chOff x="1065960" y="21547080"/>
            <a:chExt cx="18952920" cy="19800"/>
          </a:xfrm>
        </p:grpSpPr>
        <p:sp>
          <p:nvSpPr>
            <p:cNvPr id="63" name="Freeform 28"/>
            <p:cNvSpPr/>
            <p:nvPr/>
          </p:nvSpPr>
          <p:spPr>
            <a:xfrm>
              <a:off x="1065960" y="215470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1065960" y="2104452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2"/>
          <p:cNvGrpSpPr/>
          <p:nvPr/>
        </p:nvGrpSpPr>
        <p:grpSpPr>
          <a:xfrm>
            <a:off x="1080000" y="24479280"/>
            <a:ext cx="18952920" cy="19800"/>
            <a:chOff x="1080000" y="24479280"/>
            <a:chExt cx="18952920" cy="19800"/>
          </a:xfrm>
        </p:grpSpPr>
        <p:sp>
          <p:nvSpPr>
            <p:cNvPr id="66" name="Freeform 33"/>
            <p:cNvSpPr/>
            <p:nvPr/>
          </p:nvSpPr>
          <p:spPr>
            <a:xfrm>
              <a:off x="1080000" y="244792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4"/>
          <p:cNvSpPr/>
          <p:nvPr/>
        </p:nvSpPr>
        <p:spPr>
          <a:xfrm>
            <a:off x="1065960" y="24712200"/>
            <a:ext cx="1927152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5"/>
          <p:cNvSpPr/>
          <p:nvPr/>
        </p:nvSpPr>
        <p:spPr>
          <a:xfrm>
            <a:off x="1080000" y="2394000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1145520" y="852840"/>
            <a:ext cx="1955196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4"/>
          <p:cNvSpPr/>
          <p:nvPr/>
        </p:nvSpPr>
        <p:spPr>
          <a:xfrm>
            <a:off x="7428600" y="415872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5"/>
          <p:cNvSpPr/>
          <p:nvPr/>
        </p:nvSpPr>
        <p:spPr>
          <a:xfrm>
            <a:off x="7594920" y="4284000"/>
            <a:ext cx="101880" cy="226080"/>
          </a:xfrm>
          <a:custGeom>
            <a:avLst/>
            <a:gdLst>
              <a:gd name="textAreaLeft" fmla="*/ 0 w 101880"/>
              <a:gd name="textAreaRight" fmla="*/ 109080 w 101880"/>
              <a:gd name="textAreaTop" fmla="*/ 0 h 226080"/>
              <a:gd name="textAreaBottom" fmla="*/ 233280 h 22608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8067240" y="4140360"/>
            <a:ext cx="34740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7"/>
          <p:cNvSpPr/>
          <p:nvPr/>
        </p:nvSpPr>
        <p:spPr>
          <a:xfrm>
            <a:off x="1145520" y="4150080"/>
            <a:ext cx="434520" cy="450000"/>
          </a:xfrm>
          <a:custGeom>
            <a:avLst/>
            <a:gdLst>
              <a:gd name="textAreaLeft" fmla="*/ 0 w 434520"/>
              <a:gd name="textAreaRight" fmla="*/ 441720 w 434520"/>
              <a:gd name="textAreaTop" fmla="*/ 0 h 450000"/>
              <a:gd name="textAreaBottom" fmla="*/ 457200 h 45000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8"/>
          <p:cNvSpPr/>
          <p:nvPr/>
        </p:nvSpPr>
        <p:spPr>
          <a:xfrm>
            <a:off x="1264680" y="4296600"/>
            <a:ext cx="207720" cy="183600"/>
          </a:xfrm>
          <a:custGeom>
            <a:avLst/>
            <a:gdLst>
              <a:gd name="textAreaLeft" fmla="*/ 0 w 207720"/>
              <a:gd name="textAreaRight" fmla="*/ 214920 w 207720"/>
              <a:gd name="textAreaTop" fmla="*/ 0 h 183600"/>
              <a:gd name="textAreaBottom" fmla="*/ 190800 h 18360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784160" y="4140360"/>
            <a:ext cx="527940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Freeform 10"/>
          <p:cNvSpPr/>
          <p:nvPr/>
        </p:nvSpPr>
        <p:spPr>
          <a:xfrm>
            <a:off x="12033720" y="4162680"/>
            <a:ext cx="446040" cy="446040"/>
          </a:xfrm>
          <a:custGeom>
            <a:avLst/>
            <a:gdLst>
              <a:gd name="textAreaLeft" fmla="*/ 0 w 446040"/>
              <a:gd name="textAreaRight" fmla="*/ 453240 w 446040"/>
              <a:gd name="textAreaTop" fmla="*/ 0 h 446040"/>
              <a:gd name="textAreaBottom" fmla="*/ 453240 h 44604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12702600" y="4087080"/>
            <a:ext cx="449748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12"/>
          <p:cNvGrpSpPr/>
          <p:nvPr/>
        </p:nvGrpSpPr>
        <p:grpSpPr>
          <a:xfrm>
            <a:off x="1260000" y="5782680"/>
            <a:ext cx="18952920" cy="19800"/>
            <a:chOff x="1260000" y="5782680"/>
            <a:chExt cx="18952920" cy="19800"/>
          </a:xfrm>
        </p:grpSpPr>
        <p:sp>
          <p:nvSpPr>
            <p:cNvPr id="79" name="Freeform 13"/>
            <p:cNvSpPr/>
            <p:nvPr/>
          </p:nvSpPr>
          <p:spPr>
            <a:xfrm>
              <a:off x="1260000" y="578268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4"/>
          <p:cNvSpPr/>
          <p:nvPr/>
        </p:nvSpPr>
        <p:spPr>
          <a:xfrm>
            <a:off x="1203480" y="5847840"/>
            <a:ext cx="18952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1203480" y="5220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1"/>
          <p:cNvGrpSpPr/>
          <p:nvPr/>
        </p:nvGrpSpPr>
        <p:grpSpPr>
          <a:xfrm>
            <a:off x="1213920" y="8439840"/>
            <a:ext cx="18952920" cy="19800"/>
            <a:chOff x="1213920" y="8439840"/>
            <a:chExt cx="18952920" cy="19800"/>
          </a:xfrm>
        </p:grpSpPr>
        <p:sp>
          <p:nvSpPr>
            <p:cNvPr id="83" name="Freeform 22"/>
            <p:cNvSpPr/>
            <p:nvPr/>
          </p:nvSpPr>
          <p:spPr>
            <a:xfrm>
              <a:off x="1213920" y="8439840"/>
              <a:ext cx="18952920" cy="19800"/>
            </a:xfrm>
            <a:custGeom>
              <a:avLst/>
              <a:gdLst>
                <a:gd name="textAreaLeft" fmla="*/ 0 w 18952920"/>
                <a:gd name="textAreaRight" fmla="*/ 18960120 w 18952920"/>
                <a:gd name="textAreaTop" fmla="*/ 0 h 19800"/>
                <a:gd name="textAreaBottom" fmla="*/ 27000 h 1980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3"/>
          <p:cNvSpPr/>
          <p:nvPr/>
        </p:nvSpPr>
        <p:spPr>
          <a:xfrm>
            <a:off x="1213920" y="7920360"/>
            <a:ext cx="18952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1"/>
          <p:cNvSpPr/>
          <p:nvPr/>
        </p:nvSpPr>
        <p:spPr>
          <a:xfrm>
            <a:off x="1066320" y="21749760"/>
            <a:ext cx="1909152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1065960" y="28382760"/>
            <a:ext cx="18952200" cy="19080"/>
            <a:chOff x="1065960" y="28382760"/>
            <a:chExt cx="18952200" cy="19080"/>
          </a:xfrm>
        </p:grpSpPr>
        <p:sp>
          <p:nvSpPr>
            <p:cNvPr id="87" name="Freeform 1"/>
            <p:cNvSpPr/>
            <p:nvPr/>
          </p:nvSpPr>
          <p:spPr>
            <a:xfrm>
              <a:off x="1065960" y="28382760"/>
              <a:ext cx="18952200" cy="19080"/>
            </a:xfrm>
            <a:custGeom>
              <a:avLst/>
              <a:gdLst>
                <a:gd name="textAreaLeft" fmla="*/ 0 w 18952200"/>
                <a:gd name="textAreaRight" fmla="*/ 18960120 w 18952200"/>
                <a:gd name="textAreaTop" fmla="*/ 0 h 19080"/>
                <a:gd name="textAreaBottom" fmla="*/ 27000 h 1908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5"/>
          <p:cNvSpPr/>
          <p:nvPr/>
        </p:nvSpPr>
        <p:spPr>
          <a:xfrm>
            <a:off x="1036080" y="28791000"/>
            <a:ext cx="63439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7740000" y="28800360"/>
            <a:ext cx="6120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8"/>
          <p:cNvSpPr/>
          <p:nvPr/>
        </p:nvSpPr>
        <p:spPr>
          <a:xfrm>
            <a:off x="1065960" y="27880200"/>
            <a:ext cx="189522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14427000" y="28791000"/>
            <a:ext cx="555300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2026-02-13T13:24:29Z</dcterms:modified>
  <cp:revision>32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