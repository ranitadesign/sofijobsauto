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LATO"/>
    </p:embeddedFon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oppins Bold"/>
    </p:embeddedFont>
    <p:embeddedFont>
      <p:font typeface="Microsoft YaHei"/>
      <p:regular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137504-13B5-43FD-8CBF-DEC9D16D98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8343AC-795F-47FD-B252-B2F57748A1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6FDD75-23E9-4FD4-ADAF-CF6429037B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963345-7BD1-454F-B6E3-2185F26611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ECF0E5-C53E-4EC8-8F0C-F2D979726D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F9239-AD12-4129-9C5A-F36930EE9B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AB0CA6-3F9D-43C6-AE25-C50DF97317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718F38-0480-40CE-9302-29A940E844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9B4E3A-AF2C-4A35-8FD8-5EC9F376EE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146A74-E3BD-4E7A-929A-03A64418FE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55DB21-3992-4D39-B7EE-397BED4DFE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900000"/>
            <a:ext cx="19551240" cy="13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916920" y="2576520"/>
            <a:ext cx="1955124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6785280" y="414972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6951600" y="4275000"/>
            <a:ext cx="101160" cy="225360"/>
          </a:xfrm>
          <a:custGeom>
            <a:avLst/>
            <a:gdLst>
              <a:gd name="textAreaLeft" fmla="*/ 0 w 101160"/>
              <a:gd name="textAreaRight" fmla="*/ 109080 w 101160"/>
              <a:gd name="textAreaTop" fmla="*/ 0 h 225360"/>
              <a:gd name="textAreaBottom" fmla="*/ 233280 h 22536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7423920" y="4140000"/>
            <a:ext cx="34732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916920" y="4149720"/>
            <a:ext cx="433800" cy="449280"/>
          </a:xfrm>
          <a:custGeom>
            <a:avLst/>
            <a:gdLst>
              <a:gd name="textAreaLeft" fmla="*/ 0 w 433800"/>
              <a:gd name="textAreaRight" fmla="*/ 441720 w 433800"/>
              <a:gd name="textAreaTop" fmla="*/ 0 h 449280"/>
              <a:gd name="textAreaBottom" fmla="*/ 457200 h 4492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036080" y="4296240"/>
            <a:ext cx="207000" cy="182880"/>
          </a:xfrm>
          <a:custGeom>
            <a:avLst/>
            <a:gdLst>
              <a:gd name="textAreaLeft" fmla="*/ 0 w 207000"/>
              <a:gd name="textAreaRight" fmla="*/ 214920 w 207000"/>
              <a:gd name="textAreaTop" fmla="*/ 0 h 182880"/>
              <a:gd name="textAreaBottom" fmla="*/ 190800 h 18288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555560" y="4140000"/>
            <a:ext cx="491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1390400" y="4153680"/>
            <a:ext cx="445320" cy="445320"/>
          </a:xfrm>
          <a:custGeom>
            <a:avLst/>
            <a:gdLst>
              <a:gd name="textAreaLeft" fmla="*/ 0 w 445320"/>
              <a:gd name="textAreaRight" fmla="*/ 453240 w 445320"/>
              <a:gd name="textAreaTop" fmla="*/ 0 h 445320"/>
              <a:gd name="textAreaBottom" fmla="*/ 453240 h 44532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059280" y="4078080"/>
            <a:ext cx="43160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065960" y="5758920"/>
            <a:ext cx="18952200" cy="19080"/>
            <a:chOff x="1065960" y="5758920"/>
            <a:chExt cx="18952200" cy="19080"/>
          </a:xfrm>
        </p:grpSpPr>
        <p:sp>
          <p:nvSpPr>
            <p:cNvPr id="70" name="Freeform 13"/>
            <p:cNvSpPr/>
            <p:nvPr/>
          </p:nvSpPr>
          <p:spPr>
            <a:xfrm>
              <a:off x="1065960" y="575892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065960" y="5780160"/>
            <a:ext cx="18952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065960" y="522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OBJETIVO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6"/>
          <p:cNvGrpSpPr/>
          <p:nvPr/>
        </p:nvGrpSpPr>
        <p:grpSpPr>
          <a:xfrm>
            <a:off x="1065960" y="28382400"/>
            <a:ext cx="18952200" cy="19080"/>
            <a:chOff x="1065960" y="28382400"/>
            <a:chExt cx="18952200" cy="19080"/>
          </a:xfrm>
        </p:grpSpPr>
        <p:sp>
          <p:nvSpPr>
            <p:cNvPr id="74" name="Freeform 17"/>
            <p:cNvSpPr/>
            <p:nvPr/>
          </p:nvSpPr>
          <p:spPr>
            <a:xfrm>
              <a:off x="1065960" y="2838240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8"/>
          <p:cNvSpPr/>
          <p:nvPr/>
        </p:nvSpPr>
        <p:spPr>
          <a:xfrm>
            <a:off x="1036080" y="28790640"/>
            <a:ext cx="3706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{{idioma_1}}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5850360" y="28790640"/>
            <a:ext cx="368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{{idioma_2}}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065960" y="2787984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IDIOMAS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21"/>
          <p:cNvGrpSpPr/>
          <p:nvPr/>
        </p:nvGrpSpPr>
        <p:grpSpPr>
          <a:xfrm>
            <a:off x="1009440" y="8439480"/>
            <a:ext cx="18952200" cy="19080"/>
            <a:chOff x="1009440" y="8439480"/>
            <a:chExt cx="18952200" cy="19080"/>
          </a:xfrm>
        </p:grpSpPr>
        <p:sp>
          <p:nvSpPr>
            <p:cNvPr id="79" name="Freeform 22"/>
            <p:cNvSpPr/>
            <p:nvPr/>
          </p:nvSpPr>
          <p:spPr>
            <a:xfrm>
              <a:off x="1009440" y="843948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23"/>
          <p:cNvSpPr/>
          <p:nvPr/>
        </p:nvSpPr>
        <p:spPr>
          <a:xfrm>
            <a:off x="1009440" y="792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EXPERIENCIA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4"/>
          <p:cNvSpPr/>
          <p:nvPr/>
        </p:nvSpPr>
        <p:spPr>
          <a:xfrm>
            <a:off x="971640" y="9000000"/>
            <a:ext cx="18950760" cy="16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5"/>
          <p:cNvSpPr/>
          <p:nvPr/>
        </p:nvSpPr>
        <p:spPr>
          <a:xfrm>
            <a:off x="1011240" y="8753400"/>
            <a:ext cx="18964440" cy="75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2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{{exp_3_role}}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{{exp_3_company}}   {{exp_3_dates}}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{{exp_3_bullets_block}}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{{exp_4_role}}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{{exp_4_company}}   {{exp_4_dates}}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{{exp_4_bullets_block}}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66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27"/>
          <p:cNvGrpSpPr/>
          <p:nvPr/>
        </p:nvGrpSpPr>
        <p:grpSpPr>
          <a:xfrm>
            <a:off x="1065960" y="22008960"/>
            <a:ext cx="18952200" cy="19080"/>
            <a:chOff x="1065960" y="22008960"/>
            <a:chExt cx="18952200" cy="19080"/>
          </a:xfrm>
        </p:grpSpPr>
        <p:sp>
          <p:nvSpPr>
            <p:cNvPr id="84" name="Freeform 28"/>
            <p:cNvSpPr/>
            <p:nvPr/>
          </p:nvSpPr>
          <p:spPr>
            <a:xfrm>
              <a:off x="1065960" y="220089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9"/>
          <p:cNvSpPr/>
          <p:nvPr/>
        </p:nvSpPr>
        <p:spPr>
          <a:xfrm>
            <a:off x="1065960" y="2142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1"/>
          <p:cNvSpPr/>
          <p:nvPr/>
        </p:nvSpPr>
        <p:spPr>
          <a:xfrm>
            <a:off x="1065960" y="22211280"/>
            <a:ext cx="5768280" cy="9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{{edu_1_degree}}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{{edu_1_school}}  {{edu_1_years}}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32"/>
          <p:cNvGrpSpPr/>
          <p:nvPr/>
        </p:nvGrpSpPr>
        <p:grpSpPr>
          <a:xfrm>
            <a:off x="1065960" y="24839280"/>
            <a:ext cx="18952200" cy="19080"/>
            <a:chOff x="1065960" y="24839280"/>
            <a:chExt cx="18952200" cy="19080"/>
          </a:xfrm>
        </p:grpSpPr>
        <p:sp>
          <p:nvSpPr>
            <p:cNvPr id="88" name="Freeform 33"/>
            <p:cNvSpPr/>
            <p:nvPr/>
          </p:nvSpPr>
          <p:spPr>
            <a:xfrm>
              <a:off x="1065960" y="2483928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34"/>
          <p:cNvSpPr/>
          <p:nvPr/>
        </p:nvSpPr>
        <p:spPr>
          <a:xfrm>
            <a:off x="1065960" y="25221240"/>
            <a:ext cx="480636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{{skill_1}}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{{skill_2}}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{{skill_3}}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5"/>
          <p:cNvSpPr/>
          <p:nvPr/>
        </p:nvSpPr>
        <p:spPr>
          <a:xfrm>
            <a:off x="1065960" y="2430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HABILIDADES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7"/>
          <p:cNvSpPr/>
          <p:nvPr/>
        </p:nvSpPr>
        <p:spPr>
          <a:xfrm>
            <a:off x="1131120" y="10837440"/>
            <a:ext cx="1896444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3"/>
          <p:cNvSpPr/>
          <p:nvPr/>
        </p:nvSpPr>
        <p:spPr>
          <a:xfrm>
            <a:off x="7920000" y="22211280"/>
            <a:ext cx="5937840" cy="9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{{edu_2_degree}}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{{edu_2_school}}  {{edu_2_years}}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5"/>
          <p:cNvSpPr/>
          <p:nvPr/>
        </p:nvSpPr>
        <p:spPr>
          <a:xfrm>
            <a:off x="14940000" y="22227480"/>
            <a:ext cx="5037840" cy="9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{{edu_3_degree}}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{{edu_3_school}}  {{edu_3_years}}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6"/>
          <p:cNvSpPr/>
          <p:nvPr/>
        </p:nvSpPr>
        <p:spPr>
          <a:xfrm>
            <a:off x="5446440" y="25218360"/>
            <a:ext cx="480636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{{skill_4}}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{{skill_5}}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{{skill_6}}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7"/>
          <p:cNvSpPr/>
          <p:nvPr/>
        </p:nvSpPr>
        <p:spPr>
          <a:xfrm>
            <a:off x="10102680" y="28790640"/>
            <a:ext cx="57351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{{idioma_3}}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2026-01-14T16:02:56Z</dcterms:modified>
  <cp:revision>23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