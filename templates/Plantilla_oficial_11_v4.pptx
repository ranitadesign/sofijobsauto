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</p:embeddedFont>
    <p:embeddedFont>
      <p:font typeface="Lato"/>
      <p:regular r:id="rId5"/>
      <p:bold r:id="rId5"/>
    </p:embeddedFont>
    <p:embeddedFont>
      <p:font typeface="Proxima nova"/>
    </p:embeddedFont>
    <p:embeddedFont>
      <p:font typeface="Microsoft YaHei"/>
      <p:regular r:id="rId6"/>
    </p:embeddedFont>
    <p:embeddedFont>
      <p:font typeface="Poppins Bold"/>
    </p:embeddedFont>
    <p:embeddedFont>
      <p:font typeface="Proxima Nova"/>
      <p:regular r:id="rId7"/>
      <p:bold r:id="rId7"/>
    </p:embeddedFont>
    <p:embeddedFont>
      <p:font typeface="Gare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Lato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Proxima_Nova_Regular.fntdata"/><Relationship Id="rId8" Type="http://schemas.openxmlformats.org/officeDocument/2006/relationships/font" Target="fonts/Font_5_Gare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72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6584FB-830A-4278-A74E-70F47C75ED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0520" cy="13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0520" cy="148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2218A3-51B1-4EF3-B504-3BA4142583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660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660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F5B1F3-70E0-4227-8DC7-B8FF72CE5A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8400" cy="62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8400" cy="39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840" cy="62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840" cy="39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B6916F-61FD-407B-80DD-0965B7F365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FE6CE3-86B1-4A86-8D47-33DD2E16CF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08DD96-3379-45C9-8515-72C9BEC476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6280" cy="115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76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6280" cy="46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F053CD-3B43-4CED-87C5-6C3027B381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4520" cy="5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4520" cy="41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4520" cy="79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8F9226-159F-415F-BB1A-DFFCCA3B98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0520" cy="145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CF15E5-EC80-461A-BE9C-6F275219D0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72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27399E-87CE-4E59-987D-D8A51EED8F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5520" cy="58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040" cy="58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30D2B2-3355-478B-B55F-060B410442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5"/>
          <p:cNvSpPr/>
          <p:nvPr/>
        </p:nvSpPr>
        <p:spPr>
          <a:xfrm>
            <a:off x="1260000" y="7517880"/>
            <a:ext cx="18960480" cy="60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4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4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4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{{exp_3_bullets_block}}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4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{{exp_4_role}}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{{exp_4_company}}   {{exp_4_dates}}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{{exp_4_bullets_block}}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7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37"/>
          <p:cNvSpPr/>
          <p:nvPr/>
        </p:nvSpPr>
        <p:spPr>
          <a:xfrm>
            <a:off x="1131120" y="10117440"/>
            <a:ext cx="1896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1145520" y="132840"/>
            <a:ext cx="1955124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98"/>
              </a:lnSpc>
            </a:pPr>
            <a:r>
              <a:rPr lang="en-US" sz="736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959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4"/>
          <p:cNvSpPr/>
          <p:nvPr/>
        </p:nvSpPr>
        <p:spPr>
          <a:xfrm>
            <a:off x="7428600" y="3438720"/>
            <a:ext cx="433800" cy="449280"/>
          </a:xfrm>
          <a:custGeom>
            <a:avLst/>
            <a:gdLst>
              <a:gd name="textAreaLeft" fmla="*/ 0 w 433800"/>
              <a:gd name="textAreaRight" fmla="*/ 441720 w 433800"/>
              <a:gd name="textAreaTop" fmla="*/ 0 h 449280"/>
              <a:gd name="textAreaBottom" fmla="*/ 457200 h 44928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6" y="0"/>
                </a:lnTo>
                <a:lnTo>
                  <a:pt x="441626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5"/>
          <p:cNvSpPr/>
          <p:nvPr/>
        </p:nvSpPr>
        <p:spPr>
          <a:xfrm>
            <a:off x="7594920" y="3564000"/>
            <a:ext cx="101160" cy="225360"/>
          </a:xfrm>
          <a:custGeom>
            <a:avLst/>
            <a:gdLst>
              <a:gd name="textAreaLeft" fmla="*/ 0 w 101160"/>
              <a:gd name="textAreaRight" fmla="*/ 109080 w 101160"/>
              <a:gd name="textAreaTop" fmla="*/ 0 h 225360"/>
              <a:gd name="textAreaBottom" fmla="*/ 233280 h 225360"/>
            </a:gdLst>
            <a:ahLst/>
            <a:cxnLst/>
            <a:rect l="textAreaLeft" t="textAreaTop" r="textAreaRight" b="textAreaBottom"/>
            <a:pathLst>
              <a:path w="109023" h="233210">
                <a:moveTo>
                  <a:pt x="0" y="0"/>
                </a:moveTo>
                <a:lnTo>
                  <a:pt x="109023" y="0"/>
                </a:lnTo>
                <a:lnTo>
                  <a:pt x="109023" y="233210"/>
                </a:lnTo>
                <a:lnTo>
                  <a:pt x="0" y="2332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8067240" y="3420360"/>
            <a:ext cx="3473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reeform 7"/>
          <p:cNvSpPr/>
          <p:nvPr/>
        </p:nvSpPr>
        <p:spPr>
          <a:xfrm>
            <a:off x="1145520" y="3430080"/>
            <a:ext cx="433800" cy="449280"/>
          </a:xfrm>
          <a:custGeom>
            <a:avLst/>
            <a:gdLst>
              <a:gd name="textAreaLeft" fmla="*/ 0 w 433800"/>
              <a:gd name="textAreaRight" fmla="*/ 441720 w 433800"/>
              <a:gd name="textAreaTop" fmla="*/ 0 h 449280"/>
              <a:gd name="textAreaBottom" fmla="*/ 457200 h 44928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7" y="0"/>
                </a:lnTo>
                <a:lnTo>
                  <a:pt x="441627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8"/>
          <p:cNvSpPr/>
          <p:nvPr/>
        </p:nvSpPr>
        <p:spPr>
          <a:xfrm>
            <a:off x="1264680" y="3576600"/>
            <a:ext cx="207000" cy="182880"/>
          </a:xfrm>
          <a:custGeom>
            <a:avLst/>
            <a:gdLst>
              <a:gd name="textAreaLeft" fmla="*/ 0 w 207000"/>
              <a:gd name="textAreaRight" fmla="*/ 214920 w 207000"/>
              <a:gd name="textAreaTop" fmla="*/ 0 h 182880"/>
              <a:gd name="textAreaBottom" fmla="*/ 190800 h 182880"/>
            </a:gdLst>
            <a:ahLst/>
            <a:cxnLst/>
            <a:rect l="textAreaLeft" t="textAreaTop" r="textAreaRight" b="textAreaBottom"/>
            <a:pathLst>
              <a:path w="214865" h="190643">
                <a:moveTo>
                  <a:pt x="0" y="0"/>
                </a:moveTo>
                <a:lnTo>
                  <a:pt x="214865" y="0"/>
                </a:lnTo>
                <a:lnTo>
                  <a:pt x="214865" y="190643"/>
                </a:lnTo>
                <a:lnTo>
                  <a:pt x="0" y="1906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1784160" y="3420360"/>
            <a:ext cx="52786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10"/>
          <p:cNvSpPr/>
          <p:nvPr/>
        </p:nvSpPr>
        <p:spPr>
          <a:xfrm>
            <a:off x="12033720" y="3442680"/>
            <a:ext cx="445320" cy="445320"/>
          </a:xfrm>
          <a:custGeom>
            <a:avLst/>
            <a:gdLst>
              <a:gd name="textAreaLeft" fmla="*/ 0 w 445320"/>
              <a:gd name="textAreaRight" fmla="*/ 453240 w 445320"/>
              <a:gd name="textAreaTop" fmla="*/ 0 h 445320"/>
              <a:gd name="textAreaBottom" fmla="*/ 453240 h 445320"/>
            </a:gdLst>
            <a:ahLst/>
            <a:cxnLst/>
            <a:rect l="textAreaLeft" t="textAreaTop" r="textAreaRight" b="textAreaBottom"/>
            <a:pathLst>
              <a:path w="453304" h="453304">
                <a:moveTo>
                  <a:pt x="0" y="0"/>
                </a:moveTo>
                <a:lnTo>
                  <a:pt x="453305" y="0"/>
                </a:lnTo>
                <a:lnTo>
                  <a:pt x="453305" y="453305"/>
                </a:lnTo>
                <a:lnTo>
                  <a:pt x="0" y="453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12702600" y="3367080"/>
            <a:ext cx="44967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12"/>
          <p:cNvGrpSpPr/>
          <p:nvPr/>
        </p:nvGrpSpPr>
        <p:grpSpPr>
          <a:xfrm>
            <a:off x="1260000" y="5062680"/>
            <a:ext cx="18952200" cy="19080"/>
            <a:chOff x="1260000" y="5062680"/>
            <a:chExt cx="18952200" cy="19080"/>
          </a:xfrm>
        </p:grpSpPr>
        <p:sp>
          <p:nvSpPr>
            <p:cNvPr id="71" name="Freeform 13"/>
            <p:cNvSpPr/>
            <p:nvPr/>
          </p:nvSpPr>
          <p:spPr>
            <a:xfrm>
              <a:off x="1260000" y="5062680"/>
              <a:ext cx="18952200" cy="19080"/>
            </a:xfrm>
            <a:custGeom>
              <a:avLst/>
              <a:gdLst>
                <a:gd name="textAreaLeft" fmla="*/ 0 w 18952200"/>
                <a:gd name="textAreaRight" fmla="*/ 18960120 w 1895220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TextBox 14"/>
          <p:cNvSpPr/>
          <p:nvPr/>
        </p:nvSpPr>
        <p:spPr>
          <a:xfrm>
            <a:off x="1203480" y="5127840"/>
            <a:ext cx="189522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1203480" y="4500360"/>
            <a:ext cx="18952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OBJETIVO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21"/>
          <p:cNvGrpSpPr/>
          <p:nvPr/>
        </p:nvGrpSpPr>
        <p:grpSpPr>
          <a:xfrm>
            <a:off x="1213920" y="7719840"/>
            <a:ext cx="18952200" cy="19080"/>
            <a:chOff x="1213920" y="7719840"/>
            <a:chExt cx="18952200" cy="19080"/>
          </a:xfrm>
        </p:grpSpPr>
        <p:sp>
          <p:nvSpPr>
            <p:cNvPr id="75" name="Freeform 22"/>
            <p:cNvSpPr/>
            <p:nvPr/>
          </p:nvSpPr>
          <p:spPr>
            <a:xfrm>
              <a:off x="1213920" y="7719840"/>
              <a:ext cx="18952200" cy="19080"/>
            </a:xfrm>
            <a:custGeom>
              <a:avLst/>
              <a:gdLst>
                <a:gd name="textAreaLeft" fmla="*/ 0 w 18952200"/>
                <a:gd name="textAreaRight" fmla="*/ 18960120 w 1895220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TextBox 23"/>
          <p:cNvSpPr/>
          <p:nvPr/>
        </p:nvSpPr>
        <p:spPr>
          <a:xfrm>
            <a:off x="1213920" y="7200360"/>
            <a:ext cx="18952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27"/>
          <p:cNvGrpSpPr/>
          <p:nvPr/>
        </p:nvGrpSpPr>
        <p:grpSpPr>
          <a:xfrm>
            <a:off x="1066320" y="19567440"/>
            <a:ext cx="18953280" cy="20160"/>
            <a:chOff x="1066320" y="19567440"/>
            <a:chExt cx="18953280" cy="20160"/>
          </a:xfrm>
        </p:grpSpPr>
        <p:sp>
          <p:nvSpPr>
            <p:cNvPr id="78" name="Freeform 1"/>
            <p:cNvSpPr/>
            <p:nvPr/>
          </p:nvSpPr>
          <p:spPr>
            <a:xfrm>
              <a:off x="1066320" y="19567440"/>
              <a:ext cx="18953280" cy="20160"/>
            </a:xfrm>
            <a:custGeom>
              <a:avLst/>
              <a:gdLst>
                <a:gd name="textAreaLeft" fmla="*/ 0 w 18953280"/>
                <a:gd name="textAreaRight" fmla="*/ 18960120 w 18953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29"/>
          <p:cNvSpPr/>
          <p:nvPr/>
        </p:nvSpPr>
        <p:spPr>
          <a:xfrm>
            <a:off x="1066320" y="19064880"/>
            <a:ext cx="18953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32"/>
          <p:cNvGrpSpPr/>
          <p:nvPr/>
        </p:nvGrpSpPr>
        <p:grpSpPr>
          <a:xfrm>
            <a:off x="1080360" y="27107640"/>
            <a:ext cx="18953280" cy="20160"/>
            <a:chOff x="1080360" y="27107640"/>
            <a:chExt cx="18953280" cy="20160"/>
          </a:xfrm>
        </p:grpSpPr>
        <p:sp>
          <p:nvSpPr>
            <p:cNvPr id="81" name="Freeform 33"/>
            <p:cNvSpPr/>
            <p:nvPr/>
          </p:nvSpPr>
          <p:spPr>
            <a:xfrm>
              <a:off x="1080360" y="27107640"/>
              <a:ext cx="18953280" cy="20160"/>
            </a:xfrm>
            <a:custGeom>
              <a:avLst/>
              <a:gdLst>
                <a:gd name="textAreaLeft" fmla="*/ 0 w 18953280"/>
                <a:gd name="textAreaRight" fmla="*/ 18960120 w 18953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34"/>
          <p:cNvSpPr/>
          <p:nvPr/>
        </p:nvSpPr>
        <p:spPr>
          <a:xfrm>
            <a:off x="1066320" y="27304560"/>
            <a:ext cx="1927188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5"/>
          <p:cNvSpPr/>
          <p:nvPr/>
        </p:nvSpPr>
        <p:spPr>
          <a:xfrm>
            <a:off x="1080360" y="26604360"/>
            <a:ext cx="18953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HABILIDADES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0"/>
          <p:cNvSpPr/>
          <p:nvPr/>
        </p:nvSpPr>
        <p:spPr>
          <a:xfrm>
            <a:off x="1066680" y="20598480"/>
            <a:ext cx="58168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1"/>
          <p:cNvSpPr/>
          <p:nvPr/>
        </p:nvSpPr>
        <p:spPr>
          <a:xfrm>
            <a:off x="1066680" y="19589760"/>
            <a:ext cx="1909188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402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5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{{edu_1_degree}}  </a:t>
            </a:r>
            <a:r>
              <a:rPr lang="en-US" sz="25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{{edu_1_school}}  {{edu_1_years}}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5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{{edu_2_degree}} </a:t>
            </a:r>
            <a:r>
              <a:rPr lang="en-US" sz="25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{{edu_2_school}}  {{edu_2_years}}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5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{{edu_3_degree}} </a:t>
            </a:r>
            <a:r>
              <a:rPr lang="en-US" sz="25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{{edu_3_school}}  {{edu_3_years}}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2"/>
          <p:cNvSpPr/>
          <p:nvPr/>
        </p:nvSpPr>
        <p:spPr>
          <a:xfrm>
            <a:off x="6972840" y="20657880"/>
            <a:ext cx="598176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87" name="TextBox 43"/>
          <p:cNvSpPr/>
          <p:nvPr/>
        </p:nvSpPr>
        <p:spPr>
          <a:xfrm>
            <a:off x="7920720" y="19769760"/>
            <a:ext cx="5577480" cy="90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4"/>
          <p:cNvSpPr/>
          <p:nvPr/>
        </p:nvSpPr>
        <p:spPr>
          <a:xfrm>
            <a:off x="14040360" y="20685960"/>
            <a:ext cx="57520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5"/>
          <p:cNvSpPr/>
          <p:nvPr/>
        </p:nvSpPr>
        <p:spPr>
          <a:xfrm>
            <a:off x="14760360" y="19769760"/>
            <a:ext cx="575208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Group 1"/>
          <p:cNvGrpSpPr/>
          <p:nvPr/>
        </p:nvGrpSpPr>
        <p:grpSpPr>
          <a:xfrm>
            <a:off x="1066680" y="21763800"/>
            <a:ext cx="18953280" cy="20160"/>
            <a:chOff x="1066680" y="21763800"/>
            <a:chExt cx="18953280" cy="20160"/>
          </a:xfrm>
        </p:grpSpPr>
        <p:sp>
          <p:nvSpPr>
            <p:cNvPr id="91" name="Freeform 2"/>
            <p:cNvSpPr/>
            <p:nvPr/>
          </p:nvSpPr>
          <p:spPr>
            <a:xfrm>
              <a:off x="1066680" y="21763800"/>
              <a:ext cx="18953280" cy="20160"/>
            </a:xfrm>
            <a:custGeom>
              <a:avLst/>
              <a:gdLst>
                <a:gd name="textAreaLeft" fmla="*/ 0 w 18953280"/>
                <a:gd name="textAreaRight" fmla="*/ 18960120 w 18953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TextBox 1"/>
          <p:cNvSpPr/>
          <p:nvPr/>
        </p:nvSpPr>
        <p:spPr>
          <a:xfrm>
            <a:off x="1066680" y="21261240"/>
            <a:ext cx="18953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CURSOS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1067040" y="22794840"/>
            <a:ext cx="58168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1067040" y="21858120"/>
            <a:ext cx="190918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{{curso_1}}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{{curso_2}}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{{curso_3}}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14040720" y="22882320"/>
            <a:ext cx="57520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14760720" y="21966120"/>
            <a:ext cx="575208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Group 2"/>
          <p:cNvGrpSpPr/>
          <p:nvPr/>
        </p:nvGrpSpPr>
        <p:grpSpPr>
          <a:xfrm>
            <a:off x="1067040" y="23636160"/>
            <a:ext cx="18953280" cy="20160"/>
            <a:chOff x="1067040" y="23636160"/>
            <a:chExt cx="18953280" cy="20160"/>
          </a:xfrm>
        </p:grpSpPr>
        <p:sp>
          <p:nvSpPr>
            <p:cNvPr id="98" name="Freeform 3"/>
            <p:cNvSpPr/>
            <p:nvPr/>
          </p:nvSpPr>
          <p:spPr>
            <a:xfrm>
              <a:off x="1067040" y="23636160"/>
              <a:ext cx="18953280" cy="20160"/>
            </a:xfrm>
            <a:custGeom>
              <a:avLst/>
              <a:gdLst>
                <a:gd name="textAreaLeft" fmla="*/ 0 w 18953280"/>
                <a:gd name="textAreaRight" fmla="*/ 18960120 w 18953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TextBox 5"/>
          <p:cNvSpPr/>
          <p:nvPr/>
        </p:nvSpPr>
        <p:spPr>
          <a:xfrm>
            <a:off x="1067040" y="23097600"/>
            <a:ext cx="18953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IDIOMAS E INFORMATICA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1067400" y="25531200"/>
            <a:ext cx="58168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2"/>
          <p:cNvSpPr/>
          <p:nvPr/>
        </p:nvSpPr>
        <p:spPr>
          <a:xfrm>
            <a:off x="1067400" y="23652720"/>
            <a:ext cx="19091880" cy="28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{{idioma_1}}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{{idioma_2}}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{{idioma_3}}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{{it_1}}}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{{it_2}}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{{it_3}}}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2" name="TextBox 13"/>
          <p:cNvSpPr/>
          <p:nvPr/>
        </p:nvSpPr>
        <p:spPr>
          <a:xfrm>
            <a:off x="14041080" y="25618680"/>
            <a:ext cx="57520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6"/>
          <p:cNvSpPr/>
          <p:nvPr/>
        </p:nvSpPr>
        <p:spPr>
          <a:xfrm>
            <a:off x="14761080" y="24702480"/>
            <a:ext cx="575208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DAG9kqqhLuI</dc:identifier>
  <dc:language>es-AR</dc:language>
  <cp:lastModifiedBy/>
  <dcterms:modified xsi:type="dcterms:W3CDTF">2026-03-08T20:44:05Z</dcterms:modified>
  <cp:revision>34</cp:revision>
  <dc:subject/>
  <dc:title>Plantilla_oficial_11.pptx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