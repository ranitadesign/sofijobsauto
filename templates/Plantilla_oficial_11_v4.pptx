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media/image6.svg" ContentType="image/svg"/>
  <Override PartName="/ppt/media/image2.svg" ContentType="image/svg"/>
  <Override PartName="/ppt/media/image8.svg" ContentType="image/svg"/>
  <Override PartName="/ppt/media/image4.svg" ContentType="image/svg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Poppins"/>
      <p:regular r:id="rId4"/>
      <p:bold r:id="rId4"/>
    </p:embeddedFont>
    <p:embeddedFont>
      <p:font typeface="Lato"/>
      <p:regular r:id="rId5"/>
      <p:bold r:id="rId5"/>
    </p:embeddedFont>
    <p:embeddedFont>
      <p:font typeface="Proxima nova"/>
    </p:embeddedFont>
    <p:embeddedFont>
      <p:font typeface="Garet"/>
      <p:regular r:id="rId6"/>
      <p:bold r:id="rId6"/>
    </p:embeddedFont>
    <p:embeddedFont>
      <p:font typeface="Poppins Bold"/>
    </p:embeddedFont>
    <p:embeddedFont>
      <p:font typeface="Microsoft YaHei"/>
      <p:regular r:id="rId7"/>
    </p:embeddedFont>
    <p:embeddedFont>
      <p:font typeface="Proxima Nova"/>
      <p:regular r:id="rId8"/>
      <p:bold r:id="rId8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Poppins_Regular.fntdata"/><Relationship Id="rId5" Type="http://schemas.openxmlformats.org/officeDocument/2006/relationships/font" Target="fonts/Font_2_Lato_Regular.fntdata"/><Relationship Id="rId6" Type="http://schemas.openxmlformats.org/officeDocument/2006/relationships/font" Target="fonts/Font_3_Garet_Regular.fntdata"/><Relationship Id="rId7" Type="http://schemas.openxmlformats.org/officeDocument/2006/relationships/font" Target="fonts/Font_4_Microsoft_YaHei_Regular.fntdata"/><Relationship Id="rId8" Type="http://schemas.openxmlformats.org/officeDocument/2006/relationships/font" Target="fonts/Font_5_Proxima_Nova_Regular.fntdata"/><Relationship Id="rId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0160" cy="1457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324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1EC4C37-1DBB-4FCF-A279-2F22366DE11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7360" cy="1130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7360" cy="4513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324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73187C9-BF98-498C-B288-3525F361CE7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45160" cy="5839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07680" cy="5839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324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09A2602-746C-40B7-A298-CDA0B13E9AD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7360" cy="1130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7360" cy="4513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324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48B17B6-9F9D-4BD1-854C-2C441F30760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0160" cy="135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0160" cy="1487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324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372EB15-718A-43FF-9A4C-CC87073BEA1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7360" cy="1130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26240" cy="4513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26240" cy="4513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324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9C26913-8DCB-4690-B366-EEA832A2B76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7360" cy="1130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28040" cy="62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28040" cy="393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29480" cy="62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29480" cy="393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324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F98AC5B-748C-40DA-B5F1-1E8824DFE00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7360" cy="1130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324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CBDE0D0-6341-4C92-93D5-8764D5CD6B2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324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EEF7869-3687-4871-B45D-868C17DEDB8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2995920" cy="1149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099400" cy="584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2995920" cy="467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324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A207E1C-0616-4835-9269-560CF761432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4160" cy="554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4160" cy="4102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4160" cy="792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324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D150D37-7C10-470A-AA68-71AB1AC3350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svg"/><Relationship Id="rId3" Type="http://schemas.openxmlformats.org/officeDocument/2006/relationships/image" Target="../media/image3.png"/><Relationship Id="rId4" Type="http://schemas.openxmlformats.org/officeDocument/2006/relationships/image" Target="../media/image4.svg"/><Relationship Id="rId5" Type="http://schemas.openxmlformats.org/officeDocument/2006/relationships/image" Target="../media/image1.png"/><Relationship Id="rId6" Type="http://schemas.openxmlformats.org/officeDocument/2006/relationships/image" Target="../media/image2.svg"/><Relationship Id="rId7" Type="http://schemas.openxmlformats.org/officeDocument/2006/relationships/image" Target="../media/image5.png"/><Relationship Id="rId8" Type="http://schemas.openxmlformats.org/officeDocument/2006/relationships/image" Target="../media/image6.svg"/><Relationship Id="rId9" Type="http://schemas.openxmlformats.org/officeDocument/2006/relationships/image" Target="../media/image7.png"/><Relationship Id="rId10" Type="http://schemas.openxmlformats.org/officeDocument/2006/relationships/image" Target="../media/image8.svg"/><Relationship Id="rId11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extBox 25"/>
          <p:cNvSpPr/>
          <p:nvPr/>
        </p:nvSpPr>
        <p:spPr>
          <a:xfrm>
            <a:off x="1260000" y="7661880"/>
            <a:ext cx="18960120" cy="604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470"/>
              </a:lnSpc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Garet"/>
              </a:rPr>
              <a:t>[[EXPERIENCE_BLOCK]]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701"/>
              </a:lnSpc>
            </a:pPr>
            <a:r>
              <a:rPr lang="en-US" sz="2400" b="1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{{exp_1_role}}</a:t>
            </a:r>
            <a:r>
              <a:rPr lang="en-US" sz="24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 </a:t>
            </a:r>
            <a:r>
              <a:rPr lang="en-US" sz="24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{{exp_1_company}}   {{exp_1_dates}}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268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4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{{exp_1_bullets_block}}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2"/>
              </a:lnSpc>
              <a:spcBef>
                <a:spcPts val="1191"/>
              </a:spcBef>
              <a:spcAft>
                <a:spcPts val="992"/>
              </a:spcAft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701"/>
              </a:lnSpc>
            </a:pPr>
            <a:r>
              <a:rPr lang="en-US" sz="2400" b="1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{{exp_2_role}}</a:t>
            </a:r>
            <a:r>
              <a:rPr lang="en-US" sz="24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 </a:t>
            </a:r>
            <a:r>
              <a:rPr lang="en-US" sz="24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{{exp_2_company}}   {{exp_2_dates}}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268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4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{{exp_2_bullets_block}}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2"/>
              </a:lnSpc>
              <a:spcBef>
                <a:spcPts val="1191"/>
              </a:spcBef>
              <a:spcAft>
                <a:spcPts val="992"/>
              </a:spcAft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701"/>
              </a:lnSpc>
            </a:pPr>
            <a:r>
              <a:rPr lang="en-US" sz="2400" b="1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{{exp_3_role}}</a:t>
            </a:r>
            <a:r>
              <a:rPr lang="en-US" sz="24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 </a:t>
            </a:r>
            <a:r>
              <a:rPr lang="en-US" sz="24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{{exp_3_company}}   {{exp_3_dates}}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268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4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{{exp_3_bullets_block}} 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2"/>
              </a:lnSpc>
              <a:spcBef>
                <a:spcPts val="1191"/>
              </a:spcBef>
              <a:spcAft>
                <a:spcPts val="992"/>
              </a:spcAft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701"/>
              </a:lnSpc>
            </a:pPr>
            <a:r>
              <a:rPr lang="en-US" sz="2400" b="1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{{exp_4_role}}</a:t>
            </a:r>
            <a:r>
              <a:rPr lang="en-US" sz="24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 </a:t>
            </a:r>
            <a:r>
              <a:rPr lang="en-US" sz="24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{{exp_4_company}}   {{exp_4_dates}}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268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4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{{exp_4_bullets_block}} 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701"/>
              </a:lnSpc>
              <a:spcBef>
                <a:spcPts val="1191"/>
              </a:spcBef>
              <a:spcAft>
                <a:spcPts val="992"/>
              </a:spcAft>
            </a:pP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667"/>
              </a:lnSpc>
            </a:pP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Box 2"/>
          <p:cNvSpPr/>
          <p:nvPr/>
        </p:nvSpPr>
        <p:spPr>
          <a:xfrm>
            <a:off x="1145520" y="132840"/>
            <a:ext cx="19550880" cy="201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0298"/>
              </a:lnSpc>
            </a:pPr>
            <a:r>
              <a:rPr lang="en-US" sz="736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{{name}}</a:t>
            </a:r>
            <a:endParaRPr lang="es-AR" sz="73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5547"/>
              </a:lnSpc>
            </a:pPr>
            <a:r>
              <a:rPr lang="en-US" sz="3959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{{title}}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Freeform 4"/>
          <p:cNvSpPr/>
          <p:nvPr/>
        </p:nvSpPr>
        <p:spPr>
          <a:xfrm>
            <a:off x="7428600" y="3438720"/>
            <a:ext cx="433440" cy="448920"/>
          </a:xfrm>
          <a:custGeom>
            <a:avLst/>
            <a:gdLst>
              <a:gd name="textAreaLeft" fmla="*/ 0 w 433440"/>
              <a:gd name="textAreaRight" fmla="*/ 441720 w 433440"/>
              <a:gd name="textAreaTop" fmla="*/ 0 h 448920"/>
              <a:gd name="textAreaBottom" fmla="*/ 457200 h 448920"/>
            </a:gdLst>
            <a:ahLst/>
            <a:cxnLst/>
            <a:rect l="textAreaLeft" t="textAreaTop" r="textAreaRight" b="textAreaBottom"/>
            <a:pathLst>
              <a:path w="441627" h="457152">
                <a:moveTo>
                  <a:pt x="0" y="0"/>
                </a:moveTo>
                <a:lnTo>
                  <a:pt x="441626" y="0"/>
                </a:lnTo>
                <a:lnTo>
                  <a:pt x="441626" y="457152"/>
                </a:lnTo>
                <a:lnTo>
                  <a:pt x="0" y="457152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Freeform 5"/>
          <p:cNvSpPr/>
          <p:nvPr/>
        </p:nvSpPr>
        <p:spPr>
          <a:xfrm>
            <a:off x="7594920" y="3564000"/>
            <a:ext cx="100800" cy="225000"/>
          </a:xfrm>
          <a:custGeom>
            <a:avLst/>
            <a:gdLst>
              <a:gd name="textAreaLeft" fmla="*/ 0 w 100800"/>
              <a:gd name="textAreaRight" fmla="*/ 109080 w 100800"/>
              <a:gd name="textAreaTop" fmla="*/ 0 h 225000"/>
              <a:gd name="textAreaBottom" fmla="*/ 233280 h 225000"/>
            </a:gdLst>
            <a:ahLst/>
            <a:cxnLst/>
            <a:rect l="textAreaLeft" t="textAreaTop" r="textAreaRight" b="textAreaBottom"/>
            <a:pathLst>
              <a:path w="109023" h="233210">
                <a:moveTo>
                  <a:pt x="0" y="0"/>
                </a:moveTo>
                <a:lnTo>
                  <a:pt x="109023" y="0"/>
                </a:lnTo>
                <a:lnTo>
                  <a:pt x="109023" y="233210"/>
                </a:lnTo>
                <a:lnTo>
                  <a:pt x="0" y="23321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Box 6"/>
          <p:cNvSpPr/>
          <p:nvPr/>
        </p:nvSpPr>
        <p:spPr>
          <a:xfrm>
            <a:off x="8067240" y="3420360"/>
            <a:ext cx="3472920" cy="40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166"/>
              </a:lnSpc>
            </a:pPr>
            <a:r>
              <a:rPr lang="en-US" sz="226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{{contact_phone}}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Freeform 7"/>
          <p:cNvSpPr/>
          <p:nvPr/>
        </p:nvSpPr>
        <p:spPr>
          <a:xfrm>
            <a:off x="1145520" y="3430080"/>
            <a:ext cx="433440" cy="448920"/>
          </a:xfrm>
          <a:custGeom>
            <a:avLst/>
            <a:gdLst>
              <a:gd name="textAreaLeft" fmla="*/ 0 w 433440"/>
              <a:gd name="textAreaRight" fmla="*/ 441720 w 433440"/>
              <a:gd name="textAreaTop" fmla="*/ 0 h 448920"/>
              <a:gd name="textAreaBottom" fmla="*/ 457200 h 448920"/>
            </a:gdLst>
            <a:ahLst/>
            <a:cxnLst/>
            <a:rect l="textAreaLeft" t="textAreaTop" r="textAreaRight" b="textAreaBottom"/>
            <a:pathLst>
              <a:path w="441627" h="457152">
                <a:moveTo>
                  <a:pt x="0" y="0"/>
                </a:moveTo>
                <a:lnTo>
                  <a:pt x="441627" y="0"/>
                </a:lnTo>
                <a:lnTo>
                  <a:pt x="441627" y="457152"/>
                </a:lnTo>
                <a:lnTo>
                  <a:pt x="0" y="457152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Freeform 8"/>
          <p:cNvSpPr/>
          <p:nvPr/>
        </p:nvSpPr>
        <p:spPr>
          <a:xfrm>
            <a:off x="1264680" y="3576600"/>
            <a:ext cx="206640" cy="182520"/>
          </a:xfrm>
          <a:custGeom>
            <a:avLst/>
            <a:gdLst>
              <a:gd name="textAreaLeft" fmla="*/ 0 w 206640"/>
              <a:gd name="textAreaRight" fmla="*/ 214920 w 206640"/>
              <a:gd name="textAreaTop" fmla="*/ 0 h 182520"/>
              <a:gd name="textAreaBottom" fmla="*/ 190800 h 182520"/>
            </a:gdLst>
            <a:ahLst/>
            <a:cxnLst/>
            <a:rect l="textAreaLeft" t="textAreaTop" r="textAreaRight" b="textAreaBottom"/>
            <a:pathLst>
              <a:path w="214865" h="190643">
                <a:moveTo>
                  <a:pt x="0" y="0"/>
                </a:moveTo>
                <a:lnTo>
                  <a:pt x="214865" y="0"/>
                </a:lnTo>
                <a:lnTo>
                  <a:pt x="214865" y="190643"/>
                </a:lnTo>
                <a:lnTo>
                  <a:pt x="0" y="190643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Box 9"/>
          <p:cNvSpPr/>
          <p:nvPr/>
        </p:nvSpPr>
        <p:spPr>
          <a:xfrm>
            <a:off x="1784160" y="3420360"/>
            <a:ext cx="5278320" cy="40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166"/>
              </a:lnSpc>
            </a:pPr>
            <a:r>
              <a:rPr lang="en-US" sz="226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{{contact_email}}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Freeform 10"/>
          <p:cNvSpPr/>
          <p:nvPr/>
        </p:nvSpPr>
        <p:spPr>
          <a:xfrm>
            <a:off x="12033720" y="3442680"/>
            <a:ext cx="444960" cy="444960"/>
          </a:xfrm>
          <a:custGeom>
            <a:avLst/>
            <a:gdLst>
              <a:gd name="textAreaLeft" fmla="*/ 0 w 444960"/>
              <a:gd name="textAreaRight" fmla="*/ 453240 w 444960"/>
              <a:gd name="textAreaTop" fmla="*/ 0 h 444960"/>
              <a:gd name="textAreaBottom" fmla="*/ 453240 h 444960"/>
            </a:gdLst>
            <a:ahLst/>
            <a:cxnLst/>
            <a:rect l="textAreaLeft" t="textAreaTop" r="textAreaRight" b="textAreaBottom"/>
            <a:pathLst>
              <a:path w="453304" h="453304">
                <a:moveTo>
                  <a:pt x="0" y="0"/>
                </a:moveTo>
                <a:lnTo>
                  <a:pt x="453305" y="0"/>
                </a:lnTo>
                <a:lnTo>
                  <a:pt x="453305" y="453305"/>
                </a:lnTo>
                <a:lnTo>
                  <a:pt x="0" y="453305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Box 11"/>
          <p:cNvSpPr/>
          <p:nvPr/>
        </p:nvSpPr>
        <p:spPr>
          <a:xfrm>
            <a:off x="12702600" y="3367080"/>
            <a:ext cx="4496400" cy="45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66"/>
              </a:lnSpc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{{contact_location}}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9" name="Group 12"/>
          <p:cNvGrpSpPr/>
          <p:nvPr/>
        </p:nvGrpSpPr>
        <p:grpSpPr>
          <a:xfrm>
            <a:off x="1260000" y="5062680"/>
            <a:ext cx="18951840" cy="18720"/>
            <a:chOff x="1260000" y="5062680"/>
            <a:chExt cx="18951840" cy="18720"/>
          </a:xfrm>
        </p:grpSpPr>
        <p:sp>
          <p:nvSpPr>
            <p:cNvPr id="70" name="Freeform 13"/>
            <p:cNvSpPr/>
            <p:nvPr/>
          </p:nvSpPr>
          <p:spPr>
            <a:xfrm>
              <a:off x="1260000" y="5062680"/>
              <a:ext cx="18951840" cy="18720"/>
            </a:xfrm>
            <a:custGeom>
              <a:avLst/>
              <a:gdLst>
                <a:gd name="textAreaLeft" fmla="*/ 0 w 18951840"/>
                <a:gd name="textAreaRight" fmla="*/ 18960120 w 18951840"/>
                <a:gd name="textAreaTop" fmla="*/ 0 h 18720"/>
                <a:gd name="textAreaBottom" fmla="*/ 27000 h 18720"/>
              </a:gdLst>
              <a:ahLst/>
              <a:cxnLst/>
              <a:rect l="textAreaLeft" t="textAreaTop" r="textAreaRight" b="textAreaBottom"/>
              <a:pathLst>
                <a:path w="25280366" h="35941">
                  <a:moveTo>
                    <a:pt x="25280366" y="35941"/>
                  </a:moveTo>
                  <a:lnTo>
                    <a:pt x="0" y="35941"/>
                  </a:lnTo>
                  <a:lnTo>
                    <a:pt x="0" y="0"/>
                  </a:lnTo>
                  <a:lnTo>
                    <a:pt x="25280366" y="0"/>
                  </a:lnTo>
                  <a:close/>
                </a:path>
              </a:pathLst>
            </a:custGeom>
            <a:solidFill>
              <a:srgbClr val="272727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1" name="TextBox 14"/>
          <p:cNvSpPr/>
          <p:nvPr/>
        </p:nvSpPr>
        <p:spPr>
          <a:xfrm>
            <a:off x="1203480" y="5127840"/>
            <a:ext cx="18951840" cy="45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66"/>
              </a:lnSpc>
            </a:pPr>
            <a:r>
              <a:rPr lang="en-US" sz="24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{{about}}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15"/>
          <p:cNvSpPr/>
          <p:nvPr/>
        </p:nvSpPr>
        <p:spPr>
          <a:xfrm>
            <a:off x="1203480" y="4500360"/>
            <a:ext cx="189518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3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OBJETIVO PROFESIONAL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3" name="Group 21"/>
          <p:cNvGrpSpPr/>
          <p:nvPr/>
        </p:nvGrpSpPr>
        <p:grpSpPr>
          <a:xfrm>
            <a:off x="1213920" y="7719840"/>
            <a:ext cx="18951840" cy="18720"/>
            <a:chOff x="1213920" y="7719840"/>
            <a:chExt cx="18951840" cy="18720"/>
          </a:xfrm>
        </p:grpSpPr>
        <p:sp>
          <p:nvSpPr>
            <p:cNvPr id="74" name="Freeform 22"/>
            <p:cNvSpPr/>
            <p:nvPr/>
          </p:nvSpPr>
          <p:spPr>
            <a:xfrm>
              <a:off x="1213920" y="7719840"/>
              <a:ext cx="18951840" cy="18720"/>
            </a:xfrm>
            <a:custGeom>
              <a:avLst/>
              <a:gdLst>
                <a:gd name="textAreaLeft" fmla="*/ 0 w 18951840"/>
                <a:gd name="textAreaRight" fmla="*/ 18960120 w 18951840"/>
                <a:gd name="textAreaTop" fmla="*/ 0 h 18720"/>
                <a:gd name="textAreaBottom" fmla="*/ 27000 h 18720"/>
              </a:gdLst>
              <a:ahLst/>
              <a:cxnLst/>
              <a:rect l="textAreaLeft" t="textAreaTop" r="textAreaRight" b="textAreaBottom"/>
              <a:pathLst>
                <a:path w="25280366" h="35941">
                  <a:moveTo>
                    <a:pt x="25280366" y="35941"/>
                  </a:moveTo>
                  <a:lnTo>
                    <a:pt x="0" y="35941"/>
                  </a:lnTo>
                  <a:lnTo>
                    <a:pt x="0" y="0"/>
                  </a:lnTo>
                  <a:lnTo>
                    <a:pt x="25280366" y="0"/>
                  </a:lnTo>
                  <a:close/>
                </a:path>
              </a:pathLst>
            </a:custGeom>
            <a:solidFill>
              <a:srgbClr val="272727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5" name="TextBox 23"/>
          <p:cNvSpPr/>
          <p:nvPr/>
        </p:nvSpPr>
        <p:spPr>
          <a:xfrm>
            <a:off x="1213920" y="7200360"/>
            <a:ext cx="189518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3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EXPERIENCIA PROFESIONAL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6" name="Group 27"/>
          <p:cNvGrpSpPr/>
          <p:nvPr/>
        </p:nvGrpSpPr>
        <p:grpSpPr>
          <a:xfrm>
            <a:off x="1066320" y="19567440"/>
            <a:ext cx="18952920" cy="19800"/>
            <a:chOff x="1066320" y="19567440"/>
            <a:chExt cx="18952920" cy="19800"/>
          </a:xfrm>
        </p:grpSpPr>
        <p:sp>
          <p:nvSpPr>
            <p:cNvPr id="77" name="Freeform 1"/>
            <p:cNvSpPr/>
            <p:nvPr/>
          </p:nvSpPr>
          <p:spPr>
            <a:xfrm>
              <a:off x="1066320" y="19567440"/>
              <a:ext cx="18952920" cy="19800"/>
            </a:xfrm>
            <a:custGeom>
              <a:avLst/>
              <a:gdLst>
                <a:gd name="textAreaLeft" fmla="*/ 0 w 18952920"/>
                <a:gd name="textAreaRight" fmla="*/ 18960120 w 18952920"/>
                <a:gd name="textAreaTop" fmla="*/ 0 h 19800"/>
                <a:gd name="textAreaBottom" fmla="*/ 27000 h 19800"/>
              </a:gdLst>
              <a:ahLst/>
              <a:cxnLst/>
              <a:rect l="textAreaLeft" t="textAreaTop" r="textAreaRight" b="textAreaBottom"/>
              <a:pathLst>
                <a:path w="25280366" h="35941">
                  <a:moveTo>
                    <a:pt x="25280366" y="35941"/>
                  </a:moveTo>
                  <a:lnTo>
                    <a:pt x="0" y="35941"/>
                  </a:lnTo>
                  <a:lnTo>
                    <a:pt x="0" y="0"/>
                  </a:lnTo>
                  <a:lnTo>
                    <a:pt x="25280366" y="0"/>
                  </a:lnTo>
                  <a:close/>
                </a:path>
              </a:pathLst>
            </a:custGeom>
            <a:solidFill>
              <a:srgbClr val="272727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8" name="TextBox 29"/>
          <p:cNvSpPr/>
          <p:nvPr/>
        </p:nvSpPr>
        <p:spPr>
          <a:xfrm>
            <a:off x="1066320" y="19064880"/>
            <a:ext cx="189529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3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EDUCACIÓN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9" name="Group 32"/>
          <p:cNvGrpSpPr/>
          <p:nvPr/>
        </p:nvGrpSpPr>
        <p:grpSpPr>
          <a:xfrm>
            <a:off x="1080360" y="27107640"/>
            <a:ext cx="18952920" cy="19800"/>
            <a:chOff x="1080360" y="27107640"/>
            <a:chExt cx="18952920" cy="19800"/>
          </a:xfrm>
        </p:grpSpPr>
        <p:sp>
          <p:nvSpPr>
            <p:cNvPr id="80" name="Freeform 33"/>
            <p:cNvSpPr/>
            <p:nvPr/>
          </p:nvSpPr>
          <p:spPr>
            <a:xfrm>
              <a:off x="1080360" y="27107640"/>
              <a:ext cx="18952920" cy="19800"/>
            </a:xfrm>
            <a:custGeom>
              <a:avLst/>
              <a:gdLst>
                <a:gd name="textAreaLeft" fmla="*/ 0 w 18952920"/>
                <a:gd name="textAreaRight" fmla="*/ 18960120 w 18952920"/>
                <a:gd name="textAreaTop" fmla="*/ 0 h 19800"/>
                <a:gd name="textAreaBottom" fmla="*/ 27000 h 19800"/>
              </a:gdLst>
              <a:ahLst/>
              <a:cxnLst/>
              <a:rect l="textAreaLeft" t="textAreaTop" r="textAreaRight" b="textAreaBottom"/>
              <a:pathLst>
                <a:path w="25280366" h="35941">
                  <a:moveTo>
                    <a:pt x="25280366" y="35941"/>
                  </a:moveTo>
                  <a:lnTo>
                    <a:pt x="0" y="35941"/>
                  </a:lnTo>
                  <a:lnTo>
                    <a:pt x="0" y="0"/>
                  </a:lnTo>
                  <a:lnTo>
                    <a:pt x="25280366" y="0"/>
                  </a:lnTo>
                  <a:close/>
                </a:path>
              </a:pathLst>
            </a:custGeom>
            <a:solidFill>
              <a:srgbClr val="272727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1" name="TextBox 34"/>
          <p:cNvSpPr/>
          <p:nvPr/>
        </p:nvSpPr>
        <p:spPr>
          <a:xfrm>
            <a:off x="1066320" y="27304560"/>
            <a:ext cx="19271520" cy="316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{{skill_1}}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{{skill_2}}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{{skill_3}}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{{skill_4}}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{{skill_5}}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{{skill_6}}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566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Box 35"/>
          <p:cNvSpPr/>
          <p:nvPr/>
        </p:nvSpPr>
        <p:spPr>
          <a:xfrm>
            <a:off x="1080360" y="26604360"/>
            <a:ext cx="189529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3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HABILIDADES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Box 30"/>
          <p:cNvSpPr/>
          <p:nvPr/>
        </p:nvSpPr>
        <p:spPr>
          <a:xfrm>
            <a:off x="1066680" y="20598480"/>
            <a:ext cx="5816520" cy="44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Box 31"/>
          <p:cNvSpPr/>
          <p:nvPr/>
        </p:nvSpPr>
        <p:spPr>
          <a:xfrm>
            <a:off x="1066680" y="19589760"/>
            <a:ext cx="19091520" cy="129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402"/>
              </a:lnSpc>
              <a:buClr>
                <a:srgbClr val="292d2d"/>
              </a:buClr>
              <a:buSzPct val="45000"/>
              <a:buFont typeface="Wingdings" charset="2"/>
              <a:buChar char=""/>
            </a:pPr>
            <a:r>
              <a:rPr lang="en-US" sz="25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{{edu_1_degree}}  </a:t>
            </a:r>
            <a:r>
              <a:rPr lang="en-US" sz="25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{{edu_1_school}}  {{edu_1_years}}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402"/>
              </a:lnSpc>
              <a:buClr>
                <a:srgbClr val="292d2d"/>
              </a:buClr>
              <a:buSzPct val="45000"/>
              <a:buFont typeface="Wingdings" charset="2"/>
              <a:buChar char=""/>
            </a:pPr>
            <a:r>
              <a:rPr lang="en-US" sz="25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{{edu_2_degree}} </a:t>
            </a:r>
            <a:r>
              <a:rPr lang="en-US" sz="25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{{edu_2_school}}  {{edu_2_years}}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402"/>
              </a:lnSpc>
              <a:buClr>
                <a:srgbClr val="292d2d"/>
              </a:buClr>
              <a:buSzPct val="45000"/>
              <a:buFont typeface="Wingdings" charset="2"/>
              <a:buChar char=""/>
            </a:pPr>
            <a:r>
              <a:rPr lang="en-US" sz="25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{{edu_3_degree}} </a:t>
            </a:r>
            <a:r>
              <a:rPr lang="en-US" sz="25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{{edu_3_school}}  {{edu_3_years}}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Box 42"/>
          <p:cNvSpPr/>
          <p:nvPr/>
        </p:nvSpPr>
        <p:spPr>
          <a:xfrm>
            <a:off x="6972840" y="20657880"/>
            <a:ext cx="5981400" cy="44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 anchorCtr="1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Lato"/>
            </a:endParaRPr>
          </a:p>
        </p:txBody>
      </p:sp>
      <p:sp>
        <p:nvSpPr>
          <p:cNvPr id="86" name="TextBox 43"/>
          <p:cNvSpPr/>
          <p:nvPr/>
        </p:nvSpPr>
        <p:spPr>
          <a:xfrm>
            <a:off x="7920720" y="19769760"/>
            <a:ext cx="5577120" cy="90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Box 44"/>
          <p:cNvSpPr/>
          <p:nvPr/>
        </p:nvSpPr>
        <p:spPr>
          <a:xfrm>
            <a:off x="14040360" y="20685960"/>
            <a:ext cx="5751720" cy="44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 anchorCtr="1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Box 45"/>
          <p:cNvSpPr/>
          <p:nvPr/>
        </p:nvSpPr>
        <p:spPr>
          <a:xfrm>
            <a:off x="14760360" y="19769760"/>
            <a:ext cx="5751720" cy="90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9" name="Group 1"/>
          <p:cNvGrpSpPr/>
          <p:nvPr/>
        </p:nvGrpSpPr>
        <p:grpSpPr>
          <a:xfrm>
            <a:off x="1066680" y="21763800"/>
            <a:ext cx="18952920" cy="19800"/>
            <a:chOff x="1066680" y="21763800"/>
            <a:chExt cx="18952920" cy="19800"/>
          </a:xfrm>
        </p:grpSpPr>
        <p:sp>
          <p:nvSpPr>
            <p:cNvPr id="90" name="Freeform 2"/>
            <p:cNvSpPr/>
            <p:nvPr/>
          </p:nvSpPr>
          <p:spPr>
            <a:xfrm>
              <a:off x="1066680" y="21763800"/>
              <a:ext cx="18952920" cy="19800"/>
            </a:xfrm>
            <a:custGeom>
              <a:avLst/>
              <a:gdLst>
                <a:gd name="textAreaLeft" fmla="*/ 0 w 18952920"/>
                <a:gd name="textAreaRight" fmla="*/ 18960120 w 18952920"/>
                <a:gd name="textAreaTop" fmla="*/ 0 h 19800"/>
                <a:gd name="textAreaBottom" fmla="*/ 27000 h 19800"/>
              </a:gdLst>
              <a:ahLst/>
              <a:cxnLst/>
              <a:rect l="textAreaLeft" t="textAreaTop" r="textAreaRight" b="textAreaBottom"/>
              <a:pathLst>
                <a:path w="25280366" h="35941">
                  <a:moveTo>
                    <a:pt x="25280366" y="35941"/>
                  </a:moveTo>
                  <a:lnTo>
                    <a:pt x="0" y="35941"/>
                  </a:lnTo>
                  <a:lnTo>
                    <a:pt x="0" y="0"/>
                  </a:lnTo>
                  <a:lnTo>
                    <a:pt x="25280366" y="0"/>
                  </a:lnTo>
                  <a:close/>
                </a:path>
              </a:pathLst>
            </a:custGeom>
            <a:solidFill>
              <a:srgbClr val="272727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91" name="TextBox 1"/>
          <p:cNvSpPr/>
          <p:nvPr/>
        </p:nvSpPr>
        <p:spPr>
          <a:xfrm>
            <a:off x="1066680" y="21261240"/>
            <a:ext cx="189529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3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CURSOS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Box 3"/>
          <p:cNvSpPr/>
          <p:nvPr/>
        </p:nvSpPr>
        <p:spPr>
          <a:xfrm>
            <a:off x="1067040" y="22794840"/>
            <a:ext cx="5816520" cy="44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Box 4"/>
          <p:cNvSpPr/>
          <p:nvPr/>
        </p:nvSpPr>
        <p:spPr>
          <a:xfrm>
            <a:off x="1067040" y="21858120"/>
            <a:ext cx="1909152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roxima Nova"/>
              </a:rPr>
              <a:t>{{curso_1}}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roxima Nova"/>
              </a:rPr>
              <a:t>{{curso_2}}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roxima Nova"/>
              </a:rPr>
              <a:t>{{curso_3}}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Box 8"/>
          <p:cNvSpPr/>
          <p:nvPr/>
        </p:nvSpPr>
        <p:spPr>
          <a:xfrm>
            <a:off x="14040720" y="22882320"/>
            <a:ext cx="5751720" cy="44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 anchorCtr="1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Box 10"/>
          <p:cNvSpPr/>
          <p:nvPr/>
        </p:nvSpPr>
        <p:spPr>
          <a:xfrm>
            <a:off x="14760720" y="21966120"/>
            <a:ext cx="5751720" cy="90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96" name="Group 2"/>
          <p:cNvGrpSpPr/>
          <p:nvPr/>
        </p:nvGrpSpPr>
        <p:grpSpPr>
          <a:xfrm>
            <a:off x="1067040" y="23636160"/>
            <a:ext cx="18952920" cy="19800"/>
            <a:chOff x="1067040" y="23636160"/>
            <a:chExt cx="18952920" cy="19800"/>
          </a:xfrm>
        </p:grpSpPr>
        <p:sp>
          <p:nvSpPr>
            <p:cNvPr id="97" name="Freeform 3"/>
            <p:cNvSpPr/>
            <p:nvPr/>
          </p:nvSpPr>
          <p:spPr>
            <a:xfrm>
              <a:off x="1067040" y="23636160"/>
              <a:ext cx="18952920" cy="19800"/>
            </a:xfrm>
            <a:custGeom>
              <a:avLst/>
              <a:gdLst>
                <a:gd name="textAreaLeft" fmla="*/ 0 w 18952920"/>
                <a:gd name="textAreaRight" fmla="*/ 18960120 w 18952920"/>
                <a:gd name="textAreaTop" fmla="*/ 0 h 19800"/>
                <a:gd name="textAreaBottom" fmla="*/ 27000 h 19800"/>
              </a:gdLst>
              <a:ahLst/>
              <a:cxnLst/>
              <a:rect l="textAreaLeft" t="textAreaTop" r="textAreaRight" b="textAreaBottom"/>
              <a:pathLst>
                <a:path w="25280366" h="35941">
                  <a:moveTo>
                    <a:pt x="25280366" y="35941"/>
                  </a:moveTo>
                  <a:lnTo>
                    <a:pt x="0" y="35941"/>
                  </a:lnTo>
                  <a:lnTo>
                    <a:pt x="0" y="0"/>
                  </a:lnTo>
                  <a:lnTo>
                    <a:pt x="25280366" y="0"/>
                  </a:lnTo>
                  <a:close/>
                </a:path>
              </a:pathLst>
            </a:custGeom>
            <a:solidFill>
              <a:srgbClr val="272727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98" name="TextBox 5"/>
          <p:cNvSpPr/>
          <p:nvPr/>
        </p:nvSpPr>
        <p:spPr>
          <a:xfrm>
            <a:off x="1067040" y="23097600"/>
            <a:ext cx="189529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3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IDIOMAS E INFORMATICA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Box 7"/>
          <p:cNvSpPr/>
          <p:nvPr/>
        </p:nvSpPr>
        <p:spPr>
          <a:xfrm>
            <a:off x="1067400" y="25531200"/>
            <a:ext cx="5816520" cy="44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Box 12"/>
          <p:cNvSpPr/>
          <p:nvPr/>
        </p:nvSpPr>
        <p:spPr>
          <a:xfrm>
            <a:off x="1067400" y="23652720"/>
            <a:ext cx="19091520" cy="280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68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roxima Nova"/>
              </a:rPr>
              <a:t>{{idioma_1}}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68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roxima Nova"/>
              </a:rPr>
              <a:t>{{idioma_2}}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68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roxima Nova"/>
              </a:rPr>
              <a:t>{{idioma_3}}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68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roxima Nova"/>
              </a:rPr>
              <a:t>{{it_1}}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68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roxima Nova"/>
              </a:rPr>
              <a:t>{{it_2}}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68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roxima Nova"/>
              </a:rPr>
              <a:t>{{it_3}}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Box 13"/>
          <p:cNvSpPr/>
          <p:nvPr/>
        </p:nvSpPr>
        <p:spPr>
          <a:xfrm>
            <a:off x="14041080" y="25618680"/>
            <a:ext cx="5751720" cy="44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 anchorCtr="1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Box 16"/>
          <p:cNvSpPr/>
          <p:nvPr/>
        </p:nvSpPr>
        <p:spPr>
          <a:xfrm>
            <a:off x="14761080" y="24702480"/>
            <a:ext cx="5751720" cy="90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21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DAG9kqqhLuI</dc:identifier>
  <dc:language>es-AR</dc:language>
  <cp:lastModifiedBy/>
  <dcterms:modified xsi:type="dcterms:W3CDTF">2026-03-09T19:49:02Z</dcterms:modified>
  <cp:revision>35</cp:revision>
  <dc:subject/>
  <dc:title>Plantilla_oficial_11.pptx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