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media/image6.svg" ContentType="image/svg"/>
  <Override PartName="/ppt/media/image2.svg" ContentType="image/svg"/>
  <Override PartName="/ppt/media/image8.svg" ContentType="image/svg"/>
  <Override PartName="/ppt/media/image4.svg" ContentType="image/svg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Proxima nova"/>
    </p:embeddedFont>
    <p:embeddedFont>
      <p:font typeface="Garet"/>
    </p:embeddedFont>
    <p:embeddedFont>
      <p:font typeface="Microsoft YaHei"/>
      <p:regular r:id="rId5"/>
    </p:embeddedFont>
    <p:embeddedFont>
      <p:font typeface="Poppins Bold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Microsoft_YaHei_Regular.fntdata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876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876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30200" cy="628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30200" cy="393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7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880F04-267F-4934-9EE6-8D41E988A50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2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3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4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4FC082E-8DD3-4EC4-BB0B-5D96D576120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9B2DD1-971F-466C-92C2-9D28C3332A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6640" cy="115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00120" cy="5841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6640" cy="4679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6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FC6E83-81D3-47C2-BEC2-0315C0C848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4880" cy="55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4880" cy="4103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4880" cy="793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6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0908ABD-6A07-4054-AE9B-6F7297AB08B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60880" cy="1458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E60EEF6-AC37-464D-9A86-CB9759D3C1F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3C63953-1E30-491F-A636-107EC291AD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588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8400" cy="583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52312D3-0A3D-496D-A24A-6E99534060C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808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5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344A1D-1507-4E13-8579-29FC38DCDC6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60880" cy="13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60880" cy="1488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BF4CBE7-DE0B-4A4B-B08C-C0E6FFC728C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8080" cy="113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6960" cy="4514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396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22200" cy="353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5D03E2E-8215-40D5-AF76-AF9243E1D68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3.png"/><Relationship Id="rId4" Type="http://schemas.openxmlformats.org/officeDocument/2006/relationships/image" Target="../media/image4.svg"/><Relationship Id="rId5" Type="http://schemas.openxmlformats.org/officeDocument/2006/relationships/image" Target="../media/image1.png"/><Relationship Id="rId6" Type="http://schemas.openxmlformats.org/officeDocument/2006/relationships/image" Target="../media/image2.svg"/><Relationship Id="rId7" Type="http://schemas.openxmlformats.org/officeDocument/2006/relationships/image" Target="../media/image5.png"/><Relationship Id="rId8" Type="http://schemas.openxmlformats.org/officeDocument/2006/relationships/image" Target="../media/image6.svg"/><Relationship Id="rId9" Type="http://schemas.openxmlformats.org/officeDocument/2006/relationships/image" Target="../media/image7.png"/><Relationship Id="rId10" Type="http://schemas.openxmlformats.org/officeDocument/2006/relationships/image" Target="../media/image8.svg"/><Relationship Id="rId11" Type="http://schemas.openxmlformats.org/officeDocument/2006/relationships/slideLayout" Target="../slideLayouts/slideLayout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TextBox 24"/>
          <p:cNvSpPr/>
          <p:nvPr/>
        </p:nvSpPr>
        <p:spPr>
          <a:xfrm>
            <a:off x="971640" y="9000000"/>
            <a:ext cx="18947160" cy="168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667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25"/>
          <p:cNvSpPr/>
          <p:nvPr/>
        </p:nvSpPr>
        <p:spPr>
          <a:xfrm>
            <a:off x="1260000" y="8345880"/>
            <a:ext cx="18960840" cy="604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470"/>
              </a:lnSpc>
            </a:pPr>
            <a:r>
              <a:rPr lang="en-US" sz="25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Garet"/>
              </a:rPr>
              <a:t>[[EXPERIENCE_BLOCK]]</a:t>
            </a:r>
            <a:endParaRPr lang="es-AR" sz="2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{{exp_1_role}}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{{exp_1_company}}   {{exp_1_dates}}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{{exp_1_bullets_block}}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{{exp_2_role}}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{{exp_2_company}}   {{exp_2_dates}}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{{exp_2_bullets_block}}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{{exp_3_role}}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{{exp_3_company}}   {{exp_3_dates}}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{{exp_3_bullets_block}}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142"/>
              </a:lnSpc>
              <a:spcBef>
                <a:spcPts val="1191"/>
              </a:spcBef>
              <a:spcAft>
                <a:spcPts val="992"/>
              </a:spcAft>
            </a:pP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</a:pPr>
            <a:r>
              <a:rPr lang="en-US" sz="2400" b="1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{{exp_4_role}}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 Bold"/>
              </a:rPr>
              <a:t> </a:t>
            </a: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{{exp_4_company}}   {{exp_4_dates}}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268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400" b="0" u="none" strike="noStrike">
                <a:solidFill>
                  <a:srgbClr val="1e1e1e"/>
                </a:solidFill>
                <a:effectLst/>
                <a:uFillTx/>
                <a:latin typeface="Poppins"/>
                <a:ea typeface="Poppins"/>
              </a:rPr>
              <a:t>{{exp_4_bullets_block}} 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701"/>
              </a:lnSpc>
              <a:spcBef>
                <a:spcPts val="1191"/>
              </a:spcBef>
              <a:spcAft>
                <a:spcPts val="992"/>
              </a:spcAft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2667"/>
              </a:lnSpc>
            </a:pPr>
            <a:endParaRPr lang="es-AR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37"/>
          <p:cNvSpPr/>
          <p:nvPr/>
        </p:nvSpPr>
        <p:spPr>
          <a:xfrm>
            <a:off x="1131120" y="10837440"/>
            <a:ext cx="18960840" cy="33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2701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2" name="Group 27"/>
          <p:cNvGrpSpPr/>
          <p:nvPr/>
        </p:nvGrpSpPr>
        <p:grpSpPr>
          <a:xfrm>
            <a:off x="1065960" y="21547080"/>
            <a:ext cx="18952560" cy="19440"/>
            <a:chOff x="1065960" y="21547080"/>
            <a:chExt cx="18952560" cy="19440"/>
          </a:xfrm>
        </p:grpSpPr>
        <p:sp>
          <p:nvSpPr>
            <p:cNvPr id="63" name="Freeform 28"/>
            <p:cNvSpPr/>
            <p:nvPr/>
          </p:nvSpPr>
          <p:spPr>
            <a:xfrm>
              <a:off x="1065960" y="2154708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4" name="TextBox 29"/>
          <p:cNvSpPr/>
          <p:nvPr/>
        </p:nvSpPr>
        <p:spPr>
          <a:xfrm>
            <a:off x="1065960" y="2104452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EDUCACIÓN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65" name="Group 32"/>
          <p:cNvGrpSpPr/>
          <p:nvPr/>
        </p:nvGrpSpPr>
        <p:grpSpPr>
          <a:xfrm>
            <a:off x="1080000" y="24479280"/>
            <a:ext cx="18952560" cy="19440"/>
            <a:chOff x="1080000" y="24479280"/>
            <a:chExt cx="18952560" cy="19440"/>
          </a:xfrm>
        </p:grpSpPr>
        <p:sp>
          <p:nvSpPr>
            <p:cNvPr id="66" name="Freeform 33"/>
            <p:cNvSpPr/>
            <p:nvPr/>
          </p:nvSpPr>
          <p:spPr>
            <a:xfrm>
              <a:off x="1080000" y="2447928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7" name="TextBox 34"/>
          <p:cNvSpPr/>
          <p:nvPr/>
        </p:nvSpPr>
        <p:spPr>
          <a:xfrm>
            <a:off x="1065960" y="24712200"/>
            <a:ext cx="19271160" cy="316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{{skill_1}}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{{skill_2}}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{{skill_3}}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{{skill_4}}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{{skill_5}}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3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{{skill_6}}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3566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TextBox 35"/>
          <p:cNvSpPr/>
          <p:nvPr/>
        </p:nvSpPr>
        <p:spPr>
          <a:xfrm>
            <a:off x="1080000" y="2394000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HABILIDADES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"/>
          <p:cNvSpPr/>
          <p:nvPr/>
        </p:nvSpPr>
        <p:spPr>
          <a:xfrm>
            <a:off x="1145520" y="852840"/>
            <a:ext cx="19551600" cy="201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10298"/>
              </a:lnSpc>
            </a:pPr>
            <a:r>
              <a:rPr lang="en-US" sz="736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{{name}}</a:t>
            </a:r>
            <a:endParaRPr lang="es-AR" sz="73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5547"/>
              </a:lnSpc>
            </a:pPr>
            <a:r>
              <a:rPr lang="en-US" sz="3959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{{title}}</a:t>
            </a:r>
            <a:endParaRPr lang="es-AR" sz="395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4"/>
          <p:cNvSpPr/>
          <p:nvPr/>
        </p:nvSpPr>
        <p:spPr>
          <a:xfrm>
            <a:off x="7428600" y="4158720"/>
            <a:ext cx="434160" cy="449640"/>
          </a:xfrm>
          <a:custGeom>
            <a:avLst/>
            <a:gdLst>
              <a:gd name="textAreaLeft" fmla="*/ 0 w 434160"/>
              <a:gd name="textAreaRight" fmla="*/ 441720 w 434160"/>
              <a:gd name="textAreaTop" fmla="*/ 0 h 449640"/>
              <a:gd name="textAreaBottom" fmla="*/ 457200 h 4496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6" y="0"/>
                </a:lnTo>
                <a:lnTo>
                  <a:pt x="441626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5"/>
          <p:cNvSpPr/>
          <p:nvPr/>
        </p:nvSpPr>
        <p:spPr>
          <a:xfrm>
            <a:off x="7594920" y="4284000"/>
            <a:ext cx="101520" cy="225720"/>
          </a:xfrm>
          <a:custGeom>
            <a:avLst/>
            <a:gdLst>
              <a:gd name="textAreaLeft" fmla="*/ 0 w 101520"/>
              <a:gd name="textAreaRight" fmla="*/ 109080 w 101520"/>
              <a:gd name="textAreaTop" fmla="*/ 0 h 225720"/>
              <a:gd name="textAreaBottom" fmla="*/ 233280 h 225720"/>
            </a:gdLst>
            <a:ahLst/>
            <a:cxnLst/>
            <a:rect l="textAreaLeft" t="textAreaTop" r="textAreaRight" b="textAreaBottom"/>
            <a:pathLst>
              <a:path w="109023" h="233210">
                <a:moveTo>
                  <a:pt x="0" y="0"/>
                </a:moveTo>
                <a:lnTo>
                  <a:pt x="109023" y="0"/>
                </a:lnTo>
                <a:lnTo>
                  <a:pt x="109023" y="233210"/>
                </a:lnTo>
                <a:lnTo>
                  <a:pt x="0" y="233210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6"/>
          <p:cNvSpPr/>
          <p:nvPr/>
        </p:nvSpPr>
        <p:spPr>
          <a:xfrm>
            <a:off x="8067240" y="4140360"/>
            <a:ext cx="34736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{{contact_phone}}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7"/>
          <p:cNvSpPr/>
          <p:nvPr/>
        </p:nvSpPr>
        <p:spPr>
          <a:xfrm>
            <a:off x="1145520" y="4150080"/>
            <a:ext cx="434160" cy="449640"/>
          </a:xfrm>
          <a:custGeom>
            <a:avLst/>
            <a:gdLst>
              <a:gd name="textAreaLeft" fmla="*/ 0 w 434160"/>
              <a:gd name="textAreaRight" fmla="*/ 441720 w 434160"/>
              <a:gd name="textAreaTop" fmla="*/ 0 h 449640"/>
              <a:gd name="textAreaBottom" fmla="*/ 457200 h 449640"/>
            </a:gdLst>
            <a:ahLst/>
            <a:cxnLst/>
            <a:rect l="textAreaLeft" t="textAreaTop" r="textAreaRight" b="textAreaBottom"/>
            <a:pathLst>
              <a:path w="441627" h="457152">
                <a:moveTo>
                  <a:pt x="0" y="0"/>
                </a:moveTo>
                <a:lnTo>
                  <a:pt x="441627" y="0"/>
                </a:lnTo>
                <a:lnTo>
                  <a:pt x="441627" y="457152"/>
                </a:lnTo>
                <a:lnTo>
                  <a:pt x="0" y="45715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Freeform 8"/>
          <p:cNvSpPr/>
          <p:nvPr/>
        </p:nvSpPr>
        <p:spPr>
          <a:xfrm>
            <a:off x="1264680" y="4296600"/>
            <a:ext cx="207360" cy="183240"/>
          </a:xfrm>
          <a:custGeom>
            <a:avLst/>
            <a:gdLst>
              <a:gd name="textAreaLeft" fmla="*/ 0 w 207360"/>
              <a:gd name="textAreaRight" fmla="*/ 214920 w 207360"/>
              <a:gd name="textAreaTop" fmla="*/ 0 h 183240"/>
              <a:gd name="textAreaBottom" fmla="*/ 190800 h 183240"/>
            </a:gdLst>
            <a:ahLst/>
            <a:cxnLst/>
            <a:rect l="textAreaLeft" t="textAreaTop" r="textAreaRight" b="textAreaBottom"/>
            <a:pathLst>
              <a:path w="214865" h="190643">
                <a:moveTo>
                  <a:pt x="0" y="0"/>
                </a:moveTo>
                <a:lnTo>
                  <a:pt x="214865" y="0"/>
                </a:lnTo>
                <a:lnTo>
                  <a:pt x="214865" y="190643"/>
                </a:lnTo>
                <a:lnTo>
                  <a:pt x="0" y="190643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1784160" y="4140360"/>
            <a:ext cx="5279040" cy="40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166"/>
              </a:lnSpc>
            </a:pPr>
            <a:r>
              <a:rPr lang="en-US" sz="226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{{contact_email}}</a:t>
            </a:r>
            <a:endParaRPr lang="es-AR" sz="22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Freeform 10"/>
          <p:cNvSpPr/>
          <p:nvPr/>
        </p:nvSpPr>
        <p:spPr>
          <a:xfrm>
            <a:off x="12033720" y="4162680"/>
            <a:ext cx="445680" cy="445680"/>
          </a:xfrm>
          <a:custGeom>
            <a:avLst/>
            <a:gdLst>
              <a:gd name="textAreaLeft" fmla="*/ 0 w 445680"/>
              <a:gd name="textAreaRight" fmla="*/ 453240 w 445680"/>
              <a:gd name="textAreaTop" fmla="*/ 0 h 445680"/>
              <a:gd name="textAreaBottom" fmla="*/ 453240 h 445680"/>
            </a:gdLst>
            <a:ahLst/>
            <a:cxnLst/>
            <a:rect l="textAreaLeft" t="textAreaTop" r="textAreaRight" b="textAreaBottom"/>
            <a:pathLst>
              <a:path w="453304" h="453304">
                <a:moveTo>
                  <a:pt x="0" y="0"/>
                </a:moveTo>
                <a:lnTo>
                  <a:pt x="453305" y="0"/>
                </a:lnTo>
                <a:lnTo>
                  <a:pt x="453305" y="453305"/>
                </a:lnTo>
                <a:lnTo>
                  <a:pt x="0" y="453305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Box 11"/>
          <p:cNvSpPr/>
          <p:nvPr/>
        </p:nvSpPr>
        <p:spPr>
          <a:xfrm>
            <a:off x="12702600" y="4087080"/>
            <a:ext cx="449712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55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{{contact_location}}</a:t>
            </a:r>
            <a:endParaRPr lang="es-AR" sz="25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8" name="Group 12"/>
          <p:cNvGrpSpPr/>
          <p:nvPr/>
        </p:nvGrpSpPr>
        <p:grpSpPr>
          <a:xfrm>
            <a:off x="1260000" y="5782680"/>
            <a:ext cx="18952560" cy="19440"/>
            <a:chOff x="1260000" y="5782680"/>
            <a:chExt cx="18952560" cy="19440"/>
          </a:xfrm>
        </p:grpSpPr>
        <p:sp>
          <p:nvSpPr>
            <p:cNvPr id="79" name="Freeform 13"/>
            <p:cNvSpPr/>
            <p:nvPr/>
          </p:nvSpPr>
          <p:spPr>
            <a:xfrm>
              <a:off x="1260000" y="578268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0" name="TextBox 14"/>
          <p:cNvSpPr/>
          <p:nvPr/>
        </p:nvSpPr>
        <p:spPr>
          <a:xfrm>
            <a:off x="1203480" y="5847840"/>
            <a:ext cx="18952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566"/>
              </a:lnSpc>
            </a:pP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{{about}}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15"/>
          <p:cNvSpPr/>
          <p:nvPr/>
        </p:nvSpPr>
        <p:spPr>
          <a:xfrm>
            <a:off x="1203480" y="522036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OBJETIVO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2" name="Group 21"/>
          <p:cNvGrpSpPr/>
          <p:nvPr/>
        </p:nvGrpSpPr>
        <p:grpSpPr>
          <a:xfrm>
            <a:off x="1213920" y="8439840"/>
            <a:ext cx="18952560" cy="19440"/>
            <a:chOff x="1213920" y="8439840"/>
            <a:chExt cx="18952560" cy="19440"/>
          </a:xfrm>
        </p:grpSpPr>
        <p:sp>
          <p:nvSpPr>
            <p:cNvPr id="83" name="Freeform 22"/>
            <p:cNvSpPr/>
            <p:nvPr/>
          </p:nvSpPr>
          <p:spPr>
            <a:xfrm>
              <a:off x="1213920" y="8439840"/>
              <a:ext cx="18952560" cy="19440"/>
            </a:xfrm>
            <a:custGeom>
              <a:avLst/>
              <a:gdLst>
                <a:gd name="textAreaLeft" fmla="*/ 0 w 18952560"/>
                <a:gd name="textAreaRight" fmla="*/ 18960120 w 18952560"/>
                <a:gd name="textAreaTop" fmla="*/ 0 h 19440"/>
                <a:gd name="textAreaBottom" fmla="*/ 27000 h 1944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4" name="TextBox 23"/>
          <p:cNvSpPr/>
          <p:nvPr/>
        </p:nvSpPr>
        <p:spPr>
          <a:xfrm>
            <a:off x="1213920" y="7920360"/>
            <a:ext cx="1895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EXPERIENCIA PROFESIONAL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1"/>
          <p:cNvSpPr/>
          <p:nvPr/>
        </p:nvSpPr>
        <p:spPr>
          <a:xfrm>
            <a:off x="1066320" y="21749760"/>
            <a:ext cx="19091160" cy="135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{{edu_1_degree}} 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{{edu_1_school}}  {{edu_1_years}}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{{edu_2_degree}}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{{edu_2_school}}  {{edu_2_years}}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defTabSz="914400">
              <a:lnSpc>
                <a:spcPts val="3566"/>
              </a:lnSpc>
              <a:buClr>
                <a:srgbClr val="292d2d"/>
              </a:buClr>
              <a:buSzPct val="45000"/>
              <a:buFont typeface="Wingdings" charset="2"/>
              <a:buChar char=""/>
            </a:pPr>
            <a:r>
              <a:rPr lang="en-US" sz="28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{{edu_3_degree}} </a:t>
            </a:r>
            <a:r>
              <a:rPr lang="en-US" sz="24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"/>
              </a:rPr>
              <a:t>{{edu_3_school}}  {{edu_3_years}}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6" name="Group 1"/>
          <p:cNvGrpSpPr/>
          <p:nvPr/>
        </p:nvGrpSpPr>
        <p:grpSpPr>
          <a:xfrm>
            <a:off x="1065960" y="28382760"/>
            <a:ext cx="18951840" cy="18720"/>
            <a:chOff x="1065960" y="28382760"/>
            <a:chExt cx="18951840" cy="18720"/>
          </a:xfrm>
        </p:grpSpPr>
        <p:sp>
          <p:nvSpPr>
            <p:cNvPr id="87" name="Freeform 1"/>
            <p:cNvSpPr/>
            <p:nvPr/>
          </p:nvSpPr>
          <p:spPr>
            <a:xfrm>
              <a:off x="1065960" y="28382760"/>
              <a:ext cx="18951840" cy="18720"/>
            </a:xfrm>
            <a:custGeom>
              <a:avLst/>
              <a:gdLst>
                <a:gd name="textAreaLeft" fmla="*/ 0 w 18951840"/>
                <a:gd name="textAreaRight" fmla="*/ 18960120 w 18951840"/>
                <a:gd name="textAreaTop" fmla="*/ 0 h 18720"/>
                <a:gd name="textAreaBottom" fmla="*/ 27000 h 18720"/>
              </a:gdLst>
              <a:ahLst/>
              <a:cxnLst/>
              <a:rect l="textAreaLeft" t="textAreaTop" r="textAreaRight" b="textAreaBottom"/>
              <a:pathLst>
                <a:path w="25280366" h="35941">
                  <a:moveTo>
                    <a:pt x="25280366" y="35941"/>
                  </a:moveTo>
                  <a:lnTo>
                    <a:pt x="0" y="35941"/>
                  </a:lnTo>
                  <a:lnTo>
                    <a:pt x="0" y="0"/>
                  </a:lnTo>
                  <a:lnTo>
                    <a:pt x="25280366" y="0"/>
                  </a:lnTo>
                  <a:close/>
                </a:path>
              </a:pathLst>
            </a:custGeom>
            <a:solidFill>
              <a:srgbClr val="272727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-18000" bIns="-18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8" name="TextBox 5"/>
          <p:cNvSpPr/>
          <p:nvPr/>
        </p:nvSpPr>
        <p:spPr>
          <a:xfrm>
            <a:off x="1036080" y="28791000"/>
            <a:ext cx="634356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{{idioma_1}}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7740000" y="28800360"/>
            <a:ext cx="6119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{{idioma_2}}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TextBox 8"/>
          <p:cNvSpPr/>
          <p:nvPr/>
        </p:nvSpPr>
        <p:spPr>
          <a:xfrm>
            <a:off x="1065960" y="27880200"/>
            <a:ext cx="1895184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3960"/>
              </a:lnSpc>
            </a:pPr>
            <a:r>
              <a:rPr lang="en-US" sz="3600" b="1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IDIOMAS</a:t>
            </a:r>
            <a:endParaRPr lang="es-AR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Box 16"/>
          <p:cNvSpPr/>
          <p:nvPr/>
        </p:nvSpPr>
        <p:spPr>
          <a:xfrm>
            <a:off x="14427000" y="28791000"/>
            <a:ext cx="5552640" cy="45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marL="216000" indent="-216000" defTabSz="914400">
              <a:lnSpc>
                <a:spcPts val="3566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rgbClr val="292d2d"/>
                </a:solidFill>
                <a:effectLst/>
                <a:uFillTx/>
                <a:latin typeface="Poppins"/>
                <a:ea typeface="Poppins Bold"/>
              </a:rPr>
              <a:t>{{idioma_3}}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DAG9kqqhLuI</dc:identifier>
  <dc:language>es-AR</dc:language>
  <cp:lastModifiedBy/>
  <dcterms:modified xsi:type="dcterms:W3CDTF">2026-03-05T15:35:57Z</dcterms:modified>
  <cp:revision>33</cp:revision>
  <dc:subject/>
  <dc:title>Plantilla_oficial_11.pptx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