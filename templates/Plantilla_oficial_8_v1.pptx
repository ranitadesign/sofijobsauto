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Garet"/>
      <p:regular r:id="rId5"/>
    </p:embeddedFont>
    <p:embeddedFont>
      <p:font typeface="Carelia"/>
      <p:regular r:id="rId6"/>
    </p:embeddedFont>
    <p:embeddedFont>
      <p:font typeface="Microsoft YaHei"/>
    </p:embeddedFont>
    <p:embeddedFont>
      <p:font typeface="Montserrat"/>
      <p:regular r:id="rId7"/>
    </p:embeddedFont>
    <p:embeddedFont>
      <p:font typeface="Garet Bold"/>
    </p:embeddedFont>
    <p:embeddedFont>
      <p:font typeface="TT Drug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Carelia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F20EC5-6B78-41F2-A686-BA3B557F66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596E6D-43AF-4364-94F1-249C012588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120" cy="114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60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120" cy="467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9F6F87-D917-422C-B5CA-CF082D956F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360" cy="55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360" cy="41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360" cy="79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A805FB-17EC-4F86-8DE6-05D5479F37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360" cy="14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944265-2347-4010-BD74-73B2F03461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2E2A74-223F-4929-AA03-5AF0E7350C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36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88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041DA9-F230-4E62-8DFC-64E48496EB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7A3ABB-7ADF-4CC1-AC33-11ECD73C42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360" cy="13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360" cy="14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AC4125-B1CA-4946-A84D-58BB00BEC2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99F1DF-30D0-4011-8543-25AA1A098A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24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24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68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68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24940E-68DF-442B-B6F8-4462304EBA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9346680" cy="3026340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1"/>
          <p:cNvSpPr/>
          <p:nvPr/>
        </p:nvSpPr>
        <p:spPr>
          <a:xfrm>
            <a:off x="9644040" y="4960800"/>
            <a:ext cx="11581920" cy="59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{{exp_1_role}}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{{exp_1_company}}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9"/>
          <p:cNvSpPr/>
          <p:nvPr/>
        </p:nvSpPr>
        <p:spPr>
          <a:xfrm>
            <a:off x="10011600" y="11790720"/>
            <a:ext cx="11217240" cy="55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1"/>
          <p:cNvSpPr/>
          <p:nvPr/>
        </p:nvSpPr>
        <p:spPr>
          <a:xfrm>
            <a:off x="10145880" y="18441360"/>
            <a:ext cx="10933200" cy="55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980000" y="1080000"/>
            <a:ext cx="4130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204200" y="7200000"/>
            <a:ext cx="6336360" cy="107208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1024200" y="7416000"/>
            <a:ext cx="6661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4"/>
          <p:cNvSpPr/>
          <p:nvPr/>
        </p:nvSpPr>
        <p:spPr>
          <a:xfrm>
            <a:off x="1332000" y="8460000"/>
            <a:ext cx="6944400" cy="20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125360" y="11160000"/>
            <a:ext cx="6288120" cy="107208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7"/>
          <p:cNvSpPr/>
          <p:nvPr/>
        </p:nvSpPr>
        <p:spPr>
          <a:xfrm>
            <a:off x="900000" y="11352600"/>
            <a:ext cx="6661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8"/>
          <p:cNvSpPr/>
          <p:nvPr/>
        </p:nvSpPr>
        <p:spPr>
          <a:xfrm>
            <a:off x="1163880" y="12426480"/>
            <a:ext cx="66160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049120" y="10795320"/>
            <a:ext cx="6704280" cy="5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9640080" y="24334200"/>
            <a:ext cx="10690200" cy="10717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9"/>
          <p:cNvSpPr/>
          <p:nvPr/>
        </p:nvSpPr>
        <p:spPr>
          <a:xfrm>
            <a:off x="9892080" y="25725600"/>
            <a:ext cx="1044396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5"/>
          <p:cNvSpPr/>
          <p:nvPr/>
        </p:nvSpPr>
        <p:spPr>
          <a:xfrm>
            <a:off x="10116000" y="24588360"/>
            <a:ext cx="9824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645840" y="3604320"/>
            <a:ext cx="10690200" cy="10717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2"/>
          <p:cNvSpPr/>
          <p:nvPr/>
        </p:nvSpPr>
        <p:spPr>
          <a:xfrm>
            <a:off x="9543600" y="399960"/>
            <a:ext cx="1151604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Carelia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2400" b="0" u="none" spc="227" strike="noStrike">
                <a:solidFill>
                  <a:srgbClr val="000000"/>
                </a:solidFill>
                <a:effectLst/>
                <a:uFillTx/>
                <a:latin typeface="Garet"/>
                <a:ea typeface="TT Drugs Bold"/>
              </a:rPr>
              <a:t>{{title}}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10080360" y="3816360"/>
            <a:ext cx="7709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821520" y="17060400"/>
            <a:ext cx="7195680" cy="26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134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pc="-300" strike="noStrike">
                <a:solidFill>
                  <a:srgbClr val="543f3f"/>
                </a:solidFill>
                <a:effectLst/>
                <a:uFillTx/>
                <a:latin typeface="Garet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2026-03-05T15:26:14Z</dcterms:modified>
  <cp:revision>41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