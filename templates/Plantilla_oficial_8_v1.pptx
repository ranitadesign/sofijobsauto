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Garet"/>
      <p:regular r:id="rId5"/>
      <p:bold r:id="rId5"/>
    </p:embeddedFont>
    <p:embeddedFont>
      <p:font typeface="Lato"/>
    </p:embeddedFont>
    <p:embeddedFont>
      <p:font typeface="Garet Bold"/>
    </p:embeddedFont>
    <p:embeddedFont>
      <p:font typeface="Microsoft YaHei"/>
      <p:regular r:id="rId6"/>
    </p:embeddedFont>
    <p:embeddedFont>
      <p:font typeface="Carelia"/>
      <p:regular r:id="rId7"/>
      <p:bold r:id="rId7"/>
    </p:embeddedFont>
    <p:embeddedFont>
      <p:font typeface="Montserra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Gare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Carelia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960" cy="115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44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960" cy="46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7DB691-C715-4449-9147-04FC0F1A60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200" cy="5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200" cy="410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200" cy="79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136653-430D-4C0D-8B14-F01E3644D4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200" cy="146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A1174C-3EE0-494B-8F5D-6995FC4B23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5DEE2D-7081-4D99-AF16-63E677C220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20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72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CA81F2-DD69-4EE5-A139-AFBCF007378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F92B84-1FA9-497D-8EF9-7C33EF11D9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200" cy="135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200" cy="14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ABFF23-59A2-4734-B0FE-45B4181F7C6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F9CD26-9D20-400D-8B91-0CBD27682F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08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08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52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52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29A587-FE66-4914-A869-19A59E69A8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F9CF6F-ED75-4A3D-B0F0-47973B31B9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A3D143-869B-420F-B4BA-5E3597AFB8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9353520" cy="30270240"/>
          </a:xfrm>
          <a:prstGeom prst="flowChart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10176480" y="3594960"/>
            <a:ext cx="10696680" cy="107820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0176480" y="24480000"/>
            <a:ext cx="10696680" cy="107820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4"/>
          <p:cNvSpPr/>
          <p:nvPr/>
        </p:nvSpPr>
        <p:spPr>
          <a:xfrm>
            <a:off x="978480" y="8979480"/>
            <a:ext cx="701640" cy="701640"/>
          </a:xfrm>
          <a:custGeom>
            <a:avLst/>
            <a:gdLst>
              <a:gd name="textAreaLeft" fmla="*/ 0 w 701640"/>
              <a:gd name="textAreaRight" fmla="*/ 708840 w 701640"/>
              <a:gd name="textAreaTop" fmla="*/ 0 h 701640"/>
              <a:gd name="textAreaBottom" fmla="*/ 708840 h 70164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6"/>
                </a:lnTo>
                <a:lnTo>
                  <a:pt x="0" y="7087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5"/>
          <p:cNvSpPr/>
          <p:nvPr/>
        </p:nvSpPr>
        <p:spPr>
          <a:xfrm>
            <a:off x="978480" y="9879120"/>
            <a:ext cx="701640" cy="701640"/>
          </a:xfrm>
          <a:custGeom>
            <a:avLst/>
            <a:gdLst>
              <a:gd name="textAreaLeft" fmla="*/ 0 w 701640"/>
              <a:gd name="textAreaRight" fmla="*/ 708840 w 701640"/>
              <a:gd name="textAreaTop" fmla="*/ 0 h 701640"/>
              <a:gd name="textAreaBottom" fmla="*/ 708840 h 70164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5"/>
                </a:lnTo>
                <a:lnTo>
                  <a:pt x="0" y="7087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6"/>
          <p:cNvSpPr/>
          <p:nvPr/>
        </p:nvSpPr>
        <p:spPr>
          <a:xfrm>
            <a:off x="978480" y="10776600"/>
            <a:ext cx="701640" cy="701640"/>
          </a:xfrm>
          <a:custGeom>
            <a:avLst/>
            <a:gdLst>
              <a:gd name="textAreaLeft" fmla="*/ 0 w 701640"/>
              <a:gd name="textAreaRight" fmla="*/ 708840 w 701640"/>
              <a:gd name="textAreaTop" fmla="*/ 0 h 701640"/>
              <a:gd name="textAreaBottom" fmla="*/ 708840 h 70164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5"/>
                </a:lnTo>
                <a:lnTo>
                  <a:pt x="0" y="7087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2"/>
          <p:cNvSpPr/>
          <p:nvPr/>
        </p:nvSpPr>
        <p:spPr>
          <a:xfrm>
            <a:off x="10080000" y="1260000"/>
            <a:ext cx="10118520" cy="11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881"/>
              </a:lnSpc>
            </a:pPr>
            <a:r>
              <a:rPr lang="en-US" sz="10450" b="0" u="none" spc="-207" strike="noStrike">
                <a:solidFill>
                  <a:srgbClr val="c0504d"/>
                </a:solidFill>
                <a:effectLst/>
                <a:uFillTx/>
                <a:latin typeface="Poppins"/>
                <a:ea typeface="Carelia"/>
              </a:rPr>
              <a:t>{{name}}</a:t>
            </a:r>
            <a:endParaRPr lang="es-AR" sz="10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3"/>
          <p:cNvSpPr/>
          <p:nvPr/>
        </p:nvSpPr>
        <p:spPr>
          <a:xfrm>
            <a:off x="1023840" y="7475040"/>
            <a:ext cx="6667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INFORMACIÓN DE CONTACTO</a:t>
            </a: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1203840" y="7200000"/>
            <a:ext cx="6342480" cy="107820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Poppins"/>
            </a:endParaRPr>
          </a:p>
        </p:txBody>
      </p:sp>
      <p:sp>
        <p:nvSpPr>
          <p:cNvPr id="68" name="TextBox 14"/>
          <p:cNvSpPr/>
          <p:nvPr/>
        </p:nvSpPr>
        <p:spPr>
          <a:xfrm>
            <a:off x="2048760" y="9016200"/>
            <a:ext cx="69505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{{contact_location}}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5"/>
          <p:cNvSpPr/>
          <p:nvPr/>
        </p:nvSpPr>
        <p:spPr>
          <a:xfrm>
            <a:off x="2048760" y="9933840"/>
            <a:ext cx="689364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67"/>
              </a:lnSpc>
            </a:pPr>
            <a:r>
              <a:rPr lang="en-US" sz="298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+{{contact_phone}}</a:t>
            </a: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6"/>
          <p:cNvSpPr/>
          <p:nvPr/>
        </p:nvSpPr>
        <p:spPr>
          <a:xfrm>
            <a:off x="2048760" y="10794960"/>
            <a:ext cx="6710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67"/>
              </a:lnSpc>
            </a:pPr>
            <a:r>
              <a:rPr lang="en-US" sz="298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{{contact_email}}</a:t>
            </a: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7"/>
          <p:cNvSpPr/>
          <p:nvPr/>
        </p:nvSpPr>
        <p:spPr>
          <a:xfrm>
            <a:off x="978480" y="12252240"/>
            <a:ext cx="6667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RESUMEN PROFESIONAL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8"/>
          <p:cNvSpPr/>
          <p:nvPr/>
        </p:nvSpPr>
        <p:spPr>
          <a:xfrm>
            <a:off x="1242360" y="13326120"/>
            <a:ext cx="66222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9"/>
          <p:cNvSpPr/>
          <p:nvPr/>
        </p:nvSpPr>
        <p:spPr>
          <a:xfrm>
            <a:off x="10060200" y="26028360"/>
            <a:ext cx="10947600" cy="282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7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02"/>
              </a:lnSpc>
            </a:pP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7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7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0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0"/>
          <p:cNvSpPr/>
          <p:nvPr/>
        </p:nvSpPr>
        <p:spPr>
          <a:xfrm>
            <a:off x="10283760" y="3861720"/>
            <a:ext cx="102348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EXPERIENCIA LABORAL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1"/>
          <p:cNvSpPr/>
          <p:nvPr/>
        </p:nvSpPr>
        <p:spPr>
          <a:xfrm>
            <a:off x="9720000" y="5329440"/>
            <a:ext cx="11512800" cy="53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{{exp_1_role}}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{{exp_1_company}} ({{exp_1_dates}})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5"/>
          <p:cNvSpPr/>
          <p:nvPr/>
        </p:nvSpPr>
        <p:spPr>
          <a:xfrm>
            <a:off x="10689120" y="24731640"/>
            <a:ext cx="96494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FORMACIÓN ACADÉMICA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9"/>
          <p:cNvSpPr/>
          <p:nvPr/>
        </p:nvSpPr>
        <p:spPr>
          <a:xfrm>
            <a:off x="10011600" y="11790720"/>
            <a:ext cx="1122408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1"/>
          <p:cNvSpPr/>
          <p:nvPr/>
        </p:nvSpPr>
        <p:spPr>
          <a:xfrm>
            <a:off x="10145880" y="18441360"/>
            <a:ext cx="1094004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1203840" y="12059640"/>
            <a:ext cx="6294240" cy="107820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0230840" y="2754720"/>
            <a:ext cx="1064556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12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{{title}}</a:t>
            </a:r>
            <a:endParaRPr lang="es-AR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980000" y="108000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900000" y="18858240"/>
            <a:ext cx="5070240" cy="27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DAG9kcgXo98</dc:identifier>
  <dc:language>es-AR</dc:language>
  <cp:lastModifiedBy/>
  <dcterms:modified xsi:type="dcterms:W3CDTF">2026-01-14T15:08:03Z</dcterms:modified>
  <cp:revision>21</cp:revision>
  <dc:subject/>
  <dc:title>Plantilla_oficial_8.pptx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