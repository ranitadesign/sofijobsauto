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embedTrueTypeFonts="1">
  <p:sldMasterIdLst>
    <p:sldMasterId id="2147483648" r:id="rId2"/>
  </p:sldMasterIdLst>
  <p:sldIdLst>
    <p:sldId id="256" r:id="rId3"/>
  </p:sldIdLst>
  <p:sldSz cx="21374100" cy="30276800"/>
  <p:notesSz cx="7559675" cy="10691813"/>
  <p:embeddedFontLst>
    <p:embeddedFont>
      <p:font typeface="Poppins"/>
      <p:regular r:id="rId4"/>
      <p:bold r:id="rId4"/>
    </p:embeddedFont>
    <p:embeddedFont>
      <p:font typeface="Garet"/>
      <p:regular r:id="rId5"/>
      <p:bold r:id="rId5"/>
    </p:embeddedFont>
    <p:embeddedFont>
      <p:font typeface="Carelia"/>
      <p:regular r:id="rId6"/>
      <p:bold r:id="rId6"/>
    </p:embeddedFont>
    <p:embeddedFont>
      <p:font typeface="Microsoft YaHei"/>
      <p:regular r:id="rId7"/>
    </p:embeddedFont>
    <p:embeddedFont>
      <p:font typeface="Montserrat"/>
      <p:regular r:id="rId8"/>
      <p:bold r:id="rId8"/>
    </p:embeddedFont>
    <p:embeddedFont>
      <p:font typeface="TT Drugs Bold"/>
    </p:embeddedFont>
    <p:embeddedFont>
      <p:font typeface="Garet Bold"/>
    </p:embeddedFont>
  </p:embeddedFontLst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font" Target="fonts/Font_1_Poppins_Regular.fntdata"/><Relationship Id="rId5" Type="http://schemas.openxmlformats.org/officeDocument/2006/relationships/font" Target="fonts/Font_2_Garet_Regular.fntdata"/><Relationship Id="rId6" Type="http://schemas.openxmlformats.org/officeDocument/2006/relationships/font" Target="fonts/Font_3_Carelia_Regular.fntdata"/><Relationship Id="rId7" Type="http://schemas.openxmlformats.org/officeDocument/2006/relationships/font" Target="fonts/Font_4_Microsoft_YaHei_Regular.fntdata"/><Relationship Id="rId8" Type="http://schemas.openxmlformats.org/officeDocument/2006/relationships/font" Target="fonts/Font_5_Montserrat_Regular.fntdata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72720" cy="55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72720" cy="4101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Pulse para editar el formato de texto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Segundo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Tercer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Cuarto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Quinto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Sexto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Séptimo nivel del esquema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72720" cy="791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FA25DA3-4135-476E-B197-D08FBA7B417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58720" cy="1456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6D05EA7-ADD7-4D4A-8909-4DD0582CE7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92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94548EE-2E54-459F-8004-AF8B28B4B62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43720" cy="58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06240" cy="5837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34AC8B3-8646-4E83-98B7-FF68C5F9D33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1592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ADA3830-14B5-43FE-B340-2D1DC7C973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58720" cy="134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58720" cy="1486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408116-3F9F-4826-9977-344D51A326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2480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24800" cy="45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1DB82A-367E-4606-A3A2-C94C9CF9AD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26600" cy="6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26600" cy="393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28040" cy="62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28040" cy="3937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660387-B303-4D20-8777-712DBDFBB29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15920" cy="1129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A6C5234-E35B-4DCE-8FA7-E65830C9526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ADD191C-8568-434F-9800-3CCE41FAF3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2994480" cy="114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097960" cy="5839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s-A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2994480" cy="4677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&lt;fecha/hora&gt;</a:t>
            </a:r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8180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es-A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A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20040" cy="351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3F8CEF-A296-4623-A2CE-D7331B3E2F5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&lt;número&gt;</a:t>
            </a:fld>
            <a:endParaRPr lang="es-A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>
            <a:off x="0" y="0"/>
            <a:ext cx="9347040" cy="30263760"/>
          </a:xfrm>
          <a:prstGeom prst="flowChartProcess">
            <a:avLst/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21"/>
          <p:cNvSpPr/>
          <p:nvPr/>
        </p:nvSpPr>
        <p:spPr>
          <a:xfrm>
            <a:off x="9720000" y="5329440"/>
            <a:ext cx="11506320" cy="534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{{exp_1_role}}  </a:t>
            </a: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Garet"/>
                <a:ea typeface="Garet"/>
              </a:rPr>
              <a:t>{{exp_1_company}} {{exp_1_dates}}</a:t>
            </a:r>
            <a:endParaRPr lang="es-A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es-AR" sz="2500" b="0" u="none" strike="noStrike">
                <a:solidFill>
                  <a:srgbClr val="000000"/>
                </a:solidFill>
                <a:effectLst/>
                <a:uFillTx/>
                <a:latin typeface="Garet"/>
                <a:ea typeface="Montserrat"/>
              </a:rPr>
              <a:t>{{exp_1_bullets_block}}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6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endParaRPr lang="es-A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29"/>
          <p:cNvSpPr/>
          <p:nvPr/>
        </p:nvSpPr>
        <p:spPr>
          <a:xfrm>
            <a:off x="10011600" y="11790720"/>
            <a:ext cx="1121760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1"/>
          <p:cNvSpPr/>
          <p:nvPr/>
        </p:nvSpPr>
        <p:spPr>
          <a:xfrm>
            <a:off x="10145880" y="18441360"/>
            <a:ext cx="1093356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47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"/>
          <p:cNvSpPr/>
          <p:nvPr/>
        </p:nvSpPr>
        <p:spPr>
          <a:xfrm>
            <a:off x="1980000" y="1080000"/>
            <a:ext cx="41310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{{%photo}}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"/>
          <p:cNvSpPr/>
          <p:nvPr/>
        </p:nvSpPr>
        <p:spPr>
          <a:xfrm>
            <a:off x="1204200" y="7200000"/>
            <a:ext cx="6336720" cy="107244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Poppins"/>
            </a:endParaRPr>
          </a:p>
        </p:txBody>
      </p:sp>
      <p:sp>
        <p:nvSpPr>
          <p:cNvPr id="65" name="TextBox 13"/>
          <p:cNvSpPr/>
          <p:nvPr/>
        </p:nvSpPr>
        <p:spPr>
          <a:xfrm>
            <a:off x="1024200" y="7416000"/>
            <a:ext cx="6661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INFORMACIÓN DE CONTACTO</a:t>
            </a:r>
            <a:endParaRPr lang="es-AR" sz="3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Box 14"/>
          <p:cNvSpPr/>
          <p:nvPr/>
        </p:nvSpPr>
        <p:spPr>
          <a:xfrm>
            <a:off x="1332000" y="8460000"/>
            <a:ext cx="6944760" cy="208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95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{{contact_location}}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{{contact_phone}}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r>
              <a:rPr lang="en-US" sz="250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{{contact_email}}</a:t>
            </a:r>
            <a:endParaRPr lang="es-A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167"/>
              </a:lnSpc>
            </a:pPr>
            <a:endParaRPr lang="es-AR" sz="2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1125360" y="11160000"/>
            <a:ext cx="6288480" cy="1072440"/>
          </a:xfrm>
          <a:prstGeom prst="roundRect">
            <a:avLst>
              <a:gd name="adj" fmla="val 16667"/>
            </a:avLst>
          </a:prstGeom>
          <a:solidFill>
            <a:srgbClr val="eeeeee">
              <a:alpha val="3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7"/>
          <p:cNvSpPr/>
          <p:nvPr/>
        </p:nvSpPr>
        <p:spPr>
          <a:xfrm>
            <a:off x="900000" y="11352600"/>
            <a:ext cx="666144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RESUMEN PROFESIONAL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8"/>
          <p:cNvSpPr/>
          <p:nvPr/>
        </p:nvSpPr>
        <p:spPr>
          <a:xfrm>
            <a:off x="1163880" y="12426480"/>
            <a:ext cx="6616440" cy="45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3566"/>
              </a:lnSpc>
            </a:pPr>
            <a:r>
              <a:rPr lang="en-US" sz="255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"/>
              </a:rPr>
              <a:t>{{about}}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6"/>
          <p:cNvSpPr/>
          <p:nvPr/>
        </p:nvSpPr>
        <p:spPr>
          <a:xfrm>
            <a:off x="2049120" y="10795320"/>
            <a:ext cx="6704640" cy="52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9640080" y="24334200"/>
            <a:ext cx="10690560" cy="107208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Box 19"/>
          <p:cNvSpPr/>
          <p:nvPr/>
        </p:nvSpPr>
        <p:spPr>
          <a:xfrm>
            <a:off x="9892080" y="25725600"/>
            <a:ext cx="10444320" cy="271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{{edu_1_degree}}  {{edu_1_school}}  {{edu_1_years}}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{{edu_2_degree}}  {{edu_2_school}}  {{edu_2_years}}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3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ts val="3563"/>
              </a:lnSpc>
              <a:buClr>
                <a:srgbClr val="543f3f"/>
              </a:buClr>
              <a:buSzPct val="45000"/>
              <a:buFont typeface="Wingdings" charset="2"/>
              <a:buChar char=""/>
            </a:pPr>
            <a:r>
              <a:rPr lang="en-US" sz="2550" b="0" u="none" strike="noStrike">
                <a:solidFill>
                  <a:srgbClr val="323232"/>
                </a:solidFill>
                <a:effectLst/>
                <a:uFillTx/>
                <a:latin typeface="Garet"/>
                <a:ea typeface="Garet"/>
              </a:rPr>
              <a:t>{{edu_3_degree}}  {{edu_3_school}}  {{edu_3_years}}</a:t>
            </a:r>
            <a:endParaRPr lang="es-AR" sz="2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3566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25"/>
          <p:cNvSpPr/>
          <p:nvPr/>
        </p:nvSpPr>
        <p:spPr>
          <a:xfrm>
            <a:off x="10116000" y="24588360"/>
            <a:ext cx="982440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FORMACIÓN ACADÉMICA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9645840" y="3604320"/>
            <a:ext cx="10690560" cy="1072080"/>
          </a:xfrm>
          <a:prstGeom prst="roundRect">
            <a:avLst>
              <a:gd name="adj" fmla="val 16667"/>
            </a:avLst>
          </a:prstGeom>
          <a:solidFill>
            <a:srgbClr val="c050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2"/>
          <p:cNvSpPr/>
          <p:nvPr/>
        </p:nvSpPr>
        <p:spPr>
          <a:xfrm>
            <a:off x="9543600" y="399960"/>
            <a:ext cx="11516400" cy="176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8881"/>
              </a:lnSpc>
            </a:pPr>
            <a:r>
              <a:rPr lang="en-US" sz="9050" b="0" u="none" spc="-207" strike="noStrike">
                <a:solidFill>
                  <a:srgbClr val="c0504d"/>
                </a:solidFill>
                <a:effectLst/>
                <a:uFillTx/>
                <a:latin typeface="Carelia"/>
                <a:ea typeface="Carelia"/>
              </a:rPr>
              <a:t>{{name}}</a:t>
            </a:r>
            <a:endParaRPr lang="es-AR" sz="9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980"/>
              </a:lnSpc>
            </a:pPr>
            <a:r>
              <a:rPr lang="en-US" sz="2400" b="0" u="none" spc="227" strike="noStrike">
                <a:solidFill>
                  <a:srgbClr val="000000"/>
                </a:solidFill>
                <a:effectLst/>
                <a:uFillTx/>
                <a:latin typeface="Garet"/>
                <a:ea typeface="TT Drugs Bold"/>
              </a:rPr>
              <a:t>{{title}}</a:t>
            </a:r>
            <a:endParaRPr lang="es-A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20"/>
          <p:cNvSpPr/>
          <p:nvPr/>
        </p:nvSpPr>
        <p:spPr>
          <a:xfrm>
            <a:off x="10080360" y="3816360"/>
            <a:ext cx="7709760" cy="55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4357"/>
              </a:lnSpc>
            </a:pPr>
            <a:r>
              <a:rPr lang="en-US" sz="3110" b="0" u="none" strike="noStrike">
                <a:solidFill>
                  <a:srgbClr val="543f3f"/>
                </a:solidFill>
                <a:effectLst/>
                <a:uFillTx/>
                <a:latin typeface="Garet"/>
                <a:ea typeface="Garet Bold"/>
              </a:rPr>
              <a:t>EXPERIENCIA LABORAL</a:t>
            </a:r>
            <a:endParaRPr lang="es-AR" sz="31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1080000" y="16920000"/>
            <a:ext cx="7198920" cy="233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{{#sidebar_sections_noedu}}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134"/>
              </a:lnSpc>
            </a:pPr>
            <a:r>
              <a:rPr lang="es-AR" sz="3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{{title}}</a:t>
            </a:r>
            <a:endParaRPr lang="es-A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pc="-300" strike="noStrike">
                <a:solidFill>
                  <a:srgbClr val="543f3f"/>
                </a:solidFill>
                <a:effectLst/>
                <a:uFillTx/>
                <a:latin typeface="Garet"/>
              </a:rPr>
              <a:t>{{line}}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2600" b="0" u="none" strike="noStrike">
                <a:solidFill>
                  <a:srgbClr val="543f3f"/>
                </a:solidFill>
                <a:effectLst/>
                <a:uFillTx/>
                <a:latin typeface="Garet"/>
              </a:rPr>
              <a:t>{{body}}</a:t>
            </a:r>
            <a:endParaRPr lang="es-AR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s-AR" sz="1800" b="0" u="none" strike="noStrike">
                <a:solidFill>
                  <a:srgbClr val="000000"/>
                </a:solidFill>
                <a:effectLst/>
                <a:uFillTx/>
                <a:latin typeface="Garet"/>
              </a:rPr>
              <a:t>{{/sidebar_sections_noedu}}</a:t>
            </a:r>
            <a:endParaRPr lang="es-A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LibreOffice/25.8.4.2$Windows_X86_64 LibreOffice_project/290daaa01b999472f0c7a3890eb6a550fd74c6df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DAG9kcgXo98</dc:identifier>
  <dc:language>es-AR</dc:language>
  <cp:lastModifiedBy/>
  <dcterms:modified xsi:type="dcterms:W3CDTF">2026-02-17T16:53:06Z</dcterms:modified>
  <cp:revision>39</cp:revision>
  <dc:subject/>
  <dc:title>Plantilla_oficial_8.pptx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