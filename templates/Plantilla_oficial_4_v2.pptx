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Microsoft YaHei"/>
      <p:regular r:id="rId5"/>
    </p:embeddedFont>
    <p:embeddedFont>
      <p:font typeface="Montserrat Bold"/>
    </p:embeddedFont>
    <p:embeddedFont>
      <p:font typeface="Poppins Bold"/>
    </p:embeddedFont>
    <p:embeddedFont>
      <p:font typeface="Montserrat"/>
      <p:regular r:id="rId6"/>
      <p:bold r:id="rId6"/>
    </p:embeddedFont>
    <p:embeddedFont>
      <p:font typeface="Poppins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4040" cy="134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4040" cy="148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15360" cy="3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77120" cy="3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15360" cy="3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C75B9A1-E9DA-4C75-A74D-BFB08C44E10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1240" cy="112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0120" cy="450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0120" cy="450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15360" cy="3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77120" cy="3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15360" cy="3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84C0F4C-90EC-4234-B8B4-8C015AA02E6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1240" cy="112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1920" cy="62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1920" cy="3933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3360" cy="62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3360" cy="3933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15360" cy="3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77120" cy="3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15360" cy="3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A3C482A-B178-467E-8AD3-05EE722AED8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1240" cy="112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15360" cy="3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77120" cy="3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15360" cy="3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0C07A7E-E4D2-455E-AA5B-A23A4979A5A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15360" cy="3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77120" cy="3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15360" cy="3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D0CBC6E-43BD-451B-BE33-FD37ED3715C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89800" cy="114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3280" cy="583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89800" cy="467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15360" cy="3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77120" cy="3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15360" cy="3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07A7682-BF02-43BB-A60C-00CEBD2A178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68040" cy="54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68040" cy="4096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68040" cy="78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15360" cy="3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77120" cy="3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15360" cy="3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57F32AC-AA4E-46EC-8AF8-DF702C50074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4040" cy="145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15360" cy="3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77120" cy="3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15360" cy="3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7CA4127-0967-4151-8193-C896AD13319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1240" cy="112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1240" cy="450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15360" cy="3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77120" cy="3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15360" cy="3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86D78CE-6580-4450-B481-D9237BEFEDE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39040" cy="583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1560" cy="583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15360" cy="3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77120" cy="3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15360" cy="3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A2CC021-2598-499C-8766-B618B4760F4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1240" cy="112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1240" cy="450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15360" cy="3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77120" cy="3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15360" cy="3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1F8A1EE-16AF-4353-BB14-B4222660A5B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0" y="0"/>
            <a:ext cx="6878160" cy="30265560"/>
            <a:chOff x="0" y="0"/>
            <a:chExt cx="6878160" cy="30265560"/>
          </a:xfrm>
        </p:grpSpPr>
        <p:sp>
          <p:nvSpPr>
            <p:cNvPr id="60" name="Freeform 3"/>
            <p:cNvSpPr/>
            <p:nvPr/>
          </p:nvSpPr>
          <p:spPr>
            <a:xfrm>
              <a:off x="0" y="0"/>
              <a:ext cx="6878160" cy="30265560"/>
            </a:xfrm>
            <a:custGeom>
              <a:avLst/>
              <a:gdLst>
                <a:gd name="textAreaLeft" fmla="*/ 0 w 6878160"/>
                <a:gd name="textAreaRight" fmla="*/ 6896520 w 6878160"/>
                <a:gd name="textAreaTop" fmla="*/ 0 h 30265560"/>
                <a:gd name="textAreaBottom" fmla="*/ 30283920 h 30265560"/>
              </a:gdLst>
              <a:ahLst/>
              <a:cxnLst/>
              <a:rect l="textAreaLeft" t="textAreaTop" r="textAreaRight" b="textAreaBottom"/>
              <a:pathLst>
                <a:path w="9195181" h="40341042">
                  <a:moveTo>
                    <a:pt x="0" y="0"/>
                  </a:moveTo>
                  <a:lnTo>
                    <a:pt x="9195181" y="0"/>
                  </a:lnTo>
                  <a:lnTo>
                    <a:pt x="9195181" y="40341042"/>
                  </a:lnTo>
                  <a:lnTo>
                    <a:pt x="0" y="40341042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34"/>
          <p:cNvSpPr/>
          <p:nvPr/>
        </p:nvSpPr>
        <p:spPr>
          <a:xfrm>
            <a:off x="669960" y="1086480"/>
            <a:ext cx="2553120" cy="38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4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35"/>
          <p:cNvGrpSpPr/>
          <p:nvPr/>
        </p:nvGrpSpPr>
        <p:grpSpPr>
          <a:xfrm>
            <a:off x="7380000" y="9653760"/>
            <a:ext cx="13845600" cy="10779840"/>
            <a:chOff x="7380000" y="9653760"/>
            <a:chExt cx="13845600" cy="10779840"/>
          </a:xfrm>
        </p:grpSpPr>
        <p:sp>
          <p:nvSpPr>
            <p:cNvPr id="63" name="TextBox 36"/>
            <p:cNvSpPr/>
            <p:nvPr/>
          </p:nvSpPr>
          <p:spPr>
            <a:xfrm>
              <a:off x="7380000" y="9653760"/>
              <a:ext cx="13845600" cy="566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56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" name="TextBox 37"/>
            <p:cNvSpPr/>
            <p:nvPr/>
          </p:nvSpPr>
          <p:spPr>
            <a:xfrm>
              <a:off x="7380000" y="10497960"/>
              <a:ext cx="12457080" cy="6245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564"/>
                </a:lnSpc>
              </a:pPr>
              <a:r>
                <a:rPr lang="en-US" sz="1800" b="1" u="none" spc="74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[[EXPERIENCE_BLOCK]]</a:t>
              </a: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564"/>
                </a:lnSpc>
              </a:pPr>
              <a:r>
                <a:rPr lang="en-US" sz="2800" b="1" u="none" spc="74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{{exp_1_role}}</a:t>
              </a:r>
              <a:r>
                <a:rPr lang="en-US" sz="2800" b="0" u="none" spc="74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 </a:t>
              </a:r>
              <a:r>
                <a:rPr lang="en-US" sz="3600" b="0" u="none" spc="74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 </a:t>
              </a:r>
              <a:r>
                <a:rPr lang="en-US" sz="2400" b="0" u="none" spc="65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{{exp_1_company}}  {{exp_1_dates}}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r>
                <a:rPr lang="es-AR" sz="2200" b="0" u="none" strike="noStrike">
                  <a:solidFill>
                    <a:srgbClr val="292d2d"/>
                  </a:solidFill>
                  <a:effectLst/>
                  <a:uFillTx/>
                  <a:latin typeface="Poppins"/>
                  <a:ea typeface="Montserrat"/>
                </a:rPr>
                <a:t>{{exp_1_bullets_block}}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564"/>
                </a:lnSpc>
              </a:pPr>
              <a:r>
                <a:rPr lang="en-US" sz="2800" b="1" u="none" spc="74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{{exp_2_role}}</a:t>
              </a:r>
              <a:r>
                <a:rPr lang="en-US" sz="2800" b="0" u="none" spc="74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 </a:t>
              </a:r>
              <a:r>
                <a:rPr lang="en-US" sz="4000" b="0" u="none" spc="74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 </a:t>
              </a:r>
              <a:r>
                <a:rPr lang="en-US" sz="2400" b="0" u="none" spc="65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{{exp_2_company}}  {{exp_2_dates}}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r>
                <a:rPr lang="es-AR" sz="2200" b="0" u="none" strike="noStrike">
                  <a:solidFill>
                    <a:srgbClr val="292d2d"/>
                  </a:solidFill>
                  <a:effectLst/>
                  <a:uFillTx/>
                  <a:latin typeface="Poppins"/>
                  <a:ea typeface="Montserrat"/>
                </a:rPr>
                <a:t>{{exp_2_bullets_block}}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</a:pP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564"/>
                </a:lnSpc>
              </a:pP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564"/>
                </a:lnSpc>
              </a:pP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</a:pP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" name="TextBox 38"/>
            <p:cNvSpPr/>
            <p:nvPr/>
          </p:nvSpPr>
          <p:spPr>
            <a:xfrm>
              <a:off x="7380000" y="10497960"/>
              <a:ext cx="13636080" cy="534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56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" name="TextBox 2"/>
            <p:cNvSpPr/>
            <p:nvPr/>
          </p:nvSpPr>
          <p:spPr>
            <a:xfrm>
              <a:off x="7380000" y="14374800"/>
              <a:ext cx="13845600" cy="566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56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" name="TextBox 3"/>
            <p:cNvSpPr/>
            <p:nvPr/>
          </p:nvSpPr>
          <p:spPr>
            <a:xfrm>
              <a:off x="7380000" y="15197400"/>
              <a:ext cx="12457080" cy="2002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6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" name="TextBox 10"/>
            <p:cNvSpPr/>
            <p:nvPr/>
          </p:nvSpPr>
          <p:spPr>
            <a:xfrm>
              <a:off x="7380000" y="19899000"/>
              <a:ext cx="13636080" cy="534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9" name="TextBox 1"/>
          <p:cNvSpPr/>
          <p:nvPr/>
        </p:nvSpPr>
        <p:spPr>
          <a:xfrm>
            <a:off x="720000" y="1086480"/>
            <a:ext cx="2553840" cy="38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852120" y="721800"/>
            <a:ext cx="5029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1" name="Group 4"/>
          <p:cNvGrpSpPr/>
          <p:nvPr/>
        </p:nvGrpSpPr>
        <p:grpSpPr>
          <a:xfrm>
            <a:off x="7523640" y="5679720"/>
            <a:ext cx="8537400" cy="14400"/>
            <a:chOff x="7523640" y="5679720"/>
            <a:chExt cx="8537400" cy="14400"/>
          </a:xfrm>
        </p:grpSpPr>
        <p:sp>
          <p:nvSpPr>
            <p:cNvPr id="72" name="Freeform 1"/>
            <p:cNvSpPr/>
            <p:nvPr/>
          </p:nvSpPr>
          <p:spPr>
            <a:xfrm>
              <a:off x="7523640" y="5679720"/>
              <a:ext cx="8537400" cy="14400"/>
            </a:xfrm>
            <a:custGeom>
              <a:avLst/>
              <a:gdLst>
                <a:gd name="textAreaLeft" fmla="*/ 0 w 8537400"/>
                <a:gd name="textAreaRight" fmla="*/ 8556120 w 8537400"/>
                <a:gd name="textAreaTop" fmla="*/ 0 h 14400"/>
                <a:gd name="textAreaBottom" fmla="*/ 1505520 h 14400"/>
              </a:gdLst>
              <a:ahLst/>
              <a:cxnLst/>
              <a:rect l="textAreaLeft" t="textAreaTop" r="textAreaRight" b="textAreaBottom"/>
              <a:pathLst>
                <a:path w="11408156" h="71882">
                  <a:moveTo>
                    <a:pt x="11408156" y="71882"/>
                  </a:moveTo>
                  <a:lnTo>
                    <a:pt x="0" y="71882"/>
                  </a:lnTo>
                  <a:lnTo>
                    <a:pt x="0" y="0"/>
                  </a:lnTo>
                  <a:lnTo>
                    <a:pt x="11408156" y="0"/>
                  </a:lnTo>
                  <a:close/>
                </a:path>
              </a:pathLst>
            </a:custGeom>
            <a:solidFill>
              <a:srgbClr val="696969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640" bIns="-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3" name="TextBox 28"/>
          <p:cNvSpPr/>
          <p:nvPr/>
        </p:nvSpPr>
        <p:spPr>
          <a:xfrm>
            <a:off x="7382160" y="-106200"/>
            <a:ext cx="13676760" cy="262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489"/>
              </a:lnSpc>
            </a:pPr>
            <a:r>
              <a:rPr lang="en-US" sz="7200" b="1" u="none" spc="573" strike="noStrike">
                <a:solidFill>
                  <a:srgbClr val="c0504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547"/>
              </a:lnSpc>
            </a:pPr>
            <a:r>
              <a:rPr lang="en-US" sz="3000" b="0" u="none" spc="507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640"/>
              </a:lnSpc>
            </a:pPr>
            <a:r>
              <a:rPr lang="en-US" sz="2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{{contact_phone}}  {{contact_email}}  {{contact_location}}  {{licencia}}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32"/>
          <p:cNvSpPr/>
          <p:nvPr/>
        </p:nvSpPr>
        <p:spPr>
          <a:xfrm>
            <a:off x="7523640" y="4860000"/>
            <a:ext cx="8529840" cy="60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4"/>
              </a:lnSpc>
            </a:pPr>
            <a:r>
              <a:rPr lang="en-US" sz="3400" b="1" u="none" spc="145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PERFIL PROFESIONAL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33"/>
          <p:cNvSpPr/>
          <p:nvPr/>
        </p:nvSpPr>
        <p:spPr>
          <a:xfrm>
            <a:off x="7523640" y="5791320"/>
            <a:ext cx="11900880" cy="44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87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327600" y="6104160"/>
            <a:ext cx="5964840" cy="425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1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 [[SIDEBAR_BLOCK]]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</a:pPr>
            <a:r>
              <a:rPr lang="en-US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3000" b="0" u="none" spc="-711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7" name="Group 6"/>
          <p:cNvGrpSpPr/>
          <p:nvPr/>
        </p:nvGrpSpPr>
        <p:grpSpPr>
          <a:xfrm>
            <a:off x="7523640" y="10098720"/>
            <a:ext cx="8537400" cy="14400"/>
            <a:chOff x="7523640" y="10098720"/>
            <a:chExt cx="8537400" cy="14400"/>
          </a:xfrm>
        </p:grpSpPr>
        <p:sp>
          <p:nvSpPr>
            <p:cNvPr id="78" name="Freeform 2"/>
            <p:cNvSpPr/>
            <p:nvPr/>
          </p:nvSpPr>
          <p:spPr>
            <a:xfrm>
              <a:off x="7523640" y="10098720"/>
              <a:ext cx="8537400" cy="14400"/>
            </a:xfrm>
            <a:custGeom>
              <a:avLst/>
              <a:gdLst>
                <a:gd name="textAreaLeft" fmla="*/ 0 w 8537400"/>
                <a:gd name="textAreaRight" fmla="*/ 8556120 w 8537400"/>
                <a:gd name="textAreaTop" fmla="*/ 0 h 14400"/>
                <a:gd name="textAreaBottom" fmla="*/ 1505520 h 14400"/>
              </a:gdLst>
              <a:ahLst/>
              <a:cxnLst/>
              <a:rect l="textAreaLeft" t="textAreaTop" r="textAreaRight" b="textAreaBottom"/>
              <a:pathLst>
                <a:path w="11408156" h="71882">
                  <a:moveTo>
                    <a:pt x="11408156" y="71882"/>
                  </a:moveTo>
                  <a:lnTo>
                    <a:pt x="0" y="71882"/>
                  </a:lnTo>
                  <a:lnTo>
                    <a:pt x="0" y="0"/>
                  </a:lnTo>
                  <a:lnTo>
                    <a:pt x="11408156" y="0"/>
                  </a:lnTo>
                  <a:close/>
                </a:path>
              </a:pathLst>
            </a:custGeom>
            <a:solidFill>
              <a:srgbClr val="696969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640" bIns="-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9" name="TextBox 31"/>
          <p:cNvSpPr/>
          <p:nvPr/>
        </p:nvSpPr>
        <p:spPr>
          <a:xfrm>
            <a:off x="7523640" y="9279360"/>
            <a:ext cx="8537400" cy="60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4"/>
              </a:lnSpc>
            </a:pPr>
            <a:r>
              <a:rPr lang="en-US" sz="3400" b="1" u="none" spc="145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EXPERIENCIA LABORAL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DAG9j3823Dw</dc:identifier>
  <dc:language>es-AR</dc:language>
  <cp:lastModifiedBy/>
  <dcterms:modified xsi:type="dcterms:W3CDTF">2026-03-05T13:45:46Z</dcterms:modified>
  <cp:revision>52</cp:revision>
  <dc:subject/>
  <dc:title>Plantilla_oficial_4.pptx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