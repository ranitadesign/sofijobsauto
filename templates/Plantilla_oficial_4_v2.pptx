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Montserrat"/>
      <p:regular r:id="rId4"/>
      <p:bold r:id="rId4"/>
    </p:embeddedFont>
    <p:embeddedFont>
      <p:font typeface="Montesrrat"/>
    </p:embeddedFont>
    <p:embeddedFont>
      <p:font typeface="Montesrrat bold"/>
    </p:embeddedFont>
    <p:embeddedFont>
      <p:font typeface="Nova"/>
    </p:embeddedFont>
    <p:embeddedFont>
      <p:font typeface="Poppins"/>
      <p:regular r:id="rId5"/>
      <p:bold r:id="rId5"/>
    </p:embeddedFont>
    <p:embeddedFont>
      <p:font typeface="Microsoft YaHei"/>
      <p:regular r:id="rId6"/>
    </p:embeddedFont>
    <p:embeddedFont>
      <p:font typeface="Poppins Italics"/>
    </p:embeddedFont>
    <p:embeddedFont>
      <p:font typeface="Montserrat Bold"/>
    </p:embeddedFont>
    <p:embeddedFont>
      <p:font typeface="Poppins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Montserrat_Regular.fntdata"/><Relationship Id="rId5" Type="http://schemas.openxmlformats.org/officeDocument/2006/relationships/font" Target="fonts/Font_2_Poppins_Regular.fntdata"/><Relationship Id="rId6" Type="http://schemas.openxmlformats.org/officeDocument/2006/relationships/font" Target="fonts/Font_3_Microsoft_YaHei_Regular.fntdata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4080" cy="583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6600" cy="583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ED8BEBE-33AA-4606-B259-F307D6209C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628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5D416D-D541-4E46-A93A-9D3E8CB475C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9080" cy="134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9080" cy="14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AE8CA91-7548-4F21-AD4E-4920C248FF1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516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516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8CE1E47-D56E-4D8F-96A9-41E041B8F7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6960" cy="62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6960" cy="393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8400" cy="62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8400" cy="393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317CDEB-71B2-4E69-A313-387EC07C69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1FE108-22A5-498E-99C1-F9AAC1F834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7BC0213-BC5D-4A7B-8224-392B98001D0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4840" cy="114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8320" cy="583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4840" cy="467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114E8D5-9ED1-4342-8EB6-463CE7C9A9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3080" cy="55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3080" cy="410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3080" cy="79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0E79B2-D35D-417C-9784-0FE25CFBFD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9080" cy="14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220E7AC-D710-4AC5-8BDF-A04BD9FA2D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628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2016C2F-AF8B-46ED-A4B8-16E999110D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0" y="0"/>
            <a:ext cx="6883200" cy="30270600"/>
            <a:chOff x="0" y="0"/>
            <a:chExt cx="6883200" cy="30270600"/>
          </a:xfrm>
        </p:grpSpPr>
        <p:sp>
          <p:nvSpPr>
            <p:cNvPr id="60" name="Freeform 3"/>
            <p:cNvSpPr/>
            <p:nvPr/>
          </p:nvSpPr>
          <p:spPr>
            <a:xfrm>
              <a:off x="0" y="0"/>
              <a:ext cx="6883200" cy="30270600"/>
            </a:xfrm>
            <a:custGeom>
              <a:avLst/>
              <a:gdLst>
                <a:gd name="textAreaLeft" fmla="*/ 0 w 6883200"/>
                <a:gd name="textAreaRight" fmla="*/ 6896520 w 6883200"/>
                <a:gd name="textAreaTop" fmla="*/ 0 h 30270600"/>
                <a:gd name="textAreaBottom" fmla="*/ 30283920 h 30270600"/>
              </a:gdLst>
              <a:ahLst/>
              <a:cxnLst/>
              <a:rect l="textAreaLeft" t="textAreaTop" r="textAreaRight" b="textAreaBottom"/>
              <a:pathLst>
                <a:path w="9195181" h="40341042">
                  <a:moveTo>
                    <a:pt x="0" y="0"/>
                  </a:moveTo>
                  <a:lnTo>
                    <a:pt x="9195181" y="0"/>
                  </a:lnTo>
                  <a:lnTo>
                    <a:pt x="9195181" y="40341042"/>
                  </a:lnTo>
                  <a:lnTo>
                    <a:pt x="0" y="40341042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1" name="Group 4"/>
          <p:cNvGrpSpPr/>
          <p:nvPr/>
        </p:nvGrpSpPr>
        <p:grpSpPr>
          <a:xfrm>
            <a:off x="7523640" y="5679720"/>
            <a:ext cx="8542800" cy="5040"/>
            <a:chOff x="7523640" y="5679720"/>
            <a:chExt cx="8542800" cy="5040"/>
          </a:xfrm>
        </p:grpSpPr>
        <p:sp>
          <p:nvSpPr>
            <p:cNvPr id="62" name="Freeform 5"/>
            <p:cNvSpPr/>
            <p:nvPr/>
          </p:nvSpPr>
          <p:spPr>
            <a:xfrm>
              <a:off x="7523640" y="5679720"/>
              <a:ext cx="8542800" cy="5040"/>
            </a:xfrm>
            <a:custGeom>
              <a:avLst/>
              <a:gdLst>
                <a:gd name="textAreaLeft" fmla="*/ 0 w 8542800"/>
                <a:gd name="textAreaRight" fmla="*/ 8556120 w 8542800"/>
                <a:gd name="textAreaTop" fmla="*/ 0 h 5040"/>
                <a:gd name="textAreaBottom" fmla="*/ 18360 h 5040"/>
              </a:gdLst>
              <a:ahLst/>
              <a:cxnLst/>
              <a:rect l="textAreaLeft" t="textAreaTop" r="textAreaRight" b="textAreaBottom"/>
              <a:pathLst>
                <a:path w="11408156" h="71882">
                  <a:moveTo>
                    <a:pt x="11408156" y="71882"/>
                  </a:moveTo>
                  <a:lnTo>
                    <a:pt x="0" y="71882"/>
                  </a:lnTo>
                  <a:lnTo>
                    <a:pt x="0" y="0"/>
                  </a:lnTo>
                  <a:lnTo>
                    <a:pt x="11408156" y="0"/>
                  </a:lnTo>
                  <a:close/>
                </a:path>
              </a:pathLst>
            </a:custGeom>
            <a:solidFill>
              <a:srgbClr val="696969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640" bIns="-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3" name="Group 6"/>
          <p:cNvGrpSpPr/>
          <p:nvPr/>
        </p:nvGrpSpPr>
        <p:grpSpPr>
          <a:xfrm>
            <a:off x="7523640" y="10098720"/>
            <a:ext cx="8542800" cy="5040"/>
            <a:chOff x="7523640" y="10098720"/>
            <a:chExt cx="8542800" cy="5040"/>
          </a:xfrm>
        </p:grpSpPr>
        <p:sp>
          <p:nvSpPr>
            <p:cNvPr id="64" name="Freeform 7"/>
            <p:cNvSpPr/>
            <p:nvPr/>
          </p:nvSpPr>
          <p:spPr>
            <a:xfrm>
              <a:off x="7523640" y="10098720"/>
              <a:ext cx="8542800" cy="5040"/>
            </a:xfrm>
            <a:custGeom>
              <a:avLst/>
              <a:gdLst>
                <a:gd name="textAreaLeft" fmla="*/ 0 w 8542800"/>
                <a:gd name="textAreaRight" fmla="*/ 8556120 w 8542800"/>
                <a:gd name="textAreaTop" fmla="*/ 0 h 5040"/>
                <a:gd name="textAreaBottom" fmla="*/ 18360 h 5040"/>
              </a:gdLst>
              <a:ahLst/>
              <a:cxnLst/>
              <a:rect l="textAreaLeft" t="textAreaTop" r="textAreaRight" b="textAreaBottom"/>
              <a:pathLst>
                <a:path w="11408156" h="71882">
                  <a:moveTo>
                    <a:pt x="11408156" y="71882"/>
                  </a:moveTo>
                  <a:lnTo>
                    <a:pt x="0" y="71882"/>
                  </a:lnTo>
                  <a:lnTo>
                    <a:pt x="0" y="0"/>
                  </a:lnTo>
                  <a:lnTo>
                    <a:pt x="11408156" y="0"/>
                  </a:lnTo>
                  <a:close/>
                </a:path>
              </a:pathLst>
            </a:custGeom>
            <a:solidFill>
              <a:srgbClr val="696969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640" bIns="-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5" name="TextBox 28"/>
          <p:cNvSpPr/>
          <p:nvPr/>
        </p:nvSpPr>
        <p:spPr>
          <a:xfrm>
            <a:off x="7371000" y="84960"/>
            <a:ext cx="13293360" cy="14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489"/>
              </a:lnSpc>
            </a:pPr>
            <a:r>
              <a:rPr lang="en-US" sz="6600" b="1" u="none" spc="573" strike="noStrike">
                <a:solidFill>
                  <a:srgbClr val="c0504d"/>
                </a:solidFill>
                <a:effectLst/>
                <a:uFillTx/>
                <a:latin typeface="Montesrrat bold"/>
                <a:ea typeface="Poppins Bold"/>
              </a:rPr>
              <a:t>{{name}}</a:t>
            </a:r>
            <a:endParaRPr lang="es-AR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9"/>
          <p:cNvSpPr/>
          <p:nvPr/>
        </p:nvSpPr>
        <p:spPr>
          <a:xfrm>
            <a:off x="7447320" y="2535840"/>
            <a:ext cx="13251960" cy="70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47"/>
              </a:lnSpc>
            </a:pPr>
            <a:r>
              <a:rPr lang="en-US" sz="3200" b="0" u="none" spc="507" strike="noStrike">
                <a:solidFill>
                  <a:srgbClr val="292d2d"/>
                </a:solidFill>
                <a:effectLst/>
                <a:uFillTx/>
                <a:latin typeface="Nova"/>
                <a:ea typeface="Poppins"/>
              </a:rPr>
              <a:t>{{title}}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30"/>
          <p:cNvSpPr/>
          <p:nvPr/>
        </p:nvSpPr>
        <p:spPr>
          <a:xfrm>
            <a:off x="7439760" y="3678120"/>
            <a:ext cx="1392336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640"/>
              </a:lnSpc>
            </a:pPr>
            <a:r>
              <a:rPr lang="en-US" sz="2200" b="0" u="none" strike="noStrike">
                <a:solidFill>
                  <a:srgbClr val="292d2d"/>
                </a:solidFill>
                <a:effectLst/>
                <a:uFillTx/>
                <a:latin typeface="Nova"/>
                <a:ea typeface="Poppins"/>
              </a:rPr>
              <a:t>+{{contact_phone}} | {{contact_email}} | {{contact_location}} | Licencia de conducir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31"/>
          <p:cNvSpPr/>
          <p:nvPr/>
        </p:nvSpPr>
        <p:spPr>
          <a:xfrm>
            <a:off x="7523640" y="9279360"/>
            <a:ext cx="8542800" cy="60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4"/>
              </a:lnSpc>
            </a:pPr>
            <a:r>
              <a:rPr lang="en-US" sz="3959" b="0" u="none" spc="145" strike="noStrike">
                <a:solidFill>
                  <a:srgbClr val="292d2d"/>
                </a:solidFill>
                <a:effectLst/>
                <a:uFillTx/>
                <a:latin typeface="Montesrrat"/>
                <a:ea typeface="Poppins Bold"/>
              </a:rPr>
              <a:t>EXPERIENCIA LABORAL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2"/>
          <p:cNvSpPr/>
          <p:nvPr/>
        </p:nvSpPr>
        <p:spPr>
          <a:xfrm>
            <a:off x="7523640" y="4860000"/>
            <a:ext cx="8535240" cy="60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4"/>
              </a:lnSpc>
            </a:pPr>
            <a:r>
              <a:rPr lang="en-US" sz="3959" b="0" u="none" spc="145" strike="noStrike">
                <a:solidFill>
                  <a:srgbClr val="292d2d"/>
                </a:solidFill>
                <a:effectLst/>
                <a:uFillTx/>
                <a:latin typeface="Montesrrat"/>
                <a:ea typeface="Poppins Bold"/>
              </a:rPr>
              <a:t>PERFIL PROFESIONAL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33"/>
          <p:cNvSpPr/>
          <p:nvPr/>
        </p:nvSpPr>
        <p:spPr>
          <a:xfrm>
            <a:off x="7523640" y="5791320"/>
            <a:ext cx="1190628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87"/>
              </a:lnSpc>
            </a:pPr>
            <a:r>
              <a:rPr lang="en-US" sz="2260" b="0" u="none" strike="noStrike">
                <a:solidFill>
                  <a:srgbClr val="292d2d"/>
                </a:solidFill>
                <a:effectLst/>
                <a:uFillTx/>
                <a:latin typeface="Nova"/>
                <a:ea typeface="Poppins Italics"/>
              </a:rPr>
              <a:t>{{about}}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34"/>
          <p:cNvSpPr/>
          <p:nvPr/>
        </p:nvSpPr>
        <p:spPr>
          <a:xfrm>
            <a:off x="669960" y="1086480"/>
            <a:ext cx="25581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14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2" name="Group 35"/>
          <p:cNvGrpSpPr/>
          <p:nvPr/>
        </p:nvGrpSpPr>
        <p:grpSpPr>
          <a:xfrm>
            <a:off x="7380000" y="9653760"/>
            <a:ext cx="13850640" cy="10784880"/>
            <a:chOff x="7380000" y="9653760"/>
            <a:chExt cx="13850640" cy="10784880"/>
          </a:xfrm>
        </p:grpSpPr>
        <p:sp>
          <p:nvSpPr>
            <p:cNvPr id="73" name="TextBox 36"/>
            <p:cNvSpPr/>
            <p:nvPr/>
          </p:nvSpPr>
          <p:spPr>
            <a:xfrm>
              <a:off x="7380000" y="9653760"/>
              <a:ext cx="13850640" cy="571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564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TextBox 37"/>
            <p:cNvSpPr/>
            <p:nvPr/>
          </p:nvSpPr>
          <p:spPr>
            <a:xfrm>
              <a:off x="7380000" y="10497960"/>
              <a:ext cx="12462120" cy="617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564"/>
                </a:lnSpc>
              </a:pPr>
              <a:r>
                <a:rPr lang="en-US" sz="3200" b="1" u="none" spc="74" strike="noStrike">
                  <a:solidFill>
                    <a:srgbClr val="101010"/>
                  </a:solidFill>
                  <a:effectLst/>
                  <a:uFillTx/>
                  <a:latin typeface="Montesrrat"/>
                  <a:ea typeface="Poppins"/>
                </a:rPr>
                <a:t>{{exp_1_company}}</a:t>
              </a:r>
              <a:r>
                <a:rPr lang="en-US" sz="3200" b="0" u="none" spc="74" strike="noStrike">
                  <a:solidFill>
                    <a:srgbClr val="101010"/>
                  </a:solidFill>
                  <a:effectLst/>
                  <a:uFillTx/>
                  <a:latin typeface="Poppins"/>
                  <a:ea typeface="Poppins"/>
                </a:rPr>
                <a:t> </a:t>
              </a:r>
              <a:r>
                <a:rPr lang="en-US" sz="4000" b="0" u="none" spc="74" strike="noStrike">
                  <a:solidFill>
                    <a:srgbClr val="101010"/>
                  </a:solidFill>
                  <a:effectLst/>
                  <a:uFillTx/>
                  <a:latin typeface="Poppins"/>
                  <a:ea typeface="Poppins"/>
                </a:rPr>
                <a:t> </a:t>
              </a:r>
              <a:r>
                <a:rPr lang="en-US" sz="2600" b="0" u="none" spc="65" strike="noStrike">
                  <a:solidFill>
                    <a:srgbClr val="101010"/>
                  </a:solidFill>
                  <a:effectLst/>
                  <a:uFillTx/>
                  <a:latin typeface="Nova"/>
                  <a:ea typeface="Poppins"/>
                </a:rPr>
                <a:t>{{exp_1_role}}  {{exp_1_dates}}</a:t>
              </a:r>
              <a:endParaRPr lang="es-AR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606"/>
                </a:lnSpc>
              </a:pPr>
              <a:r>
                <a:rPr lang="es-AR" sz="2400" b="0" u="none" strike="noStrike">
                  <a:solidFill>
                    <a:srgbClr val="000000"/>
                  </a:solidFill>
                  <a:effectLst/>
                  <a:uFillTx/>
                  <a:latin typeface="Nova"/>
                  <a:ea typeface="Montserrat"/>
                </a:rPr>
                <a:t>{{exp_1_bullets_block}}</a:t>
              </a: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606"/>
                </a:lnSpc>
              </a:pP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606"/>
                </a:lnSpc>
              </a:pP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9"/>
                </a:lnSpc>
              </a:pP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564"/>
                </a:lnSpc>
              </a:pPr>
              <a:r>
                <a:rPr lang="en-US" sz="3200" b="1" u="none" spc="74" strike="noStrike">
                  <a:solidFill>
                    <a:srgbClr val="101010"/>
                  </a:solidFill>
                  <a:effectLst/>
                  <a:uFillTx/>
                  <a:latin typeface="Montesrrat"/>
                  <a:ea typeface="Poppins"/>
                </a:rPr>
                <a:t>{{exp_2_company}}</a:t>
              </a:r>
              <a:r>
                <a:rPr lang="en-US" sz="3200" b="0" u="none" spc="74" strike="noStrike">
                  <a:solidFill>
                    <a:srgbClr val="101010"/>
                  </a:solidFill>
                  <a:effectLst/>
                  <a:uFillTx/>
                  <a:latin typeface="Poppins"/>
                  <a:ea typeface="Poppins"/>
                </a:rPr>
                <a:t> </a:t>
              </a:r>
              <a:r>
                <a:rPr lang="en-US" sz="4200" b="0" u="none" spc="74" strike="noStrike">
                  <a:solidFill>
                    <a:srgbClr val="101010"/>
                  </a:solidFill>
                  <a:effectLst/>
                  <a:uFillTx/>
                  <a:latin typeface="Poppins"/>
                  <a:ea typeface="Poppins"/>
                </a:rPr>
                <a:t> </a:t>
              </a:r>
              <a:r>
                <a:rPr lang="en-US" sz="2600" b="0" u="none" spc="65" strike="noStrike">
                  <a:solidFill>
                    <a:srgbClr val="101010"/>
                  </a:solidFill>
                  <a:effectLst/>
                  <a:uFillTx/>
                  <a:latin typeface="Nova"/>
                  <a:ea typeface="Poppins"/>
                </a:rPr>
                <a:t>{{exp_2_role}}  {{exp_2_dates}}</a:t>
              </a:r>
              <a:endParaRPr lang="es-AR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606"/>
                </a:lnSpc>
              </a:pPr>
              <a:r>
                <a:rPr lang="es-AR" sz="2400" b="0" u="none" strike="noStrike">
                  <a:solidFill>
                    <a:srgbClr val="000000"/>
                  </a:solidFill>
                  <a:effectLst/>
                  <a:uFillTx/>
                  <a:latin typeface="Nova"/>
                  <a:ea typeface="Montserrat"/>
                </a:rPr>
                <a:t>{{exp_2_bullets_block}}</a:t>
              </a: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9"/>
                </a:lnSpc>
              </a:pP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564"/>
                </a:lnSpc>
              </a:pP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564"/>
                </a:lnSpc>
              </a:pP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9"/>
                </a:lnSpc>
              </a:pP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TextBox 38"/>
            <p:cNvSpPr/>
            <p:nvPr/>
          </p:nvSpPr>
          <p:spPr>
            <a:xfrm>
              <a:off x="7380000" y="10497960"/>
              <a:ext cx="13641120" cy="53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564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TextBox 2"/>
            <p:cNvSpPr/>
            <p:nvPr/>
          </p:nvSpPr>
          <p:spPr>
            <a:xfrm>
              <a:off x="7380000" y="14374800"/>
              <a:ext cx="13850640" cy="57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564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TextBox 3"/>
            <p:cNvSpPr/>
            <p:nvPr/>
          </p:nvSpPr>
          <p:spPr>
            <a:xfrm>
              <a:off x="7380000" y="15197400"/>
              <a:ext cx="12462120" cy="2007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96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TextBox 10"/>
            <p:cNvSpPr/>
            <p:nvPr/>
          </p:nvSpPr>
          <p:spPr>
            <a:xfrm>
              <a:off x="7380000" y="19899000"/>
              <a:ext cx="13641120" cy="53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9" name="TextBox 1"/>
          <p:cNvSpPr/>
          <p:nvPr/>
        </p:nvSpPr>
        <p:spPr>
          <a:xfrm>
            <a:off x="720000" y="1086480"/>
            <a:ext cx="255888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852120" y="721800"/>
            <a:ext cx="5034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327600" y="6464160"/>
            <a:ext cx="5971320" cy="39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Montserrat"/>
              </a:rPr>
              <a:t>{{#sidebar_sections}}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35"/>
              </a:lnSpc>
            </a:pPr>
            <a:r>
              <a:rPr lang="en-US" sz="3400" b="1" u="none" strike="noStrike">
                <a:solidFill>
                  <a:srgbClr val="543f3f"/>
                </a:solidFill>
                <a:effectLst/>
                <a:uFillTx/>
                <a:latin typeface="Montserrat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118"/>
              </a:lnSpc>
            </a:pPr>
            <a:r>
              <a:rPr lang="es-AR" sz="3000" b="0" u="none" spc="-711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{{line}}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s-AR" sz="2200" b="0" u="none" strike="noStrike">
                <a:solidFill>
                  <a:srgbClr val="543f3f"/>
                </a:solidFill>
                <a:effectLst/>
                <a:uFillTx/>
                <a:latin typeface="Nova"/>
                <a:ea typeface="Montserrat Bold"/>
              </a:rPr>
              <a:t>{{body}}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Montserrat"/>
                <a:ea typeface="Montserrat Bold"/>
              </a:rPr>
              <a:t>{{/sidebar_sections}}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DAG9j3823Dw</dc:identifier>
  <dc:language>es-AR</dc:language>
  <cp:lastModifiedBy/>
  <dcterms:modified xsi:type="dcterms:W3CDTF">2026-01-14T17:34:46Z</dcterms:modified>
  <cp:revision>38</cp:revision>
  <dc:subject/>
  <dc:title>Plantilla_oficial_4.pptx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