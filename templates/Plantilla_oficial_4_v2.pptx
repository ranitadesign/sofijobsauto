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Montserrat Bold"/>
    </p:embeddedFont>
    <p:embeddedFont>
      <p:font typeface="Poppins Italics"/>
    </p:embeddedFont>
    <p:embeddedFont>
      <p:font typeface="Montserrat"/>
      <p:regular r:id="rId6"/>
      <p:bold r:id="rId6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ECDC78-31D8-43BC-BA30-50A7D86EB2A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23F80F-11F7-4338-803D-FA593679E0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0160" cy="114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3640" cy="583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0160" cy="467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0789B1-A26B-469D-BEBF-22D0A9BB17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68400" cy="54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68400" cy="4096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68400" cy="78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515939-4763-459F-AC44-FA5B550C9EC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4400" cy="145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E1F412-2899-4DAF-836D-BCA435B92E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1600" cy="450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2C50274-BD11-4ED3-9407-B54B3AC19A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39400" cy="583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1920" cy="583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86F329-89E8-4C65-AD95-FAA3CB620F0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1600" cy="450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408762-BE20-4AC1-B5B4-044114033F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4400" cy="13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4400" cy="148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2D3639-4CAF-493D-8E38-98F8B54BB6E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0480" cy="450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0480" cy="450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B7D561-9EA8-4DC8-B34C-A92929F3B9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2280" cy="62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2280" cy="393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3720" cy="62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3720" cy="393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F25789-3006-4AA2-A0BB-7D84547488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0" y="0"/>
            <a:ext cx="6878520" cy="30265920"/>
            <a:chOff x="0" y="0"/>
            <a:chExt cx="6878520" cy="30265920"/>
          </a:xfrm>
        </p:grpSpPr>
        <p:sp>
          <p:nvSpPr>
            <p:cNvPr id="60" name="Freeform 3"/>
            <p:cNvSpPr/>
            <p:nvPr/>
          </p:nvSpPr>
          <p:spPr>
            <a:xfrm>
              <a:off x="0" y="0"/>
              <a:ext cx="6878520" cy="30265920"/>
            </a:xfrm>
            <a:custGeom>
              <a:avLst/>
              <a:gdLst>
                <a:gd name="textAreaLeft" fmla="*/ 0 w 6878520"/>
                <a:gd name="textAreaRight" fmla="*/ 6896520 w 6878520"/>
                <a:gd name="textAreaTop" fmla="*/ 0 h 30265920"/>
                <a:gd name="textAreaBottom" fmla="*/ 30283920 h 30265920"/>
              </a:gdLst>
              <a:ahLst/>
              <a:cxnLst/>
              <a:rect l="textAreaLeft" t="textAreaTop" r="textAreaRight" b="textAreaBottom"/>
              <a:pathLst>
                <a:path w="9195181" h="40341042">
                  <a:moveTo>
                    <a:pt x="0" y="0"/>
                  </a:moveTo>
                  <a:lnTo>
                    <a:pt x="9195181" y="0"/>
                  </a:lnTo>
                  <a:lnTo>
                    <a:pt x="9195181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34"/>
          <p:cNvSpPr/>
          <p:nvPr/>
        </p:nvSpPr>
        <p:spPr>
          <a:xfrm>
            <a:off x="669960" y="1086480"/>
            <a:ext cx="2553480" cy="38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35"/>
          <p:cNvGrpSpPr/>
          <p:nvPr/>
        </p:nvGrpSpPr>
        <p:grpSpPr>
          <a:xfrm>
            <a:off x="7380000" y="9653760"/>
            <a:ext cx="13845960" cy="10780200"/>
            <a:chOff x="7380000" y="9653760"/>
            <a:chExt cx="13845960" cy="10780200"/>
          </a:xfrm>
        </p:grpSpPr>
        <p:sp>
          <p:nvSpPr>
            <p:cNvPr id="63" name="TextBox 36"/>
            <p:cNvSpPr/>
            <p:nvPr/>
          </p:nvSpPr>
          <p:spPr>
            <a:xfrm>
              <a:off x="7380000" y="9653760"/>
              <a:ext cx="13845960" cy="567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37"/>
            <p:cNvSpPr/>
            <p:nvPr/>
          </p:nvSpPr>
          <p:spPr>
            <a:xfrm>
              <a:off x="7380000" y="10497960"/>
              <a:ext cx="12457440" cy="617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r>
                <a:rPr lang="en-US" sz="2800" b="1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{{exp_1_role}}</a:t>
              </a:r>
              <a:r>
                <a:rPr lang="en-US" sz="28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36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{{exp_1_company}}  {{exp_1_dates}}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r>
                <a:rPr lang="en-US" sz="2800" b="1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{{exp_2_role}}</a:t>
              </a:r>
              <a:r>
                <a:rPr lang="en-US" sz="28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40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{{exp_2_company}}  {{exp_2_dates}}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{{exp_2_bullets_block}}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TextBox 38"/>
            <p:cNvSpPr/>
            <p:nvPr/>
          </p:nvSpPr>
          <p:spPr>
            <a:xfrm>
              <a:off x="7380000" y="10497960"/>
              <a:ext cx="13636440" cy="534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2"/>
            <p:cNvSpPr/>
            <p:nvPr/>
          </p:nvSpPr>
          <p:spPr>
            <a:xfrm>
              <a:off x="7380000" y="14374800"/>
              <a:ext cx="13845960" cy="56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3"/>
            <p:cNvSpPr/>
            <p:nvPr/>
          </p:nvSpPr>
          <p:spPr>
            <a:xfrm>
              <a:off x="7380000" y="15197400"/>
              <a:ext cx="12457440" cy="2003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10"/>
            <p:cNvSpPr/>
            <p:nvPr/>
          </p:nvSpPr>
          <p:spPr>
            <a:xfrm>
              <a:off x="7380000" y="19899000"/>
              <a:ext cx="13636440" cy="534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TextBox 1"/>
          <p:cNvSpPr/>
          <p:nvPr/>
        </p:nvSpPr>
        <p:spPr>
          <a:xfrm>
            <a:off x="720000" y="1086480"/>
            <a:ext cx="2554200" cy="3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852120" y="721800"/>
            <a:ext cx="5030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4"/>
          <p:cNvGrpSpPr/>
          <p:nvPr/>
        </p:nvGrpSpPr>
        <p:grpSpPr>
          <a:xfrm>
            <a:off x="7523640" y="5679720"/>
            <a:ext cx="8537760" cy="360"/>
            <a:chOff x="7523640" y="5679720"/>
            <a:chExt cx="8537760" cy="360"/>
          </a:xfrm>
        </p:grpSpPr>
        <p:sp>
          <p:nvSpPr>
            <p:cNvPr id="72" name="Freeform 1"/>
            <p:cNvSpPr/>
            <p:nvPr/>
          </p:nvSpPr>
          <p:spPr>
            <a:xfrm>
              <a:off x="7523640" y="5679720"/>
              <a:ext cx="8537760" cy="360"/>
            </a:xfrm>
            <a:custGeom>
              <a:avLst/>
              <a:gdLst>
                <a:gd name="textAreaLeft" fmla="*/ 0 w 8537760"/>
                <a:gd name="textAreaRight" fmla="*/ 8556120 w 8537760"/>
                <a:gd name="textAreaTop" fmla="*/ 0 h 360"/>
                <a:gd name="textAreaBottom" fmla="*/ 36720 h 36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TextBox 28"/>
          <p:cNvSpPr/>
          <p:nvPr/>
        </p:nvSpPr>
        <p:spPr>
          <a:xfrm>
            <a:off x="7382160" y="-106200"/>
            <a:ext cx="13677120" cy="262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9"/>
              </a:lnSpc>
            </a:pPr>
            <a:r>
              <a:rPr lang="en-US" sz="7200" b="1" u="none" spc="573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000" b="0" u="none" spc="507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640"/>
              </a:lnSpc>
            </a:pPr>
            <a:r>
              <a:rPr lang="en-US" sz="2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  {{contact_email}}  {{contact_location}}  {{licencia}}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32"/>
          <p:cNvSpPr/>
          <p:nvPr/>
        </p:nvSpPr>
        <p:spPr>
          <a:xfrm>
            <a:off x="7523640" y="4860000"/>
            <a:ext cx="853020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PERFIL PROFESIONAL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3"/>
          <p:cNvSpPr/>
          <p:nvPr/>
        </p:nvSpPr>
        <p:spPr>
          <a:xfrm>
            <a:off x="7523640" y="5791320"/>
            <a:ext cx="1190124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87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327600" y="6104160"/>
            <a:ext cx="596520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pc="-711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roup 6"/>
          <p:cNvGrpSpPr/>
          <p:nvPr/>
        </p:nvGrpSpPr>
        <p:grpSpPr>
          <a:xfrm>
            <a:off x="7523640" y="10098720"/>
            <a:ext cx="8537760" cy="360"/>
            <a:chOff x="7523640" y="10098720"/>
            <a:chExt cx="8537760" cy="360"/>
          </a:xfrm>
        </p:grpSpPr>
        <p:sp>
          <p:nvSpPr>
            <p:cNvPr id="78" name="Freeform 2"/>
            <p:cNvSpPr/>
            <p:nvPr/>
          </p:nvSpPr>
          <p:spPr>
            <a:xfrm>
              <a:off x="7523640" y="10098720"/>
              <a:ext cx="8537760" cy="360"/>
            </a:xfrm>
            <a:custGeom>
              <a:avLst/>
              <a:gdLst>
                <a:gd name="textAreaLeft" fmla="*/ 0 w 8537760"/>
                <a:gd name="textAreaRight" fmla="*/ 8556120 w 8537760"/>
                <a:gd name="textAreaTop" fmla="*/ 0 h 360"/>
                <a:gd name="textAreaBottom" fmla="*/ 36720 h 36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31"/>
          <p:cNvSpPr/>
          <p:nvPr/>
        </p:nvSpPr>
        <p:spPr>
          <a:xfrm>
            <a:off x="7523640" y="9279360"/>
            <a:ext cx="853776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DAG9j3823Dw</dc:identifier>
  <dc:language>es-AR</dc:language>
  <cp:lastModifiedBy/>
  <dcterms:modified xsi:type="dcterms:W3CDTF">2026-02-13T13:43:10Z</dcterms:modified>
  <cp:revision>51</cp:revision>
  <dc:subject/>
  <dc:title>Plantilla_oficial_4.pptx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