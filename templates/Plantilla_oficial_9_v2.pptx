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</p:embeddedFont>
    <p:embeddedFont>
      <p:font typeface="Proxima Nova"/>
      <p:regular r:id="rId4"/>
      <p:bold r:id="rId4"/>
    </p:embeddedFont>
    <p:embeddedFont>
      <p:font typeface="Proxima Nova Bold"/>
    </p:embeddedFont>
    <p:embeddedFont>
      <p:font typeface="Microsoft YaHei"/>
      <p:regular r:id="rId5"/>
    </p:embeddedFont>
    <p:embeddedFont>
      <p:font typeface="Gare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Gare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200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52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B9B6159-1E32-41EE-B659-08493777ED6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20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024FAB-4900-45E3-BC5E-F2CC2C18CFE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7000" cy="13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7000" cy="149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D0DF39-2FF7-48E7-BD22-94A0827FB78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308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308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574FBE-7514-4B5F-BECC-D196189362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88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880" cy="394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632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6320" cy="394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8CE19E-BCB2-4788-82C8-404B4A57E3F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30678B6-8C99-417D-A595-F577A3EC96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15D9C2-E19E-42E0-9855-F06516CA01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760" cy="115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6240" cy="584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760" cy="468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E1BF5A-33FF-4314-A7C7-F803BF0BEE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10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1000" cy="4109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1000" cy="79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BE2705-03D8-40E1-AC03-8F503CB1BC4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7000" cy="146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7453AA-512C-47AC-AC1F-8DDFEBC922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20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3E68688-6AFF-4540-910B-AE0C5F7D79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5"/>
          <p:cNvSpPr/>
          <p:nvPr/>
        </p:nvSpPr>
        <p:spPr>
          <a:xfrm>
            <a:off x="1028160" y="8003160"/>
            <a:ext cx="19310040" cy="65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{{exp_1_b4}}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252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{{exp_2_role}} {{exp_2_company}} {{exp_2_dates}}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{{exp_2_b4}}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8971920" y="3880080"/>
            <a:ext cx="3339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8"/>
          <p:cNvSpPr/>
          <p:nvPr/>
        </p:nvSpPr>
        <p:spPr>
          <a:xfrm>
            <a:off x="986400" y="5169600"/>
            <a:ext cx="191793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14"/>
          <p:cNvSpPr/>
          <p:nvPr/>
        </p:nvSpPr>
        <p:spPr>
          <a:xfrm>
            <a:off x="7299720" y="7291080"/>
            <a:ext cx="66834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" name="Group 18"/>
          <p:cNvGrpSpPr/>
          <p:nvPr/>
        </p:nvGrpSpPr>
        <p:grpSpPr>
          <a:xfrm>
            <a:off x="1051920" y="4903200"/>
            <a:ext cx="19179720" cy="21600"/>
            <a:chOff x="1051920" y="4903200"/>
            <a:chExt cx="19179720" cy="21600"/>
          </a:xfrm>
        </p:grpSpPr>
        <p:sp>
          <p:nvSpPr>
            <p:cNvPr id="64" name="Freeform 19"/>
            <p:cNvSpPr/>
            <p:nvPr/>
          </p:nvSpPr>
          <p:spPr>
            <a:xfrm>
              <a:off x="1051920" y="490320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20"/>
          <p:cNvGrpSpPr/>
          <p:nvPr/>
        </p:nvGrpSpPr>
        <p:grpSpPr>
          <a:xfrm>
            <a:off x="986400" y="8257680"/>
            <a:ext cx="19179720" cy="21600"/>
            <a:chOff x="986400" y="8257680"/>
            <a:chExt cx="19179720" cy="21600"/>
          </a:xfrm>
        </p:grpSpPr>
        <p:sp>
          <p:nvSpPr>
            <p:cNvPr id="66" name="Freeform 21"/>
            <p:cNvSpPr/>
            <p:nvPr/>
          </p:nvSpPr>
          <p:spPr>
            <a:xfrm>
              <a:off x="986400" y="825768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4"/>
          <p:cNvSpPr/>
          <p:nvPr/>
        </p:nvSpPr>
        <p:spPr>
          <a:xfrm>
            <a:off x="3713040" y="17100000"/>
            <a:ext cx="139402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5"/>
          <p:cNvSpPr/>
          <p:nvPr/>
        </p:nvSpPr>
        <p:spPr>
          <a:xfrm>
            <a:off x="3879360" y="27000000"/>
            <a:ext cx="139402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6"/>
          <p:cNvSpPr/>
          <p:nvPr/>
        </p:nvSpPr>
        <p:spPr>
          <a:xfrm>
            <a:off x="3600000" y="21633120"/>
            <a:ext cx="139402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093320" y="18425160"/>
            <a:ext cx="14990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1049040" y="27900000"/>
            <a:ext cx="196473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080000" y="25200000"/>
            <a:ext cx="1936080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16083360" y="18425160"/>
            <a:ext cx="41893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2"/>
          <p:cNvGrpSpPr/>
          <p:nvPr/>
        </p:nvGrpSpPr>
        <p:grpSpPr>
          <a:xfrm>
            <a:off x="1093320" y="17943480"/>
            <a:ext cx="19179720" cy="21600"/>
            <a:chOff x="1093320" y="17943480"/>
            <a:chExt cx="19179720" cy="21600"/>
          </a:xfrm>
        </p:grpSpPr>
        <p:sp>
          <p:nvSpPr>
            <p:cNvPr id="75" name="Freeform 23"/>
            <p:cNvSpPr/>
            <p:nvPr/>
          </p:nvSpPr>
          <p:spPr>
            <a:xfrm>
              <a:off x="1093320" y="1794348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24"/>
          <p:cNvGrpSpPr/>
          <p:nvPr/>
        </p:nvGrpSpPr>
        <p:grpSpPr>
          <a:xfrm>
            <a:off x="1080000" y="22295160"/>
            <a:ext cx="19179720" cy="21600"/>
            <a:chOff x="1080000" y="22295160"/>
            <a:chExt cx="19179720" cy="21600"/>
          </a:xfrm>
        </p:grpSpPr>
        <p:sp>
          <p:nvSpPr>
            <p:cNvPr id="77" name="Freeform 25"/>
            <p:cNvSpPr/>
            <p:nvPr/>
          </p:nvSpPr>
          <p:spPr>
            <a:xfrm>
              <a:off x="1080000" y="2229516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6"/>
          <p:cNvGrpSpPr/>
          <p:nvPr/>
        </p:nvGrpSpPr>
        <p:grpSpPr>
          <a:xfrm>
            <a:off x="900000" y="27694080"/>
            <a:ext cx="19179720" cy="21600"/>
            <a:chOff x="900000" y="27694080"/>
            <a:chExt cx="19179720" cy="21600"/>
          </a:xfrm>
        </p:grpSpPr>
        <p:sp>
          <p:nvSpPr>
            <p:cNvPr id="79" name="Freeform 27"/>
            <p:cNvSpPr/>
            <p:nvPr/>
          </p:nvSpPr>
          <p:spPr>
            <a:xfrm>
              <a:off x="900000" y="2769408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1080000" y="20056680"/>
            <a:ext cx="151833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3"/>
          <p:cNvSpPr/>
          <p:nvPr/>
        </p:nvSpPr>
        <p:spPr>
          <a:xfrm>
            <a:off x="15994080" y="20056680"/>
            <a:ext cx="42652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0"/>
          <p:cNvSpPr/>
          <p:nvPr/>
        </p:nvSpPr>
        <p:spPr>
          <a:xfrm>
            <a:off x="3699360" y="24301080"/>
            <a:ext cx="139402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1"/>
          <p:cNvGrpSpPr/>
          <p:nvPr/>
        </p:nvGrpSpPr>
        <p:grpSpPr>
          <a:xfrm>
            <a:off x="977040" y="24995160"/>
            <a:ext cx="19179720" cy="21600"/>
            <a:chOff x="977040" y="24995160"/>
            <a:chExt cx="19179720" cy="21600"/>
          </a:xfrm>
        </p:grpSpPr>
        <p:sp>
          <p:nvSpPr>
            <p:cNvPr id="84" name="Freeform 1"/>
            <p:cNvSpPr/>
            <p:nvPr/>
          </p:nvSpPr>
          <p:spPr>
            <a:xfrm>
              <a:off x="977040" y="24995160"/>
              <a:ext cx="19179720" cy="21600"/>
            </a:xfrm>
            <a:custGeom>
              <a:avLst/>
              <a:gdLst>
                <a:gd name="textAreaLeft" fmla="*/ 0 w 19179720"/>
                <a:gd name="textAreaRight" fmla="*/ 19185120 w 191797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"/>
          <p:cNvSpPr/>
          <p:nvPr/>
        </p:nvSpPr>
        <p:spPr>
          <a:xfrm>
            <a:off x="1061640" y="22588200"/>
            <a:ext cx="19095120" cy="15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540000" y="-180000"/>
            <a:ext cx="2051928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1800000" y="1440000"/>
            <a:ext cx="181789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2026-03-05T15:29:02Z</dcterms:modified>
  <cp:revision>17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