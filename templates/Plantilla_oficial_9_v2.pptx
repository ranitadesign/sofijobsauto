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32A5AA-B678-48D4-B2F2-4D4DFDE7A9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24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24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68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68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DF7116-A48F-40EA-821D-6224FEA7B8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DF6BE0-5CC9-4DD8-B5BB-A4F5EB9896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3ADFEF-82FE-4609-844C-2E265FD272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120" cy="11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600" cy="58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120" cy="468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E09DD2-5A0D-4CF1-88B8-0B7453501A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360" cy="5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360" cy="410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360" cy="79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D946C4-60A3-48F2-B684-1CD5F8D8CF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360" cy="14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585500-1FCB-413D-8B2C-C14793BF5D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C27881-FBD0-43D8-BCBD-53E61F8158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36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88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FD690F-E47D-47AB-AC97-6A6481ADCD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E6F2B8-7D90-4C0F-A970-54E78D4D2F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360" cy="13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360" cy="149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444A57-16C4-4EFA-86DC-89C59A4C08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5"/>
          <p:cNvSpPr/>
          <p:nvPr/>
        </p:nvSpPr>
        <p:spPr>
          <a:xfrm>
            <a:off x="1028160" y="8281080"/>
            <a:ext cx="19310400" cy="59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52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9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79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4"/>
          <p:cNvSpPr/>
          <p:nvPr/>
        </p:nvSpPr>
        <p:spPr>
          <a:xfrm>
            <a:off x="7299720" y="7291080"/>
            <a:ext cx="6683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18"/>
          <p:cNvGrpSpPr/>
          <p:nvPr/>
        </p:nvGrpSpPr>
        <p:grpSpPr>
          <a:xfrm>
            <a:off x="1051920" y="4903200"/>
            <a:ext cx="19180080" cy="21960"/>
            <a:chOff x="1051920" y="4903200"/>
            <a:chExt cx="19180080" cy="21960"/>
          </a:xfrm>
        </p:grpSpPr>
        <p:sp>
          <p:nvSpPr>
            <p:cNvPr id="64" name="Freeform 19"/>
            <p:cNvSpPr/>
            <p:nvPr/>
          </p:nvSpPr>
          <p:spPr>
            <a:xfrm>
              <a:off x="1051920" y="490320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20"/>
          <p:cNvGrpSpPr/>
          <p:nvPr/>
        </p:nvGrpSpPr>
        <p:grpSpPr>
          <a:xfrm>
            <a:off x="986400" y="8257680"/>
            <a:ext cx="19180080" cy="21960"/>
            <a:chOff x="986400" y="8257680"/>
            <a:chExt cx="19180080" cy="21960"/>
          </a:xfrm>
        </p:grpSpPr>
        <p:sp>
          <p:nvSpPr>
            <p:cNvPr id="66" name="Freeform 21"/>
            <p:cNvSpPr/>
            <p:nvPr/>
          </p:nvSpPr>
          <p:spPr>
            <a:xfrm>
              <a:off x="986400" y="825768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4"/>
          <p:cNvSpPr/>
          <p:nvPr/>
        </p:nvSpPr>
        <p:spPr>
          <a:xfrm>
            <a:off x="3713040" y="1710000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3879360" y="2700000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3600000" y="2163312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320" y="18425160"/>
            <a:ext cx="14990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49040" y="27900000"/>
            <a:ext cx="196477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080000" y="25200000"/>
            <a:ext cx="193611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7680680" y="18425160"/>
            <a:ext cx="259236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320" y="17943480"/>
            <a:ext cx="19180080" cy="21960"/>
            <a:chOff x="1093320" y="17943480"/>
            <a:chExt cx="19180080" cy="21960"/>
          </a:xfrm>
        </p:grpSpPr>
        <p:sp>
          <p:nvSpPr>
            <p:cNvPr id="75" name="Freeform 23"/>
            <p:cNvSpPr/>
            <p:nvPr/>
          </p:nvSpPr>
          <p:spPr>
            <a:xfrm>
              <a:off x="1093320" y="1794348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295160"/>
            <a:ext cx="19180080" cy="21960"/>
            <a:chOff x="1080000" y="22295160"/>
            <a:chExt cx="19180080" cy="21960"/>
          </a:xfrm>
        </p:grpSpPr>
        <p:sp>
          <p:nvSpPr>
            <p:cNvPr id="77" name="Freeform 25"/>
            <p:cNvSpPr/>
            <p:nvPr/>
          </p:nvSpPr>
          <p:spPr>
            <a:xfrm>
              <a:off x="1080000" y="2229516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7694080"/>
            <a:ext cx="19180080" cy="21960"/>
            <a:chOff x="900000" y="27694080"/>
            <a:chExt cx="19180080" cy="21960"/>
          </a:xfrm>
        </p:grpSpPr>
        <p:sp>
          <p:nvSpPr>
            <p:cNvPr id="79" name="Freeform 27"/>
            <p:cNvSpPr/>
            <p:nvPr/>
          </p:nvSpPr>
          <p:spPr>
            <a:xfrm>
              <a:off x="900000" y="2769408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056680"/>
            <a:ext cx="15183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17568720" y="20056680"/>
            <a:ext cx="26910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3699360" y="2430108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977040" y="24995160"/>
            <a:ext cx="19180080" cy="21960"/>
            <a:chOff x="977040" y="24995160"/>
            <a:chExt cx="19180080" cy="21960"/>
          </a:xfrm>
        </p:grpSpPr>
        <p:sp>
          <p:nvSpPr>
            <p:cNvPr id="84" name="Freeform 1"/>
            <p:cNvSpPr/>
            <p:nvPr/>
          </p:nvSpPr>
          <p:spPr>
            <a:xfrm>
              <a:off x="977040" y="2499516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"/>
          <p:cNvSpPr/>
          <p:nvPr/>
        </p:nvSpPr>
        <p:spPr>
          <a:xfrm>
            <a:off x="1061640" y="22588200"/>
            <a:ext cx="19095480" cy="15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40000" y="-180000"/>
            <a:ext cx="2051964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92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2026-03-02T19:02:39Z</dcterms:modified>
  <cp:revision>16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