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embedTrueTypeFonts="1">
  <p:sldMasterIdLst>
    <p:sldMasterId id="2147483648" r:id="rId2"/>
  </p:sldMasterIdLst>
  <p:sldIdLst>
    <p:sldId id="256" r:id="rId3"/>
  </p:sldIdLst>
  <p:sldSz cx="21374100" cy="30276800"/>
  <p:notesSz cx="7559675" cy="10691813"/>
  <p:embeddedFontLst>
    <p:embeddedFont>
      <p:font typeface="Proxima Nova"/>
      <p:regular r:id="rId4"/>
      <p:bold r:id="rId4"/>
    </p:embeddedFont>
    <p:embeddedFont>
      <p:font typeface="Proxima nova"/>
      <p:regular r:id="rId4"/>
    </p:embeddedFont>
    <p:embeddedFont>
      <p:font typeface="Proxima Nova Bold"/>
    </p:embeddedFont>
    <p:embeddedFont>
      <p:font typeface="Microsoft YaHei"/>
      <p:regular r:id="rId5"/>
    </p:embeddedFont>
    <p:embeddedFont>
      <p:font typeface="Garet"/>
      <p:regular r:id="rId6"/>
      <p:bold r:id="rId6"/>
    </p:embeddedFont>
  </p:embeddedFontLst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font" Target="fonts/Font_1_Proxima_Nova_Regular.fntdata"/><Relationship Id="rId5" Type="http://schemas.openxmlformats.org/officeDocument/2006/relationships/font" Target="fonts/Font_2_Microsoft_YaHei_Regular.fntdata"/><Relationship Id="rId6" Type="http://schemas.openxmlformats.org/officeDocument/2006/relationships/font" Target="fonts/Font_3_Garet_Regular.fntdata"/><Relationship Id="rId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65920" cy="1355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65920" cy="1493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27240" cy="35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89000" cy="35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27240" cy="35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AA83D03-769B-4DF3-9073-6C94FD3603E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3120" cy="1136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2000" cy="4519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2000" cy="4519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27240" cy="35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89000" cy="35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6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27240" cy="35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F3036A2-A6C2-426D-85D6-891C5BE51BB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3120" cy="1136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3800" cy="63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3800" cy="3944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35240" cy="63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35240" cy="3944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6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27240" cy="35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7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89000" cy="35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8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27240" cy="35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A70BC6CE-8B36-4515-8A83-2EA20D8DC68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3120" cy="1136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27240" cy="35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89000" cy="35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27240" cy="35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D31880B-DCCA-47B4-9873-07E6080DCCA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27240" cy="35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89000" cy="35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27240" cy="35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F18093A-C3A1-464F-9EDB-FF15AA9F567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1680" cy="1155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05160" cy="5846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1680" cy="468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27240" cy="35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89000" cy="35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27240" cy="35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B4D5673-254A-4E02-9AD6-5713AFAB69B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79920" cy="560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79920" cy="4108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Pulse para editar el formato de texto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Sexto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Séptimo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79920" cy="798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27240" cy="35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89000" cy="35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27240" cy="35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FB6D456-F46C-44AD-86A2-29D596D0A8B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65920" cy="1463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27240" cy="35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89000" cy="35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27240" cy="35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BA6B5F5-CDBE-4DF6-A3B4-7EA04C5E0BB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3120" cy="1136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3120" cy="4519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27240" cy="35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89000" cy="35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27240" cy="35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AF100542-C266-4470-B7BC-C3D309C4589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0920" cy="5844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3440" cy="5844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27240" cy="35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89000" cy="35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27240" cy="35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01A62F8-557B-4192-819F-8BB1E254158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3120" cy="1136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3120" cy="4519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27240" cy="35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4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89000" cy="35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5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27240" cy="35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3239823-E136-4D67-9329-CA48B296CCD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TextBox 15"/>
          <p:cNvSpPr/>
          <p:nvPr/>
        </p:nvSpPr>
        <p:spPr>
          <a:xfrm>
            <a:off x="1028160" y="8003160"/>
            <a:ext cx="19308960" cy="653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470"/>
              </a:lnSpc>
            </a:pPr>
            <a:r>
              <a:rPr lang="en-US" sz="2500" b="1" u="none" strike="noStrike">
                <a:solidFill>
                  <a:srgbClr val="000000"/>
                </a:solidFill>
                <a:effectLst/>
                <a:uFillTx/>
                <a:latin typeface="Proxima nova"/>
                <a:ea typeface="Garet"/>
              </a:rPr>
              <a:t>[[EXPERIENCE_BLOCK]]</a:t>
            </a:r>
            <a:endParaRPr lang="es-AR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4357"/>
              </a:lnSpc>
            </a:pPr>
            <a:r>
              <a:rPr lang="en-US" sz="3200" b="1" u="none" strike="noStrike">
                <a:solidFill>
                  <a:srgbClr val="000000"/>
                </a:solidFill>
                <a:effectLst/>
                <a:uFillTx/>
                <a:latin typeface="Proxima Nova Bold"/>
                <a:ea typeface="Proxima Nova Bold"/>
              </a:rPr>
              <a:t>{{exp_1_role}} {{exp_1_company}} {{exp_1_dates}}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algn="just" defTabSz="914400">
              <a:lnSpc>
                <a:spcPts val="4252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Proxima Nova"/>
                <a:ea typeface="Proxima Nova"/>
              </a:rPr>
              <a:t>{{exp_1_b1}}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algn="just" defTabSz="914400">
              <a:lnSpc>
                <a:spcPts val="4252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Proxima Nova"/>
                <a:ea typeface="Proxima Nova"/>
              </a:rPr>
              <a:t>{{exp_1_b2}}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algn="just" defTabSz="914400">
              <a:lnSpc>
                <a:spcPts val="4252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Proxima Nova"/>
                <a:ea typeface="Proxima Nova"/>
              </a:rPr>
              <a:t>{{exp_1_b3}}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algn="just" defTabSz="914400">
              <a:lnSpc>
                <a:spcPts val="4252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Proxima Nova"/>
                <a:ea typeface="Proxima Nova"/>
              </a:rPr>
              <a:t>{{exp_1_b4}}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ts val="4252"/>
              </a:lnSpc>
            </a:pP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4357"/>
              </a:lnSpc>
            </a:pPr>
            <a:r>
              <a:rPr lang="en-US" sz="3200" b="1" u="none" strike="noStrike">
                <a:solidFill>
                  <a:srgbClr val="000000"/>
                </a:solidFill>
                <a:effectLst/>
                <a:uFillTx/>
                <a:latin typeface="Proxima Nova Bold"/>
                <a:ea typeface="Proxima Nova Bold"/>
              </a:rPr>
              <a:t>{{exp_2_role}} {{exp_2_company}} {{exp_2_dates}}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algn="just" defTabSz="914400">
              <a:lnSpc>
                <a:spcPts val="4252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Proxima Nova"/>
                <a:ea typeface="Proxima Nova"/>
              </a:rPr>
              <a:t>{{exp_2_b1}}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algn="just" defTabSz="914400">
              <a:lnSpc>
                <a:spcPts val="4252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Proxima Nova"/>
                <a:ea typeface="Proxima Nova"/>
              </a:rPr>
              <a:t>{{exp_2_b2}}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algn="just" defTabSz="914400">
              <a:lnSpc>
                <a:spcPts val="4252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Proxima Nova"/>
                <a:ea typeface="Proxima Nova"/>
              </a:rPr>
              <a:t>{{exp_2_b3}}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algn="just" defTabSz="914400">
              <a:lnSpc>
                <a:spcPts val="4252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Proxima Nova"/>
                <a:ea typeface="Proxima Nova"/>
              </a:rPr>
              <a:t>{{exp_2_b4}}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TextBox 3"/>
          <p:cNvSpPr/>
          <p:nvPr/>
        </p:nvSpPr>
        <p:spPr>
          <a:xfrm>
            <a:off x="8971920" y="3880080"/>
            <a:ext cx="3337920" cy="66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5216"/>
              </a:lnSpc>
            </a:pPr>
            <a:r>
              <a:rPr lang="en-US" sz="3720" b="1" u="none" strike="noStrike">
                <a:solidFill>
                  <a:srgbClr val="000000"/>
                </a:solidFill>
                <a:effectLst/>
                <a:uFillTx/>
                <a:latin typeface="Proxima Nova Bold"/>
                <a:ea typeface="Proxima Nova Bold"/>
              </a:rPr>
              <a:t>PERFIL</a:t>
            </a:r>
            <a:endParaRPr lang="es-AR" sz="37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TextBox 8"/>
          <p:cNvSpPr/>
          <p:nvPr/>
        </p:nvSpPr>
        <p:spPr>
          <a:xfrm>
            <a:off x="986400" y="5169600"/>
            <a:ext cx="19178280" cy="55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just" defTabSz="914400">
              <a:lnSpc>
                <a:spcPts val="4357"/>
              </a:lnSpc>
            </a:pPr>
            <a:r>
              <a:rPr lang="en-US" sz="3110" b="0" u="none" strike="noStrike">
                <a:solidFill>
                  <a:srgbClr val="000000"/>
                </a:solidFill>
                <a:effectLst/>
                <a:uFillTx/>
                <a:latin typeface="Proxima Nova"/>
                <a:ea typeface="Proxima Nova"/>
              </a:rPr>
              <a:t>{{about}}</a:t>
            </a:r>
            <a:endParaRPr lang="es-AR" sz="31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TextBox 14"/>
          <p:cNvSpPr/>
          <p:nvPr/>
        </p:nvSpPr>
        <p:spPr>
          <a:xfrm>
            <a:off x="7299720" y="7291080"/>
            <a:ext cx="6682320" cy="66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5216"/>
              </a:lnSpc>
            </a:pPr>
            <a:r>
              <a:rPr lang="en-US" sz="3720" b="1" u="none" strike="noStrike">
                <a:solidFill>
                  <a:srgbClr val="000000"/>
                </a:solidFill>
                <a:effectLst/>
                <a:uFillTx/>
                <a:latin typeface="Proxima Nova Bold"/>
                <a:ea typeface="Proxima Nova Bold"/>
              </a:rPr>
              <a:t>EXPERIENCIA LABORAL</a:t>
            </a:r>
            <a:endParaRPr lang="es-AR" sz="37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63" name="Group 18"/>
          <p:cNvGrpSpPr/>
          <p:nvPr/>
        </p:nvGrpSpPr>
        <p:grpSpPr>
          <a:xfrm>
            <a:off x="1051920" y="4903200"/>
            <a:ext cx="19178640" cy="20520"/>
            <a:chOff x="1051920" y="4903200"/>
            <a:chExt cx="19178640" cy="20520"/>
          </a:xfrm>
        </p:grpSpPr>
        <p:sp>
          <p:nvSpPr>
            <p:cNvPr id="64" name="Freeform 19"/>
            <p:cNvSpPr/>
            <p:nvPr/>
          </p:nvSpPr>
          <p:spPr>
            <a:xfrm>
              <a:off x="1051920" y="4903200"/>
              <a:ext cx="19178640" cy="20520"/>
            </a:xfrm>
            <a:custGeom>
              <a:avLst/>
              <a:gdLst>
                <a:gd name="textAreaLeft" fmla="*/ 0 w 19178640"/>
                <a:gd name="textAreaRight" fmla="*/ 19185120 w 19178640"/>
                <a:gd name="textAreaTop" fmla="*/ 0 h 20520"/>
                <a:gd name="textAreaBottom" fmla="*/ 27000 h 20520"/>
              </a:gdLst>
              <a:ahLst/>
              <a:cxnLst/>
              <a:rect l="textAreaLeft" t="textAreaTop" r="textAreaRight" b="textAreaBottom"/>
              <a:pathLst>
                <a:path w="25579958" h="35941">
                  <a:moveTo>
                    <a:pt x="0" y="0"/>
                  </a:moveTo>
                  <a:lnTo>
                    <a:pt x="25579958" y="0"/>
                  </a:lnTo>
                  <a:lnTo>
                    <a:pt x="25579958" y="35941"/>
                  </a:lnTo>
                  <a:lnTo>
                    <a:pt x="0" y="35941"/>
                  </a:lnTo>
                  <a:close/>
                </a:path>
              </a:pathLst>
            </a:custGeom>
            <a:solidFill>
              <a:srgbClr val="000000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8000" bIns="-18000" anchor="t">
              <a:noAutofit/>
            </a:bodyPr>
            <a:p>
              <a:pPr>
                <a:lnSpc>
                  <a:spcPct val="100000"/>
                </a:lnSpc>
              </a:pPr>
              <a:endParaRPr lang="es-AR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65" name="Group 20"/>
          <p:cNvGrpSpPr/>
          <p:nvPr/>
        </p:nvGrpSpPr>
        <p:grpSpPr>
          <a:xfrm>
            <a:off x="986400" y="8005680"/>
            <a:ext cx="19178640" cy="20520"/>
            <a:chOff x="986400" y="8005680"/>
            <a:chExt cx="19178640" cy="20520"/>
          </a:xfrm>
        </p:grpSpPr>
        <p:sp>
          <p:nvSpPr>
            <p:cNvPr id="66" name="Freeform 21"/>
            <p:cNvSpPr/>
            <p:nvPr/>
          </p:nvSpPr>
          <p:spPr>
            <a:xfrm>
              <a:off x="986400" y="8005680"/>
              <a:ext cx="19178640" cy="20520"/>
            </a:xfrm>
            <a:custGeom>
              <a:avLst/>
              <a:gdLst>
                <a:gd name="textAreaLeft" fmla="*/ 0 w 19178640"/>
                <a:gd name="textAreaRight" fmla="*/ 19185120 w 19178640"/>
                <a:gd name="textAreaTop" fmla="*/ 0 h 20520"/>
                <a:gd name="textAreaBottom" fmla="*/ 27000 h 20520"/>
              </a:gdLst>
              <a:ahLst/>
              <a:cxnLst/>
              <a:rect l="textAreaLeft" t="textAreaTop" r="textAreaRight" b="textAreaBottom"/>
              <a:pathLst>
                <a:path w="25579958" h="35941">
                  <a:moveTo>
                    <a:pt x="0" y="0"/>
                  </a:moveTo>
                  <a:lnTo>
                    <a:pt x="25579958" y="0"/>
                  </a:lnTo>
                  <a:lnTo>
                    <a:pt x="25579958" y="35941"/>
                  </a:lnTo>
                  <a:lnTo>
                    <a:pt x="0" y="35941"/>
                  </a:lnTo>
                  <a:close/>
                </a:path>
              </a:pathLst>
            </a:custGeom>
            <a:solidFill>
              <a:srgbClr val="000000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8000" bIns="-18000" anchor="t">
              <a:noAutofit/>
            </a:bodyPr>
            <a:p>
              <a:pPr>
                <a:lnSpc>
                  <a:spcPct val="100000"/>
                </a:lnSpc>
              </a:pPr>
              <a:endParaRPr lang="es-AR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67" name="TextBox 2"/>
          <p:cNvSpPr/>
          <p:nvPr/>
        </p:nvSpPr>
        <p:spPr>
          <a:xfrm>
            <a:off x="540000" y="-180000"/>
            <a:ext cx="20518200" cy="171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13504"/>
              </a:lnSpc>
            </a:pPr>
            <a:r>
              <a:rPr lang="en-US" sz="8000" b="1" u="none" strike="noStrike">
                <a:solidFill>
                  <a:srgbClr val="000000"/>
                </a:solidFill>
                <a:effectLst/>
                <a:uFillTx/>
                <a:latin typeface="Proxima Nova Bold"/>
                <a:ea typeface="Proxima Nova Bold"/>
              </a:rPr>
              <a:t>{{name}}</a:t>
            </a:r>
            <a:endParaRPr lang="es-AR" sz="8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TextBox 7"/>
          <p:cNvSpPr/>
          <p:nvPr/>
        </p:nvSpPr>
        <p:spPr>
          <a:xfrm>
            <a:off x="1800000" y="1440000"/>
            <a:ext cx="18177840" cy="165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4357"/>
              </a:lnSpc>
            </a:pPr>
            <a:endParaRPr lang="es-AR" sz="31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ts val="4357"/>
              </a:lnSpc>
            </a:pPr>
            <a:r>
              <a:rPr lang="en-US" sz="4000" b="1" u="none" strike="noStrike">
                <a:solidFill>
                  <a:srgbClr val="000000"/>
                </a:solidFill>
                <a:effectLst/>
                <a:uFillTx/>
                <a:latin typeface="Proxima Nova"/>
                <a:ea typeface="Proxima Nova"/>
              </a:rPr>
              <a:t>{{title}}</a:t>
            </a:r>
            <a:endParaRPr lang="es-AR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ts val="4357"/>
              </a:lnSpc>
            </a:pPr>
            <a:r>
              <a:rPr lang="en-US" sz="3110" b="0" u="none" strike="noStrike">
                <a:solidFill>
                  <a:srgbClr val="000000"/>
                </a:solidFill>
                <a:effectLst/>
                <a:uFillTx/>
                <a:latin typeface="Proxima Nova"/>
                <a:ea typeface="Proxima Nova"/>
              </a:rPr>
              <a:t>{{contact_phone}} | {{contact_email}} | {{contact_location}}</a:t>
            </a:r>
            <a:endParaRPr lang="es-AR" sz="31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TextBox 5"/>
          <p:cNvSpPr/>
          <p:nvPr/>
        </p:nvSpPr>
        <p:spPr>
          <a:xfrm>
            <a:off x="3420360" y="21921120"/>
            <a:ext cx="13939200" cy="66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TextBox 9"/>
          <p:cNvSpPr/>
          <p:nvPr/>
        </p:nvSpPr>
        <p:spPr>
          <a:xfrm>
            <a:off x="1093680" y="17836560"/>
            <a:ext cx="14988960" cy="55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357"/>
              </a:lnSpc>
            </a:pPr>
            <a:r>
              <a:rPr lang="en-US" sz="3110" b="0" u="none" strike="noStrike">
                <a:solidFill>
                  <a:srgbClr val="000000"/>
                </a:solidFill>
                <a:effectLst/>
                <a:uFillTx/>
                <a:latin typeface="Proxima Nova"/>
                <a:ea typeface="Proxima Nova"/>
              </a:rPr>
              <a:t>{{edu_1_degree}} </a:t>
            </a:r>
            <a:r>
              <a:rPr lang="en-US" sz="3110" b="0" u="none" strike="noStrike">
                <a:solidFill>
                  <a:srgbClr val="000000"/>
                </a:solidFill>
                <a:effectLst/>
                <a:uFillTx/>
                <a:latin typeface="Proxima Nova Bold"/>
                <a:ea typeface="Proxima Nova Bold"/>
              </a:rPr>
              <a:t>{{edu_1_school}}</a:t>
            </a:r>
            <a:endParaRPr lang="es-AR" sz="31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TextBox 10"/>
          <p:cNvSpPr/>
          <p:nvPr/>
        </p:nvSpPr>
        <p:spPr>
          <a:xfrm>
            <a:off x="1229400" y="22659120"/>
            <a:ext cx="19646280" cy="331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216000" indent="-216000" defTabSz="914400">
              <a:lnSpc>
                <a:spcPts val="4357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110" b="0" u="none" strike="noStrike">
                <a:solidFill>
                  <a:srgbClr val="000000"/>
                </a:solidFill>
                <a:effectLst/>
                <a:uFillTx/>
                <a:latin typeface="Proxima Nova"/>
                <a:ea typeface="Proxima Nova"/>
              </a:rPr>
              <a:t>{{idioma_1}}</a:t>
            </a:r>
            <a:endParaRPr lang="es-AR" sz="31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ts val="4357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110" b="0" u="none" strike="noStrike">
                <a:solidFill>
                  <a:srgbClr val="000000"/>
                </a:solidFill>
                <a:effectLst/>
                <a:uFillTx/>
                <a:latin typeface="Proxima Nova"/>
                <a:ea typeface="Proxima Nova"/>
              </a:rPr>
              <a:t>{{idioma_2}}</a:t>
            </a:r>
            <a:endParaRPr lang="es-AR" sz="31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ts val="4357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110" b="0" u="none" strike="noStrike">
                <a:solidFill>
                  <a:srgbClr val="000000"/>
                </a:solidFill>
                <a:effectLst/>
                <a:uFillTx/>
                <a:latin typeface="Proxima Nova"/>
                <a:ea typeface="Proxima Nova"/>
              </a:rPr>
              <a:t>{{idioma_3}}</a:t>
            </a:r>
            <a:endParaRPr lang="es-AR" sz="31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ts val="4357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110" b="0" u="none" strike="noStrike">
                <a:solidFill>
                  <a:srgbClr val="000000"/>
                </a:solidFill>
                <a:effectLst/>
                <a:uFillTx/>
                <a:latin typeface="Proxima Nova"/>
                <a:ea typeface="Proxima Nova"/>
              </a:rPr>
              <a:t>{{it_1}}</a:t>
            </a:r>
            <a:endParaRPr lang="es-AR" sz="31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ts val="4357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110" b="0" u="none" strike="noStrike">
                <a:solidFill>
                  <a:srgbClr val="000000"/>
                </a:solidFill>
                <a:effectLst/>
                <a:uFillTx/>
                <a:latin typeface="Proxima Nova"/>
                <a:ea typeface="Proxima Nova"/>
              </a:rPr>
              <a:t>{{it_2}}</a:t>
            </a:r>
            <a:endParaRPr lang="es-AR" sz="31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ts val="4357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110" b="0" u="none" strike="noStrike">
                <a:solidFill>
                  <a:srgbClr val="000000"/>
                </a:solidFill>
                <a:effectLst/>
                <a:uFillTx/>
                <a:latin typeface="Proxima Nova"/>
                <a:ea typeface="Proxima Nova"/>
              </a:rPr>
              <a:t>{{it_3}}</a:t>
            </a:r>
            <a:endParaRPr lang="es-AR" sz="31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TextBox 12"/>
          <p:cNvSpPr/>
          <p:nvPr/>
        </p:nvSpPr>
        <p:spPr>
          <a:xfrm>
            <a:off x="1132920" y="18566280"/>
            <a:ext cx="14949720" cy="54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TextBox 13"/>
          <p:cNvSpPr/>
          <p:nvPr/>
        </p:nvSpPr>
        <p:spPr>
          <a:xfrm>
            <a:off x="15835680" y="17836560"/>
            <a:ext cx="4436280" cy="55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914400">
              <a:lnSpc>
                <a:spcPts val="4357"/>
              </a:lnSpc>
            </a:pPr>
            <a:r>
              <a:rPr lang="en-US" sz="3110" b="0" u="none" strike="noStrike">
                <a:solidFill>
                  <a:srgbClr val="000000"/>
                </a:solidFill>
                <a:effectLst/>
                <a:uFillTx/>
                <a:latin typeface="Proxima Nova"/>
                <a:ea typeface="Proxima Nova"/>
              </a:rPr>
              <a:t>{{edu_1_years}}</a:t>
            </a:r>
            <a:endParaRPr lang="es-AR" sz="31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74" name="Group 22"/>
          <p:cNvGrpSpPr/>
          <p:nvPr/>
        </p:nvGrpSpPr>
        <p:grpSpPr>
          <a:xfrm>
            <a:off x="1093680" y="17750880"/>
            <a:ext cx="19178640" cy="20520"/>
            <a:chOff x="1093680" y="17750880"/>
            <a:chExt cx="19178640" cy="20520"/>
          </a:xfrm>
        </p:grpSpPr>
        <p:sp>
          <p:nvSpPr>
            <p:cNvPr id="75" name="Freeform 23"/>
            <p:cNvSpPr/>
            <p:nvPr/>
          </p:nvSpPr>
          <p:spPr>
            <a:xfrm>
              <a:off x="1093680" y="17750880"/>
              <a:ext cx="19178640" cy="20520"/>
            </a:xfrm>
            <a:custGeom>
              <a:avLst/>
              <a:gdLst>
                <a:gd name="textAreaLeft" fmla="*/ 0 w 19178640"/>
                <a:gd name="textAreaRight" fmla="*/ 19185120 w 19178640"/>
                <a:gd name="textAreaTop" fmla="*/ 0 h 20520"/>
                <a:gd name="textAreaBottom" fmla="*/ 27000 h 20520"/>
              </a:gdLst>
              <a:ahLst/>
              <a:cxnLst/>
              <a:rect l="textAreaLeft" t="textAreaTop" r="textAreaRight" b="textAreaBottom"/>
              <a:pathLst>
                <a:path w="25579958" h="35941">
                  <a:moveTo>
                    <a:pt x="0" y="0"/>
                  </a:moveTo>
                  <a:lnTo>
                    <a:pt x="25579958" y="0"/>
                  </a:lnTo>
                  <a:lnTo>
                    <a:pt x="25579958" y="35941"/>
                  </a:lnTo>
                  <a:lnTo>
                    <a:pt x="0" y="35941"/>
                  </a:lnTo>
                  <a:close/>
                </a:path>
              </a:pathLst>
            </a:custGeom>
            <a:solidFill>
              <a:srgbClr val="000000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8000" bIns="-18000" anchor="t">
              <a:noAutofit/>
            </a:bodyPr>
            <a:p>
              <a:pPr>
                <a:lnSpc>
                  <a:spcPct val="100000"/>
                </a:lnSpc>
              </a:pPr>
              <a:endParaRPr lang="es-AR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76" name="Group 24"/>
          <p:cNvGrpSpPr/>
          <p:nvPr/>
        </p:nvGrpSpPr>
        <p:grpSpPr>
          <a:xfrm>
            <a:off x="1080000" y="20120760"/>
            <a:ext cx="19178640" cy="20520"/>
            <a:chOff x="1080000" y="20120760"/>
            <a:chExt cx="19178640" cy="20520"/>
          </a:xfrm>
        </p:grpSpPr>
        <p:sp>
          <p:nvSpPr>
            <p:cNvPr id="77" name="Freeform 25"/>
            <p:cNvSpPr/>
            <p:nvPr/>
          </p:nvSpPr>
          <p:spPr>
            <a:xfrm>
              <a:off x="1080000" y="20120760"/>
              <a:ext cx="19178640" cy="20520"/>
            </a:xfrm>
            <a:custGeom>
              <a:avLst/>
              <a:gdLst>
                <a:gd name="textAreaLeft" fmla="*/ 0 w 19178640"/>
                <a:gd name="textAreaRight" fmla="*/ 19185120 w 19178640"/>
                <a:gd name="textAreaTop" fmla="*/ 0 h 20520"/>
                <a:gd name="textAreaBottom" fmla="*/ 27000 h 20520"/>
              </a:gdLst>
              <a:ahLst/>
              <a:cxnLst/>
              <a:rect l="textAreaLeft" t="textAreaTop" r="textAreaRight" b="textAreaBottom"/>
              <a:pathLst>
                <a:path w="25579958" h="35941">
                  <a:moveTo>
                    <a:pt x="0" y="0"/>
                  </a:moveTo>
                  <a:lnTo>
                    <a:pt x="25579958" y="0"/>
                  </a:lnTo>
                  <a:lnTo>
                    <a:pt x="25579958" y="35941"/>
                  </a:lnTo>
                  <a:lnTo>
                    <a:pt x="0" y="35941"/>
                  </a:lnTo>
                  <a:close/>
                </a:path>
              </a:pathLst>
            </a:custGeom>
            <a:solidFill>
              <a:srgbClr val="000000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8000" bIns="-18000" anchor="t">
              <a:noAutofit/>
            </a:bodyPr>
            <a:p>
              <a:pPr>
                <a:lnSpc>
                  <a:spcPct val="100000"/>
                </a:lnSpc>
              </a:pPr>
              <a:endParaRPr lang="es-AR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78" name="Group 26"/>
          <p:cNvGrpSpPr/>
          <p:nvPr/>
        </p:nvGrpSpPr>
        <p:grpSpPr>
          <a:xfrm>
            <a:off x="1080360" y="22633200"/>
            <a:ext cx="19178640" cy="20520"/>
            <a:chOff x="1080360" y="22633200"/>
            <a:chExt cx="19178640" cy="20520"/>
          </a:xfrm>
        </p:grpSpPr>
        <p:sp>
          <p:nvSpPr>
            <p:cNvPr id="79" name="Freeform 27"/>
            <p:cNvSpPr/>
            <p:nvPr/>
          </p:nvSpPr>
          <p:spPr>
            <a:xfrm>
              <a:off x="1080360" y="22633200"/>
              <a:ext cx="19178640" cy="20520"/>
            </a:xfrm>
            <a:custGeom>
              <a:avLst/>
              <a:gdLst>
                <a:gd name="textAreaLeft" fmla="*/ 0 w 19178640"/>
                <a:gd name="textAreaRight" fmla="*/ 19185120 w 19178640"/>
                <a:gd name="textAreaTop" fmla="*/ 0 h 20520"/>
                <a:gd name="textAreaBottom" fmla="*/ 27000 h 20520"/>
              </a:gdLst>
              <a:ahLst/>
              <a:cxnLst/>
              <a:rect l="textAreaLeft" t="textAreaTop" r="textAreaRight" b="textAreaBottom"/>
              <a:pathLst>
                <a:path w="25579958" h="35941">
                  <a:moveTo>
                    <a:pt x="0" y="0"/>
                  </a:moveTo>
                  <a:lnTo>
                    <a:pt x="25579958" y="0"/>
                  </a:lnTo>
                  <a:lnTo>
                    <a:pt x="25579958" y="35941"/>
                  </a:lnTo>
                  <a:lnTo>
                    <a:pt x="0" y="35941"/>
                  </a:lnTo>
                  <a:close/>
                </a:path>
              </a:pathLst>
            </a:custGeom>
            <a:solidFill>
              <a:srgbClr val="000000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8000" bIns="-18000" anchor="t">
              <a:noAutofit/>
            </a:bodyPr>
            <a:p>
              <a:pPr>
                <a:lnSpc>
                  <a:spcPct val="100000"/>
                </a:lnSpc>
              </a:pPr>
              <a:endParaRPr lang="es-AR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80" name="TextBox 31"/>
          <p:cNvSpPr/>
          <p:nvPr/>
        </p:nvSpPr>
        <p:spPr>
          <a:xfrm>
            <a:off x="1080360" y="18915120"/>
            <a:ext cx="15182280" cy="55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357"/>
              </a:lnSpc>
            </a:pPr>
            <a:r>
              <a:rPr lang="en-US" sz="3110" b="0" u="none" strike="noStrike">
                <a:solidFill>
                  <a:srgbClr val="000000"/>
                </a:solidFill>
                <a:effectLst/>
                <a:uFillTx/>
                <a:latin typeface="Proxima Nova"/>
                <a:ea typeface="Proxima Nova"/>
              </a:rPr>
              <a:t>{{edu_2_degree}} </a:t>
            </a:r>
            <a:r>
              <a:rPr lang="en-US" sz="3110" b="0" u="none" strike="noStrike">
                <a:solidFill>
                  <a:srgbClr val="000000"/>
                </a:solidFill>
                <a:effectLst/>
                <a:uFillTx/>
                <a:latin typeface="Proxima Nova Bold"/>
                <a:ea typeface="Proxima Nova Bold"/>
              </a:rPr>
              <a:t>{{edu_2_school}}</a:t>
            </a:r>
            <a:endParaRPr lang="es-AR" sz="31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TextBox 32"/>
          <p:cNvSpPr/>
          <p:nvPr/>
        </p:nvSpPr>
        <p:spPr>
          <a:xfrm>
            <a:off x="1119240" y="19008000"/>
            <a:ext cx="14963040" cy="54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TextBox 33"/>
          <p:cNvSpPr/>
          <p:nvPr/>
        </p:nvSpPr>
        <p:spPr>
          <a:xfrm>
            <a:off x="15359400" y="18915120"/>
            <a:ext cx="4899240" cy="55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914400">
              <a:lnSpc>
                <a:spcPts val="4357"/>
              </a:lnSpc>
            </a:pPr>
            <a:r>
              <a:rPr lang="en-US" sz="3110" b="0" u="none" strike="noStrike">
                <a:solidFill>
                  <a:srgbClr val="000000"/>
                </a:solidFill>
                <a:effectLst/>
                <a:uFillTx/>
                <a:latin typeface="Proxima Nova"/>
                <a:ea typeface="Proxima Nova"/>
              </a:rPr>
              <a:t>{{edu_2_years}}</a:t>
            </a:r>
            <a:endParaRPr lang="es-AR" sz="31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TextBox 20"/>
          <p:cNvSpPr/>
          <p:nvPr/>
        </p:nvSpPr>
        <p:spPr>
          <a:xfrm>
            <a:off x="3537000" y="21818880"/>
            <a:ext cx="13939200" cy="66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"/>
          <p:cNvSpPr/>
          <p:nvPr/>
        </p:nvSpPr>
        <p:spPr>
          <a:xfrm>
            <a:off x="1061640" y="20125800"/>
            <a:ext cx="19094040" cy="198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110" b="0" u="none" strike="noStrike">
                <a:solidFill>
                  <a:srgbClr val="000000"/>
                </a:solidFill>
                <a:effectLst/>
                <a:uFillTx/>
                <a:latin typeface="Proxima Nova"/>
                <a:ea typeface="Proxima Nova"/>
              </a:rPr>
              <a:t>{{curso_1}}</a:t>
            </a:r>
            <a:endParaRPr lang="es-AR" sz="31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110" b="0" u="none" strike="noStrike">
                <a:solidFill>
                  <a:srgbClr val="000000"/>
                </a:solidFill>
                <a:effectLst/>
                <a:uFillTx/>
                <a:latin typeface="Proxima Nova"/>
                <a:ea typeface="Proxima Nova"/>
              </a:rPr>
              <a:t>{{curso_2}}</a:t>
            </a:r>
            <a:endParaRPr lang="es-AR" sz="31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110" b="0" u="none" strike="noStrike">
                <a:solidFill>
                  <a:srgbClr val="000000"/>
                </a:solidFill>
                <a:effectLst/>
                <a:uFillTx/>
                <a:latin typeface="Proxima Nova"/>
                <a:ea typeface="Proxima Nova"/>
              </a:rPr>
              <a:t>{{curso_3}}</a:t>
            </a:r>
            <a:endParaRPr lang="es-AR" sz="31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110" b="0" u="none" strike="noStrike">
                <a:solidFill>
                  <a:srgbClr val="000000"/>
                </a:solidFill>
                <a:effectLst/>
                <a:uFillTx/>
                <a:latin typeface="Proxima Nova"/>
                <a:ea typeface="Proxima Nova"/>
              </a:rPr>
              <a:t>{{curso_4}}</a:t>
            </a:r>
            <a:endParaRPr lang="es-AR" sz="31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TextBox 11"/>
          <p:cNvSpPr/>
          <p:nvPr/>
        </p:nvSpPr>
        <p:spPr>
          <a:xfrm>
            <a:off x="1017360" y="26508600"/>
            <a:ext cx="19359720" cy="331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216000" indent="-216000" defTabSz="914400">
              <a:lnSpc>
                <a:spcPts val="4357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110" b="0" u="none" strike="noStrike">
                <a:solidFill>
                  <a:srgbClr val="000000"/>
                </a:solidFill>
                <a:effectLst/>
                <a:uFillTx/>
                <a:latin typeface="Proxima Nova"/>
                <a:ea typeface="Proxima Nova"/>
              </a:rPr>
              <a:t>{{skill_1}}</a:t>
            </a:r>
            <a:endParaRPr lang="es-AR" sz="31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ts val="4357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110" b="0" u="none" strike="noStrike">
                <a:solidFill>
                  <a:srgbClr val="000000"/>
                </a:solidFill>
                <a:effectLst/>
                <a:uFillTx/>
                <a:latin typeface="Proxima Nova"/>
                <a:ea typeface="Proxima Nova"/>
              </a:rPr>
              <a:t>{{skill_2}}</a:t>
            </a:r>
            <a:endParaRPr lang="es-AR" sz="31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ts val="4357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110" b="0" u="none" strike="noStrike">
                <a:solidFill>
                  <a:srgbClr val="000000"/>
                </a:solidFill>
                <a:effectLst/>
                <a:uFillTx/>
                <a:latin typeface="Proxima Nova"/>
                <a:ea typeface="Proxima Nova"/>
              </a:rPr>
              <a:t>{{skill_3}}</a:t>
            </a:r>
            <a:endParaRPr lang="es-AR" sz="31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ts val="4357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110" b="0" u="none" strike="noStrike">
                <a:solidFill>
                  <a:srgbClr val="000000"/>
                </a:solidFill>
                <a:effectLst/>
                <a:uFillTx/>
                <a:latin typeface="Proxima Nova"/>
                <a:ea typeface="Proxima Nova"/>
              </a:rPr>
              <a:t>{{skill_4}}</a:t>
            </a:r>
            <a:endParaRPr lang="es-AR" sz="31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ts val="4357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110" b="0" u="none" strike="noStrike">
                <a:solidFill>
                  <a:srgbClr val="000000"/>
                </a:solidFill>
                <a:effectLst/>
                <a:uFillTx/>
                <a:latin typeface="Proxima Nova"/>
                <a:ea typeface="Proxima Nova"/>
              </a:rPr>
              <a:t>{{skill_5}}</a:t>
            </a:r>
            <a:endParaRPr lang="es-AR" sz="31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ts val="4357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110" b="0" u="none" strike="noStrike">
                <a:solidFill>
                  <a:srgbClr val="000000"/>
                </a:solidFill>
                <a:effectLst/>
                <a:uFillTx/>
                <a:latin typeface="Proxima Nova"/>
                <a:ea typeface="Proxima Nova"/>
              </a:rPr>
              <a:t>{{skill_6}}</a:t>
            </a:r>
            <a:endParaRPr lang="es-AR" sz="31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86" name="Group 1"/>
          <p:cNvGrpSpPr/>
          <p:nvPr/>
        </p:nvGrpSpPr>
        <p:grpSpPr>
          <a:xfrm>
            <a:off x="914400" y="26483760"/>
            <a:ext cx="19178640" cy="20520"/>
            <a:chOff x="914400" y="26483760"/>
            <a:chExt cx="19178640" cy="20520"/>
          </a:xfrm>
        </p:grpSpPr>
        <p:sp>
          <p:nvSpPr>
            <p:cNvPr id="87" name="Freeform 1"/>
            <p:cNvSpPr/>
            <p:nvPr/>
          </p:nvSpPr>
          <p:spPr>
            <a:xfrm>
              <a:off x="914400" y="26483760"/>
              <a:ext cx="19178640" cy="20520"/>
            </a:xfrm>
            <a:custGeom>
              <a:avLst/>
              <a:gdLst>
                <a:gd name="textAreaLeft" fmla="*/ 0 w 19178640"/>
                <a:gd name="textAreaRight" fmla="*/ 19185120 w 19178640"/>
                <a:gd name="textAreaTop" fmla="*/ 0 h 20520"/>
                <a:gd name="textAreaBottom" fmla="*/ 27000 h 20520"/>
              </a:gdLst>
              <a:ahLst/>
              <a:cxnLst/>
              <a:rect l="textAreaLeft" t="textAreaTop" r="textAreaRight" b="textAreaBottom"/>
              <a:pathLst>
                <a:path w="25579958" h="35941">
                  <a:moveTo>
                    <a:pt x="0" y="0"/>
                  </a:moveTo>
                  <a:lnTo>
                    <a:pt x="25579958" y="0"/>
                  </a:lnTo>
                  <a:lnTo>
                    <a:pt x="25579958" y="35941"/>
                  </a:lnTo>
                  <a:lnTo>
                    <a:pt x="0" y="35941"/>
                  </a:lnTo>
                  <a:close/>
                </a:path>
              </a:pathLst>
            </a:custGeom>
            <a:solidFill>
              <a:srgbClr val="000000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8000" bIns="-18000" anchor="t">
              <a:noAutofit/>
            </a:bodyPr>
            <a:p>
              <a:pPr>
                <a:lnSpc>
                  <a:spcPct val="100000"/>
                </a:lnSpc>
              </a:pPr>
              <a:endParaRPr lang="es-AR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88" name=""/>
          <p:cNvSpPr/>
          <p:nvPr/>
        </p:nvSpPr>
        <p:spPr>
          <a:xfrm>
            <a:off x="7305120" y="22048920"/>
            <a:ext cx="7180560" cy="78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lang="en-US" sz="3720" b="1" u="none" strike="noStrike">
                <a:solidFill>
                  <a:srgbClr val="000000"/>
                </a:solidFill>
                <a:effectLst/>
                <a:uFillTx/>
                <a:latin typeface="Proxima Nova Bold"/>
                <a:ea typeface="Proxima Nova Bold"/>
              </a:rPr>
              <a:t>IDIOMAS E INFORMATICA</a:t>
            </a:r>
            <a:endParaRPr lang="es-AR" sz="37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"/>
          <p:cNvSpPr/>
          <p:nvPr/>
        </p:nvSpPr>
        <p:spPr>
          <a:xfrm>
            <a:off x="7449480" y="25829280"/>
            <a:ext cx="7180560" cy="78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lang="en-US" sz="3720" b="1" u="none" strike="noStrike">
                <a:solidFill>
                  <a:srgbClr val="000000"/>
                </a:solidFill>
                <a:effectLst/>
                <a:uFillTx/>
                <a:latin typeface="Proxima Nova Bold"/>
                <a:ea typeface="Proxima Nova Bold"/>
              </a:rPr>
              <a:t>COMPETENCIAS</a:t>
            </a:r>
            <a:endParaRPr lang="es-AR" sz="37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"/>
          <p:cNvSpPr/>
          <p:nvPr/>
        </p:nvSpPr>
        <p:spPr>
          <a:xfrm>
            <a:off x="7305480" y="19565280"/>
            <a:ext cx="7180560" cy="78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lang="en-US" sz="3720" b="1" u="none" strike="noStrike">
                <a:solidFill>
                  <a:srgbClr val="000000"/>
                </a:solidFill>
                <a:effectLst/>
                <a:uFillTx/>
                <a:latin typeface="Proxima Nova Bold"/>
                <a:ea typeface="Proxima Nova Bold"/>
              </a:rPr>
              <a:t>CERTIFICACIONES</a:t>
            </a:r>
            <a:endParaRPr lang="es-AR" sz="37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"/>
          <p:cNvSpPr/>
          <p:nvPr/>
        </p:nvSpPr>
        <p:spPr>
          <a:xfrm>
            <a:off x="7305840" y="17189640"/>
            <a:ext cx="7180560" cy="78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lang="en-US" sz="3720" b="1" u="none" strike="noStrike">
                <a:solidFill>
                  <a:srgbClr val="000000"/>
                </a:solidFill>
                <a:effectLst/>
                <a:uFillTx/>
                <a:latin typeface="Proxima Nova Bold"/>
                <a:ea typeface="Proxima Nova Bold"/>
              </a:rPr>
              <a:t>EDUCACIÓN</a:t>
            </a:r>
            <a:endParaRPr lang="es-AR" sz="37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44</TotalTime>
  <Application>LibreOffice/25.8.4.2$Windows_X86_64 LibreOffice_project/290daaa01b999472f0c7a3890eb6a550fd74c6df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/>
  <dc:description/>
  <dc:identifier>DAG9kRgokg4</dc:identifier>
  <dc:language>es-AR</dc:language>
  <cp:lastModifiedBy/>
  <dcterms:modified xsi:type="dcterms:W3CDTF">2026-03-08T22:31:30Z</dcterms:modified>
  <cp:revision>20</cp:revision>
  <dc:subject/>
  <dc:title>Plantilla_oficial_9.pptx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