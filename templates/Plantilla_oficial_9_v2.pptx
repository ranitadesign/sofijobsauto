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45024E-96C5-4C1D-B19A-88AAD740FF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23AE33-3A61-472B-9A9A-C51162930F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9C2576-6946-4A0D-B676-2D589B8DE0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DA1F1B-E8E6-44C2-8386-7E2C487B76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FC7F60-6093-41DC-B01F-4D2F348F20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337D41-FC91-41A9-AD58-0DAF7FD8A6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E8E0E2-3E32-45BB-BAA3-4FD8BCAAF9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1F93E9-DA8D-4398-A01D-9EB3B07BA3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EC41A3-7F79-4D6A-8C94-534215C7C9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143E18-8A7A-4814-A08F-C1040A2E96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E3BE4F-6A39-44E0-AEEA-CB1E82120B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281080"/>
            <a:ext cx="19311120" cy="59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400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80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4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80800" cy="22680"/>
            <a:chOff x="1051920" y="4903200"/>
            <a:chExt cx="19180800" cy="2268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257680"/>
            <a:ext cx="19180800" cy="22680"/>
            <a:chOff x="986400" y="8257680"/>
            <a:chExt cx="19180800" cy="22680"/>
          </a:xfrm>
        </p:grpSpPr>
        <p:sp>
          <p:nvSpPr>
            <p:cNvPr id="66" name="Freeform 21"/>
            <p:cNvSpPr/>
            <p:nvPr/>
          </p:nvSpPr>
          <p:spPr>
            <a:xfrm>
              <a:off x="986400" y="82576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4"/>
          <p:cNvSpPr/>
          <p:nvPr/>
        </p:nvSpPr>
        <p:spPr>
          <a:xfrm>
            <a:off x="3713040" y="1710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3600000" y="2700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3876480" y="2160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320" y="18425160"/>
            <a:ext cx="14991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49040" y="27900000"/>
            <a:ext cx="19648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080000" y="25200000"/>
            <a:ext cx="193618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7680680" y="18425160"/>
            <a:ext cx="25930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320" y="17943480"/>
            <a:ext cx="19180800" cy="22680"/>
            <a:chOff x="1093320" y="17943480"/>
            <a:chExt cx="19180800" cy="22680"/>
          </a:xfrm>
        </p:grpSpPr>
        <p:sp>
          <p:nvSpPr>
            <p:cNvPr id="75" name="Freeform 23"/>
            <p:cNvSpPr/>
            <p:nvPr/>
          </p:nvSpPr>
          <p:spPr>
            <a:xfrm>
              <a:off x="1093320" y="179434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295160"/>
            <a:ext cx="19180800" cy="22680"/>
            <a:chOff x="1080000" y="22295160"/>
            <a:chExt cx="19180800" cy="22680"/>
          </a:xfrm>
        </p:grpSpPr>
        <p:sp>
          <p:nvSpPr>
            <p:cNvPr id="77" name="Freeform 25"/>
            <p:cNvSpPr/>
            <p:nvPr/>
          </p:nvSpPr>
          <p:spPr>
            <a:xfrm>
              <a:off x="1080000" y="2229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7694080"/>
            <a:ext cx="19180800" cy="22680"/>
            <a:chOff x="900000" y="27694080"/>
            <a:chExt cx="19180800" cy="22680"/>
          </a:xfrm>
        </p:grpSpPr>
        <p:sp>
          <p:nvSpPr>
            <p:cNvPr id="79" name="Freeform 27"/>
            <p:cNvSpPr/>
            <p:nvPr/>
          </p:nvSpPr>
          <p:spPr>
            <a:xfrm>
              <a:off x="900000" y="276940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056680"/>
            <a:ext cx="15184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17568720" y="20056680"/>
            <a:ext cx="2691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3600000" y="2430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977040" y="24995160"/>
            <a:ext cx="19180800" cy="22680"/>
            <a:chOff x="977040" y="24995160"/>
            <a:chExt cx="19180800" cy="22680"/>
          </a:xfrm>
        </p:grpSpPr>
        <p:sp>
          <p:nvSpPr>
            <p:cNvPr id="84" name="Freeform 1"/>
            <p:cNvSpPr/>
            <p:nvPr/>
          </p:nvSpPr>
          <p:spPr>
            <a:xfrm>
              <a:off x="977040" y="2499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"/>
          <p:cNvSpPr/>
          <p:nvPr/>
        </p:nvSpPr>
        <p:spPr>
          <a:xfrm>
            <a:off x="1061640" y="22588200"/>
            <a:ext cx="19096200" cy="15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3600000" y="-180000"/>
            <a:ext cx="14904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80000" cy="16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2026-02-27T12:43:53Z</dcterms:modified>
  <cp:revision>14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