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  <p:regular r:id="rId4"/>
      <p:bold r:id="rId4"/>
    </p:embeddedFont>
    <p:embeddedFont>
      <p:font typeface="Proxima nova"/>
      <p:regular r:id="rId4"/>
    </p:embeddedFont>
    <p:embeddedFont>
      <p:font typeface="Proxima Nova Bold"/>
    </p:embeddedFont>
    <p:embeddedFont>
      <p:font typeface="Microsoft YaHei"/>
      <p:regular r:id="rId5"/>
    </p:embeddedFont>
    <p:embeddedFont>
      <p:font typeface="Gare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Gare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5791B9-2E70-465A-B534-79F2D2FCFA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3518324-EA75-4A88-A0A5-84E8B67D88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040" cy="115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520" cy="58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040" cy="4685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A5A2B5-811A-4046-B265-FBED0FF163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0280" cy="56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0280" cy="4108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0280" cy="798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FF0FBD-71B0-4E2C-A4E9-19D5A09FF6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6280" cy="1463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4A635F-555B-41B9-85E4-7F8E2DCB57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43B24F-8B7E-4633-85B0-256FFCBAB6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128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800" cy="5845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E42C2F-8CD9-46B0-A427-B893BDDFBA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48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F7F1FAB-4660-4AAA-876D-72B8AFC1B3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6280" cy="1356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6280" cy="1494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B65C1F-C4BD-4BB3-8D0E-FEC753BB9E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360" cy="451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13C8D7-DC1E-492C-95BE-74536EF2E6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480" cy="113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16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16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600" cy="633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600" cy="3945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6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7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8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6F053F-1295-49C1-8913-94E4DCAF15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5"/>
          <p:cNvSpPr/>
          <p:nvPr/>
        </p:nvSpPr>
        <p:spPr>
          <a:xfrm>
            <a:off x="1028160" y="8003160"/>
            <a:ext cx="19309320" cy="65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{{exp_1_role}} {{exp_1_company}}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{{exp_1_b4}}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52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357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{{exp_2_role}} {{exp_2_company}}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{{exp_2_b1}}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{{exp_2_b2}}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{{exp_2_b3}}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ts val="425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{{exp_2_b4}}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"/>
          <p:cNvSpPr/>
          <p:nvPr/>
        </p:nvSpPr>
        <p:spPr>
          <a:xfrm>
            <a:off x="8971920" y="3880080"/>
            <a:ext cx="33382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PERFIL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8"/>
          <p:cNvSpPr/>
          <p:nvPr/>
        </p:nvSpPr>
        <p:spPr>
          <a:xfrm>
            <a:off x="986400" y="5169600"/>
            <a:ext cx="19178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{{about}}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4"/>
          <p:cNvSpPr/>
          <p:nvPr/>
        </p:nvSpPr>
        <p:spPr>
          <a:xfrm>
            <a:off x="7299720" y="7291080"/>
            <a:ext cx="668268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216"/>
              </a:lnSpc>
            </a:pPr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EXPERIENCIA LABORAL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18"/>
          <p:cNvGrpSpPr/>
          <p:nvPr/>
        </p:nvGrpSpPr>
        <p:grpSpPr>
          <a:xfrm>
            <a:off x="1051920" y="4903200"/>
            <a:ext cx="19179000" cy="20880"/>
            <a:chOff x="1051920" y="4903200"/>
            <a:chExt cx="19179000" cy="20880"/>
          </a:xfrm>
        </p:grpSpPr>
        <p:sp>
          <p:nvSpPr>
            <p:cNvPr id="64" name="Freeform 19"/>
            <p:cNvSpPr/>
            <p:nvPr/>
          </p:nvSpPr>
          <p:spPr>
            <a:xfrm>
              <a:off x="1051920" y="4903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20"/>
          <p:cNvGrpSpPr/>
          <p:nvPr/>
        </p:nvGrpSpPr>
        <p:grpSpPr>
          <a:xfrm>
            <a:off x="986400" y="8005680"/>
            <a:ext cx="19179000" cy="20880"/>
            <a:chOff x="986400" y="8005680"/>
            <a:chExt cx="19179000" cy="20880"/>
          </a:xfrm>
        </p:grpSpPr>
        <p:sp>
          <p:nvSpPr>
            <p:cNvPr id="66" name="Freeform 21"/>
            <p:cNvSpPr/>
            <p:nvPr/>
          </p:nvSpPr>
          <p:spPr>
            <a:xfrm>
              <a:off x="986400" y="80056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2"/>
          <p:cNvSpPr/>
          <p:nvPr/>
        </p:nvSpPr>
        <p:spPr>
          <a:xfrm>
            <a:off x="540000" y="-180000"/>
            <a:ext cx="20518560" cy="171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3504"/>
              </a:lnSpc>
            </a:pPr>
            <a:r>
              <a:rPr lang="en-US" sz="800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{{name}}</a:t>
            </a:r>
            <a:endParaRPr lang="es-AR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1800000" y="1440000"/>
            <a:ext cx="18178200" cy="165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4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{{title}}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{{contact_phone}} | {{contact_email}} | {{contact_location}}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5"/>
          <p:cNvSpPr/>
          <p:nvPr/>
        </p:nvSpPr>
        <p:spPr>
          <a:xfrm>
            <a:off x="3420360" y="2192112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9"/>
          <p:cNvSpPr/>
          <p:nvPr/>
        </p:nvSpPr>
        <p:spPr>
          <a:xfrm>
            <a:off x="1093680" y="17836560"/>
            <a:ext cx="149893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{{edu_1_school}}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1229400" y="22659120"/>
            <a:ext cx="1964664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{{idioma_3}}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{{it_1}}}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{{it_3}}}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2"/>
          <p:cNvSpPr/>
          <p:nvPr/>
        </p:nvSpPr>
        <p:spPr>
          <a:xfrm>
            <a:off x="1132920" y="18566280"/>
            <a:ext cx="1495008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3"/>
          <p:cNvSpPr/>
          <p:nvPr/>
        </p:nvSpPr>
        <p:spPr>
          <a:xfrm>
            <a:off x="15835680" y="17836560"/>
            <a:ext cx="4436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{{edu_1_years}}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093680" y="17750880"/>
            <a:ext cx="19179000" cy="20880"/>
            <a:chOff x="1093680" y="17750880"/>
            <a:chExt cx="19179000" cy="20880"/>
          </a:xfrm>
        </p:grpSpPr>
        <p:sp>
          <p:nvSpPr>
            <p:cNvPr id="75" name="Freeform 23"/>
            <p:cNvSpPr/>
            <p:nvPr/>
          </p:nvSpPr>
          <p:spPr>
            <a:xfrm>
              <a:off x="1093680" y="1775088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24"/>
          <p:cNvGrpSpPr/>
          <p:nvPr/>
        </p:nvGrpSpPr>
        <p:grpSpPr>
          <a:xfrm>
            <a:off x="1080000" y="20120760"/>
            <a:ext cx="19179000" cy="20880"/>
            <a:chOff x="1080000" y="20120760"/>
            <a:chExt cx="19179000" cy="20880"/>
          </a:xfrm>
        </p:grpSpPr>
        <p:sp>
          <p:nvSpPr>
            <p:cNvPr id="77" name="Freeform 25"/>
            <p:cNvSpPr/>
            <p:nvPr/>
          </p:nvSpPr>
          <p:spPr>
            <a:xfrm>
              <a:off x="1080000" y="20120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roup 26"/>
          <p:cNvGrpSpPr/>
          <p:nvPr/>
        </p:nvGrpSpPr>
        <p:grpSpPr>
          <a:xfrm>
            <a:off x="1080360" y="22633200"/>
            <a:ext cx="19179000" cy="20880"/>
            <a:chOff x="1080360" y="22633200"/>
            <a:chExt cx="19179000" cy="20880"/>
          </a:xfrm>
        </p:grpSpPr>
        <p:sp>
          <p:nvSpPr>
            <p:cNvPr id="79" name="Freeform 27"/>
            <p:cNvSpPr/>
            <p:nvPr/>
          </p:nvSpPr>
          <p:spPr>
            <a:xfrm>
              <a:off x="1080360" y="2263320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31"/>
          <p:cNvSpPr/>
          <p:nvPr/>
        </p:nvSpPr>
        <p:spPr>
          <a:xfrm>
            <a:off x="1080360" y="18915120"/>
            <a:ext cx="151826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{{edu_2_degree}} </a:t>
            </a: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{{edu_2_school}}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1119240" y="19008000"/>
            <a:ext cx="14963400" cy="54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3"/>
          <p:cNvSpPr/>
          <p:nvPr/>
        </p:nvSpPr>
        <p:spPr>
          <a:xfrm>
            <a:off x="15359400" y="18915120"/>
            <a:ext cx="489960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{{edu_2_years}}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0"/>
          <p:cNvSpPr/>
          <p:nvPr/>
        </p:nvSpPr>
        <p:spPr>
          <a:xfrm>
            <a:off x="3537000" y="21818880"/>
            <a:ext cx="13939560" cy="66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61640" y="20125800"/>
            <a:ext cx="19094400" cy="19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{{curso_4}}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1"/>
          <p:cNvSpPr/>
          <p:nvPr/>
        </p:nvSpPr>
        <p:spPr>
          <a:xfrm>
            <a:off x="1017360" y="26508600"/>
            <a:ext cx="19360080" cy="33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{{skill_1}}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{{skill_2}}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{{skill_3}}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{{skill_4}}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{{skill_5}}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357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11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{{skill_6}}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914400" y="26483760"/>
            <a:ext cx="19179000" cy="20880"/>
            <a:chOff x="914400" y="26483760"/>
            <a:chExt cx="19179000" cy="20880"/>
          </a:xfrm>
        </p:grpSpPr>
        <p:sp>
          <p:nvSpPr>
            <p:cNvPr id="87" name="Freeform 1"/>
            <p:cNvSpPr/>
            <p:nvPr/>
          </p:nvSpPr>
          <p:spPr>
            <a:xfrm>
              <a:off x="914400" y="26483760"/>
              <a:ext cx="19179000" cy="20880"/>
            </a:xfrm>
            <a:custGeom>
              <a:avLst/>
              <a:gdLst>
                <a:gd name="textAreaLeft" fmla="*/ 0 w 19179000"/>
                <a:gd name="textAreaRight" fmla="*/ 19185120 w 19179000"/>
                <a:gd name="textAreaTop" fmla="*/ 0 h 20880"/>
                <a:gd name="textAreaBottom" fmla="*/ 27000 h 20880"/>
              </a:gdLst>
              <a:ahLst/>
              <a:cxnLst/>
              <a:rect l="textAreaLeft" t="textAreaTop" r="textAreaRight" b="textAreaBottom"/>
              <a:pathLst>
                <a:path w="25579958" h="35941">
                  <a:moveTo>
                    <a:pt x="0" y="0"/>
                  </a:moveTo>
                  <a:lnTo>
                    <a:pt x="25579958" y="0"/>
                  </a:lnTo>
                  <a:lnTo>
                    <a:pt x="2557995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00000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"/>
          <p:cNvSpPr txBox="1"/>
          <p:nvPr/>
        </p:nvSpPr>
        <p:spPr>
          <a:xfrm>
            <a:off x="7305120" y="2204892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IDIOMAS E INFORMATICA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7449480" y="25829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COMPETENCIAS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7305480" y="1956528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CERTIFICACIONES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305840" y="17189640"/>
            <a:ext cx="7180920" cy="790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ctr"/>
            <a:r>
              <a:rPr lang="en-US" sz="3720" b="1" u="none" strike="noStrike">
                <a:solidFill>
                  <a:srgbClr val="000000"/>
                </a:solidFill>
                <a:effectLst/>
                <a:uFillTx/>
                <a:latin typeface="Proxima Nova Bold"/>
                <a:ea typeface="Proxima Nova Bold"/>
              </a:rPr>
              <a:t>EDUCACIÓN</a:t>
            </a:r>
            <a:endParaRPr lang="es-AR" sz="3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DAG9kRgokg4</dc:identifier>
  <dc:language>es-AR</dc:language>
  <cp:lastModifiedBy/>
  <dcterms:modified xsi:type="dcterms:W3CDTF">2026-03-08T20:32:26Z</dcterms:modified>
  <cp:revision>19</cp:revision>
  <dc:subject/>
  <dc:title>Plantilla_oficial_9.pptx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