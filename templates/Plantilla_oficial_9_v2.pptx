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Proxima nova"/>
      <p:regular r:id="rId4"/>
    </p:embeddedFont>
    <p:embeddedFont>
      <p:font typeface="Microsoft YaHei"/>
      <p:regular r:id="rId5"/>
    </p:embeddedFont>
    <p:embeddedFont>
      <p:font typeface="Gare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64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640" cy="410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640" cy="7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5EBA19-499B-4FF0-BA4E-F9A9ED3551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640" cy="146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5573B1-50EF-4671-BB67-1BF334B7EA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399CE0-5FB3-4601-B53C-DC13623E3B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64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16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549C63-478C-4C63-9C89-1167543DAA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663270-711C-4E7C-95BB-558D2C9D2F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640" cy="13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640" cy="14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6DC201-7A57-47B5-B708-2BD8058C65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244C11-BBD2-4E8D-AC9F-92D7937EB0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52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52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96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96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E359E5-C912-4DE8-A65F-11BF2FE966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AB3B79-8DD4-462F-985D-B061DFE11E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2C40D7-9102-448A-B1E7-6FC3DA4750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400" cy="11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88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400" cy="46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277BA3-7488-48D9-BED9-CF1F546BA0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5"/>
          <p:cNvSpPr/>
          <p:nvPr/>
        </p:nvSpPr>
        <p:spPr>
          <a:xfrm>
            <a:off x="1028160" y="8003160"/>
            <a:ext cx="19309680" cy="65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52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8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"/>
          <p:cNvSpPr/>
          <p:nvPr/>
        </p:nvSpPr>
        <p:spPr>
          <a:xfrm>
            <a:off x="986400" y="5169600"/>
            <a:ext cx="19179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4"/>
          <p:cNvSpPr/>
          <p:nvPr/>
        </p:nvSpPr>
        <p:spPr>
          <a:xfrm>
            <a:off x="7299720" y="7291080"/>
            <a:ext cx="66830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18"/>
          <p:cNvGrpSpPr/>
          <p:nvPr/>
        </p:nvGrpSpPr>
        <p:grpSpPr>
          <a:xfrm>
            <a:off x="1051920" y="4903200"/>
            <a:ext cx="19179360" cy="21240"/>
            <a:chOff x="1051920" y="4903200"/>
            <a:chExt cx="19179360" cy="21240"/>
          </a:xfrm>
        </p:grpSpPr>
        <p:sp>
          <p:nvSpPr>
            <p:cNvPr id="64" name="Freeform 19"/>
            <p:cNvSpPr/>
            <p:nvPr/>
          </p:nvSpPr>
          <p:spPr>
            <a:xfrm>
              <a:off x="1051920" y="490320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20"/>
          <p:cNvGrpSpPr/>
          <p:nvPr/>
        </p:nvGrpSpPr>
        <p:grpSpPr>
          <a:xfrm>
            <a:off x="986400" y="8005680"/>
            <a:ext cx="19179360" cy="21240"/>
            <a:chOff x="986400" y="8005680"/>
            <a:chExt cx="19179360" cy="21240"/>
          </a:xfrm>
        </p:grpSpPr>
        <p:sp>
          <p:nvSpPr>
            <p:cNvPr id="66" name="Freeform 21"/>
            <p:cNvSpPr/>
            <p:nvPr/>
          </p:nvSpPr>
          <p:spPr>
            <a:xfrm>
              <a:off x="986400" y="800568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4"/>
          <p:cNvSpPr/>
          <p:nvPr/>
        </p:nvSpPr>
        <p:spPr>
          <a:xfrm>
            <a:off x="3713040" y="1710000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"/>
          <p:cNvSpPr/>
          <p:nvPr/>
        </p:nvSpPr>
        <p:spPr>
          <a:xfrm>
            <a:off x="3879360" y="2700000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3600000" y="2163312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320" y="18425160"/>
            <a:ext cx="149896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49040" y="27900000"/>
            <a:ext cx="196470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080000" y="25200000"/>
            <a:ext cx="193604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6083360" y="18425160"/>
            <a:ext cx="41889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320" y="17943480"/>
            <a:ext cx="19179360" cy="21240"/>
            <a:chOff x="1093320" y="17943480"/>
            <a:chExt cx="19179360" cy="21240"/>
          </a:xfrm>
        </p:grpSpPr>
        <p:sp>
          <p:nvSpPr>
            <p:cNvPr id="75" name="Freeform 23"/>
            <p:cNvSpPr/>
            <p:nvPr/>
          </p:nvSpPr>
          <p:spPr>
            <a:xfrm>
              <a:off x="1093320" y="1794348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295160"/>
            <a:ext cx="19179360" cy="21240"/>
            <a:chOff x="1080000" y="22295160"/>
            <a:chExt cx="19179360" cy="21240"/>
          </a:xfrm>
        </p:grpSpPr>
        <p:sp>
          <p:nvSpPr>
            <p:cNvPr id="77" name="Freeform 25"/>
            <p:cNvSpPr/>
            <p:nvPr/>
          </p:nvSpPr>
          <p:spPr>
            <a:xfrm>
              <a:off x="1080000" y="2229516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7694080"/>
            <a:ext cx="19179360" cy="21240"/>
            <a:chOff x="900000" y="27694080"/>
            <a:chExt cx="19179360" cy="21240"/>
          </a:xfrm>
        </p:grpSpPr>
        <p:sp>
          <p:nvSpPr>
            <p:cNvPr id="79" name="Freeform 27"/>
            <p:cNvSpPr/>
            <p:nvPr/>
          </p:nvSpPr>
          <p:spPr>
            <a:xfrm>
              <a:off x="900000" y="2769408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056680"/>
            <a:ext cx="15183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15994080" y="20056680"/>
            <a:ext cx="4264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3699360" y="2430108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977040" y="24995160"/>
            <a:ext cx="19179360" cy="21240"/>
            <a:chOff x="977040" y="24995160"/>
            <a:chExt cx="19179360" cy="21240"/>
          </a:xfrm>
        </p:grpSpPr>
        <p:sp>
          <p:nvSpPr>
            <p:cNvPr id="84" name="Freeform 1"/>
            <p:cNvSpPr/>
            <p:nvPr/>
          </p:nvSpPr>
          <p:spPr>
            <a:xfrm>
              <a:off x="977040" y="2499516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"/>
          <p:cNvSpPr/>
          <p:nvPr/>
        </p:nvSpPr>
        <p:spPr>
          <a:xfrm>
            <a:off x="1061640" y="22588200"/>
            <a:ext cx="19094760" cy="15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40000" y="-180000"/>
            <a:ext cx="2051892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8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2026-03-05T21:59:40Z</dcterms:modified>
  <cp:revision>18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