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roxima Nova Bold"/>
    </p:embeddedFont>
    <p:embeddedFont>
      <p:font typeface="Proxima Nova"/>
      <p:regular r:id="rId4"/>
      <p:bold r:id="rId4"/>
    </p:embeddedFont>
    <p:embeddedFont>
      <p:font typeface="Microsoft YaHei"/>
      <p:regular r:id="rId5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roxima_Nova_Regular.fntdata"/><Relationship Id="rId5" Type="http://schemas.openxmlformats.org/officeDocument/2006/relationships/font" Target="fonts/Font_2_Microsoft_YaHei_Regular.fntdata"/><Relationship Id="rId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D4DA65A-A6D5-45A2-B4A0-B18A8877661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3480" cy="1157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6960" cy="584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3480" cy="468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469CEE2-5C2D-4D0F-AB38-0786F22958B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1720" cy="561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1720" cy="4110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1720" cy="80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6428A36-34A0-4B75-8557-395796D59A6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7720" cy="1465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589F6E0-F59B-4EF3-B626-0E09D27AFD3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920" cy="1138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4920" cy="4521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F40AB57-0B2F-4B5C-B466-1FC9F48AFB1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2720" cy="584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5240" cy="584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E4CCCD1-524A-4A7A-BDD8-620488F2825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920" cy="1138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4920" cy="4521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4A2D2AB-1E61-4493-9BCC-131DEF2ADA0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7720" cy="13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7720" cy="1495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70B23A3-03F0-4D7E-90F7-551DA100932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920" cy="1138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3800" cy="4521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3800" cy="4521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63AE429-ABCE-4431-B4D9-37342476C4D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920" cy="1138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5600" cy="635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5600" cy="3946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7040" cy="635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7040" cy="3946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6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7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8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418C0A4-E04E-4098-80F3-47EC724873A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920" cy="1138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79A3411-1B1A-484E-9200-93687F74767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Box 15"/>
          <p:cNvSpPr/>
          <p:nvPr/>
        </p:nvSpPr>
        <p:spPr>
          <a:xfrm>
            <a:off x="1028160" y="8281080"/>
            <a:ext cx="19310760" cy="59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{{exp_1_role}} {{exp_1_company}} {{exp_1_dates}}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ts val="425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{{exp_1_b1}}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ts val="425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{{exp_1_b2}}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ts val="425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{{exp_1_b3}}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ts val="425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{{exp_1_b4}}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4252"/>
              </a:lnSpc>
            </a:pP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{{exp_2_role}} {{exp_2_company}} {{exp_2_dates}}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ts val="425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{{exp_2_b1}}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ts val="425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{{exp_2_b2}}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ts val="425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{{exp_2_b3}}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ts val="425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{{exp_2_b4}}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Box 3"/>
          <p:cNvSpPr/>
          <p:nvPr/>
        </p:nvSpPr>
        <p:spPr>
          <a:xfrm>
            <a:off x="8971920" y="3880080"/>
            <a:ext cx="333972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PERFIL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Box 8"/>
          <p:cNvSpPr/>
          <p:nvPr/>
        </p:nvSpPr>
        <p:spPr>
          <a:xfrm>
            <a:off x="986400" y="5169600"/>
            <a:ext cx="1918008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{{about}}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14"/>
          <p:cNvSpPr/>
          <p:nvPr/>
        </p:nvSpPr>
        <p:spPr>
          <a:xfrm>
            <a:off x="7299720" y="7291080"/>
            <a:ext cx="668412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EXPERIENCIA LABORAL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3" name="Group 18"/>
          <p:cNvGrpSpPr/>
          <p:nvPr/>
        </p:nvGrpSpPr>
        <p:grpSpPr>
          <a:xfrm>
            <a:off x="1051920" y="4903200"/>
            <a:ext cx="19180440" cy="22320"/>
            <a:chOff x="1051920" y="4903200"/>
            <a:chExt cx="19180440" cy="22320"/>
          </a:xfrm>
        </p:grpSpPr>
        <p:sp>
          <p:nvSpPr>
            <p:cNvPr id="64" name="Freeform 19"/>
            <p:cNvSpPr/>
            <p:nvPr/>
          </p:nvSpPr>
          <p:spPr>
            <a:xfrm>
              <a:off x="1051920" y="4903200"/>
              <a:ext cx="19180440" cy="22320"/>
            </a:xfrm>
            <a:custGeom>
              <a:avLst/>
              <a:gdLst>
                <a:gd name="textAreaLeft" fmla="*/ 0 w 19180440"/>
                <a:gd name="textAreaRight" fmla="*/ 19185120 w 19180440"/>
                <a:gd name="textAreaTop" fmla="*/ 0 h 22320"/>
                <a:gd name="textAreaBottom" fmla="*/ 27000 h 2232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5" name="Group 20"/>
          <p:cNvGrpSpPr/>
          <p:nvPr/>
        </p:nvGrpSpPr>
        <p:grpSpPr>
          <a:xfrm>
            <a:off x="986400" y="8257680"/>
            <a:ext cx="19180440" cy="22320"/>
            <a:chOff x="986400" y="8257680"/>
            <a:chExt cx="19180440" cy="22320"/>
          </a:xfrm>
        </p:grpSpPr>
        <p:sp>
          <p:nvSpPr>
            <p:cNvPr id="66" name="Freeform 21"/>
            <p:cNvSpPr/>
            <p:nvPr/>
          </p:nvSpPr>
          <p:spPr>
            <a:xfrm>
              <a:off x="986400" y="8257680"/>
              <a:ext cx="19180440" cy="22320"/>
            </a:xfrm>
            <a:custGeom>
              <a:avLst/>
              <a:gdLst>
                <a:gd name="textAreaLeft" fmla="*/ 0 w 19180440"/>
                <a:gd name="textAreaRight" fmla="*/ 19185120 w 19180440"/>
                <a:gd name="textAreaTop" fmla="*/ 0 h 22320"/>
                <a:gd name="textAreaBottom" fmla="*/ 27000 h 2232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7" name="TextBox 4"/>
          <p:cNvSpPr/>
          <p:nvPr/>
        </p:nvSpPr>
        <p:spPr>
          <a:xfrm>
            <a:off x="3713040" y="17100000"/>
            <a:ext cx="1394100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EDUCACIÓN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5"/>
          <p:cNvSpPr/>
          <p:nvPr/>
        </p:nvSpPr>
        <p:spPr>
          <a:xfrm>
            <a:off x="3600000" y="27000000"/>
            <a:ext cx="1394100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INFORMACIÓN ADICIONAL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6"/>
          <p:cNvSpPr/>
          <p:nvPr/>
        </p:nvSpPr>
        <p:spPr>
          <a:xfrm>
            <a:off x="3876480" y="21601080"/>
            <a:ext cx="1394100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CERTIFICACIONES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9"/>
          <p:cNvSpPr/>
          <p:nvPr/>
        </p:nvSpPr>
        <p:spPr>
          <a:xfrm>
            <a:off x="1093320" y="18425160"/>
            <a:ext cx="1499076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{{edu_1_degree}} </a:t>
            </a: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{{edu_1_school}}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0"/>
          <p:cNvSpPr/>
          <p:nvPr/>
        </p:nvSpPr>
        <p:spPr>
          <a:xfrm>
            <a:off x="1049040" y="27900000"/>
            <a:ext cx="1964808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11"/>
          <p:cNvSpPr/>
          <p:nvPr/>
        </p:nvSpPr>
        <p:spPr>
          <a:xfrm>
            <a:off x="1080000" y="25200000"/>
            <a:ext cx="1936152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13"/>
          <p:cNvSpPr/>
          <p:nvPr/>
        </p:nvSpPr>
        <p:spPr>
          <a:xfrm>
            <a:off x="17680680" y="18425160"/>
            <a:ext cx="2592720" cy="55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{{edu_1_years}}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4" name="Group 22"/>
          <p:cNvGrpSpPr/>
          <p:nvPr/>
        </p:nvGrpSpPr>
        <p:grpSpPr>
          <a:xfrm>
            <a:off x="1093320" y="17943480"/>
            <a:ext cx="19180440" cy="22320"/>
            <a:chOff x="1093320" y="17943480"/>
            <a:chExt cx="19180440" cy="22320"/>
          </a:xfrm>
        </p:grpSpPr>
        <p:sp>
          <p:nvSpPr>
            <p:cNvPr id="75" name="Freeform 23"/>
            <p:cNvSpPr/>
            <p:nvPr/>
          </p:nvSpPr>
          <p:spPr>
            <a:xfrm>
              <a:off x="1093320" y="17943480"/>
              <a:ext cx="19180440" cy="22320"/>
            </a:xfrm>
            <a:custGeom>
              <a:avLst/>
              <a:gdLst>
                <a:gd name="textAreaLeft" fmla="*/ 0 w 19180440"/>
                <a:gd name="textAreaRight" fmla="*/ 19185120 w 19180440"/>
                <a:gd name="textAreaTop" fmla="*/ 0 h 22320"/>
                <a:gd name="textAreaBottom" fmla="*/ 27000 h 2232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6" name="Group 24"/>
          <p:cNvGrpSpPr/>
          <p:nvPr/>
        </p:nvGrpSpPr>
        <p:grpSpPr>
          <a:xfrm>
            <a:off x="1080000" y="22295160"/>
            <a:ext cx="19180440" cy="22320"/>
            <a:chOff x="1080000" y="22295160"/>
            <a:chExt cx="19180440" cy="22320"/>
          </a:xfrm>
        </p:grpSpPr>
        <p:sp>
          <p:nvSpPr>
            <p:cNvPr id="77" name="Freeform 25"/>
            <p:cNvSpPr/>
            <p:nvPr/>
          </p:nvSpPr>
          <p:spPr>
            <a:xfrm>
              <a:off x="1080000" y="22295160"/>
              <a:ext cx="19180440" cy="22320"/>
            </a:xfrm>
            <a:custGeom>
              <a:avLst/>
              <a:gdLst>
                <a:gd name="textAreaLeft" fmla="*/ 0 w 19180440"/>
                <a:gd name="textAreaRight" fmla="*/ 19185120 w 19180440"/>
                <a:gd name="textAreaTop" fmla="*/ 0 h 22320"/>
                <a:gd name="textAreaBottom" fmla="*/ 27000 h 2232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8" name="Group 26"/>
          <p:cNvGrpSpPr/>
          <p:nvPr/>
        </p:nvGrpSpPr>
        <p:grpSpPr>
          <a:xfrm>
            <a:off x="900000" y="27694080"/>
            <a:ext cx="19180440" cy="22320"/>
            <a:chOff x="900000" y="27694080"/>
            <a:chExt cx="19180440" cy="22320"/>
          </a:xfrm>
        </p:grpSpPr>
        <p:sp>
          <p:nvSpPr>
            <p:cNvPr id="79" name="Freeform 27"/>
            <p:cNvSpPr/>
            <p:nvPr/>
          </p:nvSpPr>
          <p:spPr>
            <a:xfrm>
              <a:off x="900000" y="27694080"/>
              <a:ext cx="19180440" cy="22320"/>
            </a:xfrm>
            <a:custGeom>
              <a:avLst/>
              <a:gdLst>
                <a:gd name="textAreaLeft" fmla="*/ 0 w 19180440"/>
                <a:gd name="textAreaRight" fmla="*/ 19185120 w 19180440"/>
                <a:gd name="textAreaTop" fmla="*/ 0 h 22320"/>
                <a:gd name="textAreaBottom" fmla="*/ 27000 h 2232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0" name="TextBox 31"/>
          <p:cNvSpPr/>
          <p:nvPr/>
        </p:nvSpPr>
        <p:spPr>
          <a:xfrm>
            <a:off x="1080000" y="20056680"/>
            <a:ext cx="1518408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{{edu_2_degree}} </a:t>
            </a: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{{edu_2_school}}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33"/>
          <p:cNvSpPr/>
          <p:nvPr/>
        </p:nvSpPr>
        <p:spPr>
          <a:xfrm>
            <a:off x="17568720" y="20056680"/>
            <a:ext cx="2691360" cy="55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{{edu_2_years}}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20"/>
          <p:cNvSpPr/>
          <p:nvPr/>
        </p:nvSpPr>
        <p:spPr>
          <a:xfrm>
            <a:off x="3600000" y="24301080"/>
            <a:ext cx="1394100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COMPETENCIAS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3" name="Group 1"/>
          <p:cNvGrpSpPr/>
          <p:nvPr/>
        </p:nvGrpSpPr>
        <p:grpSpPr>
          <a:xfrm>
            <a:off x="977040" y="24995160"/>
            <a:ext cx="19180440" cy="22320"/>
            <a:chOff x="977040" y="24995160"/>
            <a:chExt cx="19180440" cy="22320"/>
          </a:xfrm>
        </p:grpSpPr>
        <p:sp>
          <p:nvSpPr>
            <p:cNvPr id="84" name="Freeform 1"/>
            <p:cNvSpPr/>
            <p:nvPr/>
          </p:nvSpPr>
          <p:spPr>
            <a:xfrm>
              <a:off x="977040" y="24995160"/>
              <a:ext cx="19180440" cy="22320"/>
            </a:xfrm>
            <a:custGeom>
              <a:avLst/>
              <a:gdLst>
                <a:gd name="textAreaLeft" fmla="*/ 0 w 19180440"/>
                <a:gd name="textAreaRight" fmla="*/ 19185120 w 19180440"/>
                <a:gd name="textAreaTop" fmla="*/ 0 h 22320"/>
                <a:gd name="textAreaBottom" fmla="*/ 27000 h 2232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5" name=""/>
          <p:cNvSpPr/>
          <p:nvPr/>
        </p:nvSpPr>
        <p:spPr>
          <a:xfrm>
            <a:off x="1061640" y="22588200"/>
            <a:ext cx="19095840" cy="152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2"/>
          <p:cNvSpPr/>
          <p:nvPr/>
        </p:nvSpPr>
        <p:spPr>
          <a:xfrm>
            <a:off x="540000" y="-180000"/>
            <a:ext cx="20520000" cy="171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13504"/>
              </a:lnSpc>
            </a:pPr>
            <a:r>
              <a:rPr lang="en-US" sz="800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{{name}}</a:t>
            </a:r>
            <a:endParaRPr lang="es-AR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7"/>
          <p:cNvSpPr/>
          <p:nvPr/>
        </p:nvSpPr>
        <p:spPr>
          <a:xfrm>
            <a:off x="1800000" y="1440000"/>
            <a:ext cx="18179640" cy="16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357"/>
              </a:lnSpc>
            </a:pP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7"/>
              </a:lnSpc>
            </a:pPr>
            <a:r>
              <a:rPr lang="en-US" sz="40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{{title}}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{{contact_phone}} | {{contact_email}} | {{contact_location}}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DAG9kRgokg4</dc:identifier>
  <dc:language>es-AR</dc:language>
  <cp:lastModifiedBy/>
  <dcterms:modified xsi:type="dcterms:W3CDTF">2026-03-01T23:01:44Z</dcterms:modified>
  <cp:revision>15</cp:revision>
  <dc:subject/>
  <dc:title>Plantilla_oficial_9.pptx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