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Garet"/>
      <p:regular r:id="rId4"/>
      <p:bold r:id="rId4"/>
    </p:embeddedFont>
    <p:embeddedFont>
      <p:font typeface="Montserrat"/>
      <p:regular r:id="rId5"/>
      <p:bold r:id="rId5"/>
    </p:embeddedFont>
    <p:embeddedFont>
      <p:font typeface="Microsoft YaHei"/>
      <p:regular r:id="rId6"/>
    </p:embeddedFont>
    <p:embeddedFont>
      <p:font typeface="Garet Bold"/>
    </p:embeddedFont>
    <p:embeddedFont>
      <p:font typeface="Garet Italic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Garet_Regular.fntdata"/><Relationship Id="rId5" Type="http://schemas.openxmlformats.org/officeDocument/2006/relationships/font" Target="fonts/Font_2_Montserrat_Regular.fntdata"/><Relationship Id="rId6" Type="http://schemas.openxmlformats.org/officeDocument/2006/relationships/font" Target="fonts/Font_3_Microsoft_YaHei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560" cy="112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3DF3C5D-8093-4D4B-B5A1-6D7F474E0D7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DC30C7E-3108-419D-969A-D11FC3BADE3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4120" cy="114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7600" cy="583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4120" cy="467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F62FE40-6D14-4402-B028-BBC265439A0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2360" cy="55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2360" cy="4100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2360" cy="79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9544DBF-66C7-4E0E-A661-EBB33C1D26B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8360" cy="145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0AF2637-3BD7-4F5E-992C-6FF09AAD3C7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560" cy="112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5560" cy="451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5C9C4EC-F103-4C4A-A83E-17E59BAAB3E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3360" cy="583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5880" cy="583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14591B5-0ABF-4250-9E32-29E0B965B37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560" cy="112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5560" cy="451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3390D32-2422-40A1-A96F-776380B3AA0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8360" cy="134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8360" cy="148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029955F-83EE-4DE6-98E3-EF95FF1EB13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560" cy="112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4440" cy="451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4440" cy="451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6AFE398-FD9F-4C1E-84CE-42A05D3474C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560" cy="112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6240" cy="62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6240" cy="3937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7680" cy="62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7680" cy="3937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7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8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8259AB3-0AFE-4935-866B-0419624AB86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2"/>
          <p:cNvSpPr/>
          <p:nvPr/>
        </p:nvSpPr>
        <p:spPr>
          <a:xfrm>
            <a:off x="0" y="0"/>
            <a:ext cx="21378960" cy="4921200"/>
          </a:xfrm>
          <a:custGeom>
            <a:avLst/>
            <a:gdLst>
              <a:gd name="textAreaLeft" fmla="*/ 0 w 21378960"/>
              <a:gd name="textAreaRight" fmla="*/ 21393000 w 21378960"/>
              <a:gd name="textAreaTop" fmla="*/ 0 h 4921200"/>
              <a:gd name="textAreaBottom" fmla="*/ 4934880 h 4921200"/>
            </a:gdLst>
            <a:ahLst/>
            <a:cxnLst/>
            <a:rect l="textAreaLeft" t="textAreaTop" r="textAreaRight" b="textAreaBottom"/>
            <a:pathLst>
              <a:path w="21392989" h="5161031">
                <a:moveTo>
                  <a:pt x="0" y="0"/>
                </a:moveTo>
                <a:lnTo>
                  <a:pt x="21392989" y="0"/>
                </a:lnTo>
                <a:lnTo>
                  <a:pt x="21392989" y="5161031"/>
                </a:lnTo>
                <a:lnTo>
                  <a:pt x="0" y="5161031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18"/>
          <p:cNvGrpSpPr/>
          <p:nvPr/>
        </p:nvGrpSpPr>
        <p:grpSpPr>
          <a:xfrm>
            <a:off x="912960" y="6469200"/>
            <a:ext cx="11430720" cy="57600"/>
            <a:chOff x="912960" y="6469200"/>
            <a:chExt cx="11430720" cy="57600"/>
          </a:xfrm>
        </p:grpSpPr>
        <p:sp>
          <p:nvSpPr>
            <p:cNvPr id="61" name="Freeform 19"/>
            <p:cNvSpPr/>
            <p:nvPr/>
          </p:nvSpPr>
          <p:spPr>
            <a:xfrm>
              <a:off x="912960" y="6469200"/>
              <a:ext cx="11430720" cy="57600"/>
            </a:xfrm>
            <a:custGeom>
              <a:avLst/>
              <a:gdLst>
                <a:gd name="textAreaLeft" fmla="*/ 0 w 11430720"/>
                <a:gd name="textAreaRight" fmla="*/ 11445840 w 11430720"/>
                <a:gd name="textAreaTop" fmla="*/ 0 h 57600"/>
                <a:gd name="textAreaBottom" fmla="*/ 71640 h 57600"/>
              </a:gdLst>
              <a:ahLst/>
              <a:cxnLst/>
              <a:rect l="textAreaLeft" t="textAreaTop" r="textAreaRight" b="textAreaBottom"/>
              <a:pathLst>
                <a:path w="13971524" h="95759">
                  <a:moveTo>
                    <a:pt x="47879" y="0"/>
                  </a:moveTo>
                  <a:lnTo>
                    <a:pt x="13923645" y="0"/>
                  </a:lnTo>
                  <a:cubicBezTo>
                    <a:pt x="13950060" y="0"/>
                    <a:pt x="13971524" y="21463"/>
                    <a:pt x="13971524" y="47879"/>
                  </a:cubicBezTo>
                  <a:cubicBezTo>
                    <a:pt x="13971524" y="74295"/>
                    <a:pt x="13950060" y="95758"/>
                    <a:pt x="13923645" y="95758"/>
                  </a:cubicBezTo>
                  <a:lnTo>
                    <a:pt x="47879" y="95758"/>
                  </a:lnTo>
                  <a:cubicBezTo>
                    <a:pt x="21463" y="95885"/>
                    <a:pt x="0" y="74422"/>
                    <a:pt x="0" y="47879"/>
                  </a:cubicBezTo>
                  <a:cubicBezTo>
                    <a:pt x="0" y="21336"/>
                    <a:pt x="21463" y="0"/>
                    <a:pt x="47879" y="0"/>
                  </a:cubicBezTo>
                  <a:close/>
                </a:path>
              </a:pathLst>
            </a:custGeom>
            <a:solidFill>
              <a:srgbClr val="c0504d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6640" bIns="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2" name="TextBox 20"/>
          <p:cNvSpPr/>
          <p:nvPr/>
        </p:nvSpPr>
        <p:spPr>
          <a:xfrm>
            <a:off x="942480" y="5580000"/>
            <a:ext cx="744804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Garet"/>
                <a:ea typeface="Garet Bold"/>
              </a:rPr>
              <a:t>PERFIL PROFESIONAL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21"/>
          <p:cNvSpPr/>
          <p:nvPr/>
        </p:nvSpPr>
        <p:spPr>
          <a:xfrm>
            <a:off x="942480" y="6631560"/>
            <a:ext cx="11406240" cy="4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41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4" name="Group 30"/>
          <p:cNvGrpSpPr/>
          <p:nvPr/>
        </p:nvGrpSpPr>
        <p:grpSpPr>
          <a:xfrm>
            <a:off x="912960" y="10829160"/>
            <a:ext cx="11411280" cy="39960"/>
            <a:chOff x="912960" y="10829160"/>
            <a:chExt cx="11411280" cy="39960"/>
          </a:xfrm>
        </p:grpSpPr>
        <p:sp>
          <p:nvSpPr>
            <p:cNvPr id="65" name="Freeform 31"/>
            <p:cNvSpPr/>
            <p:nvPr/>
          </p:nvSpPr>
          <p:spPr>
            <a:xfrm>
              <a:off x="912960" y="10829160"/>
              <a:ext cx="11411280" cy="39960"/>
            </a:xfrm>
            <a:custGeom>
              <a:avLst/>
              <a:gdLst>
                <a:gd name="textAreaLeft" fmla="*/ 0 w 11411280"/>
                <a:gd name="textAreaRight" fmla="*/ 11426400 w 11411280"/>
                <a:gd name="textAreaTop" fmla="*/ 0 h 39960"/>
                <a:gd name="textAreaBottom" fmla="*/ 54000 h 39960"/>
              </a:gdLst>
              <a:ahLst/>
              <a:cxnLst/>
              <a:rect l="textAreaLeft" t="textAreaTop" r="textAreaRight" b="textAreaBottom"/>
              <a:pathLst>
                <a:path w="13947648" h="71882">
                  <a:moveTo>
                    <a:pt x="35941" y="0"/>
                  </a:moveTo>
                  <a:lnTo>
                    <a:pt x="13911707" y="0"/>
                  </a:lnTo>
                  <a:cubicBezTo>
                    <a:pt x="13931520" y="0"/>
                    <a:pt x="13947648" y="16129"/>
                    <a:pt x="13947648" y="35941"/>
                  </a:cubicBezTo>
                  <a:cubicBezTo>
                    <a:pt x="13947648" y="55753"/>
                    <a:pt x="13931520" y="71882"/>
                    <a:pt x="13911707" y="71882"/>
                  </a:cubicBezTo>
                  <a:lnTo>
                    <a:pt x="35941" y="71882"/>
                  </a:lnTo>
                  <a:cubicBezTo>
                    <a:pt x="16129" y="71882"/>
                    <a:pt x="0" y="55753"/>
                    <a:pt x="0" y="35941"/>
                  </a:cubicBezTo>
                  <a:cubicBezTo>
                    <a:pt x="0" y="16129"/>
                    <a:pt x="16129" y="0"/>
                    <a:pt x="35941" y="0"/>
                  </a:cubicBezTo>
                  <a:close/>
                </a:path>
              </a:pathLst>
            </a:custGeom>
            <a:solidFill>
              <a:srgbClr val="c0504d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000" bIns="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6" name="Group 32"/>
          <p:cNvGrpSpPr/>
          <p:nvPr/>
        </p:nvGrpSpPr>
        <p:grpSpPr>
          <a:xfrm>
            <a:off x="888840" y="25803000"/>
            <a:ext cx="11430360" cy="57600"/>
            <a:chOff x="888840" y="25803000"/>
            <a:chExt cx="11430360" cy="57600"/>
          </a:xfrm>
        </p:grpSpPr>
        <p:sp>
          <p:nvSpPr>
            <p:cNvPr id="67" name="Freeform 33"/>
            <p:cNvSpPr/>
            <p:nvPr/>
          </p:nvSpPr>
          <p:spPr>
            <a:xfrm>
              <a:off x="888840" y="25803000"/>
              <a:ext cx="11430360" cy="57600"/>
            </a:xfrm>
            <a:custGeom>
              <a:avLst/>
              <a:gdLst>
                <a:gd name="textAreaLeft" fmla="*/ 0 w 11430360"/>
                <a:gd name="textAreaRight" fmla="*/ 11445480 w 11430360"/>
                <a:gd name="textAreaTop" fmla="*/ 0 h 57600"/>
                <a:gd name="textAreaBottom" fmla="*/ 71640 h 57600"/>
              </a:gdLst>
              <a:ahLst/>
              <a:cxnLst/>
              <a:rect l="textAreaLeft" t="textAreaTop" r="textAreaRight" b="textAreaBottom"/>
              <a:pathLst>
                <a:path w="13971524" h="95759">
                  <a:moveTo>
                    <a:pt x="47879" y="0"/>
                  </a:moveTo>
                  <a:lnTo>
                    <a:pt x="13923645" y="0"/>
                  </a:lnTo>
                  <a:cubicBezTo>
                    <a:pt x="13950060" y="0"/>
                    <a:pt x="13971524" y="21463"/>
                    <a:pt x="13971524" y="47879"/>
                  </a:cubicBezTo>
                  <a:cubicBezTo>
                    <a:pt x="13971524" y="74295"/>
                    <a:pt x="13950060" y="95758"/>
                    <a:pt x="13923645" y="95758"/>
                  </a:cubicBezTo>
                  <a:lnTo>
                    <a:pt x="47879" y="95758"/>
                  </a:lnTo>
                  <a:cubicBezTo>
                    <a:pt x="21463" y="95885"/>
                    <a:pt x="0" y="74422"/>
                    <a:pt x="0" y="47879"/>
                  </a:cubicBezTo>
                  <a:cubicBezTo>
                    <a:pt x="0" y="21336"/>
                    <a:pt x="21463" y="0"/>
                    <a:pt x="47879" y="0"/>
                  </a:cubicBezTo>
                  <a:close/>
                </a:path>
              </a:pathLst>
            </a:custGeom>
            <a:solidFill>
              <a:srgbClr val="c0504d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6640" bIns="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8" name="TextBox 34"/>
          <p:cNvSpPr/>
          <p:nvPr/>
        </p:nvSpPr>
        <p:spPr>
          <a:xfrm>
            <a:off x="888840" y="25142040"/>
            <a:ext cx="1056060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Garet"/>
                <a:ea typeface="Garet Bold"/>
              </a:rPr>
              <a:t>FORMACIÓN PROFESIONAL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5"/>
          <p:cNvSpPr/>
          <p:nvPr/>
        </p:nvSpPr>
        <p:spPr>
          <a:xfrm>
            <a:off x="916560" y="25881480"/>
            <a:ext cx="11406240" cy="20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"/>
              </a:rPr>
              <a:t>{{edu_1_degree}}  {{edu_1_school}}  {{edu_1_years}}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67"/>
              </a:lnSpc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"/>
              </a:rPr>
              <a:t>{{edu_2_degree}}  {{edu_2_school}}  {{edu_2_years}}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6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"/>
              </a:rPr>
              <a:t>{{edu_3_degree}}  {{edu_3_school}}  {{edu_3_years}}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9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42"/>
          <p:cNvSpPr/>
          <p:nvPr/>
        </p:nvSpPr>
        <p:spPr>
          <a:xfrm>
            <a:off x="942480" y="9939600"/>
            <a:ext cx="1000152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Garet"/>
                <a:ea typeface="Garet Bold"/>
              </a:rPr>
              <a:t>EXPERIENCIA LABORAL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1" name="Group 43"/>
          <p:cNvGrpSpPr/>
          <p:nvPr/>
        </p:nvGrpSpPr>
        <p:grpSpPr>
          <a:xfrm>
            <a:off x="720000" y="10409760"/>
            <a:ext cx="12778200" cy="12386520"/>
            <a:chOff x="720000" y="10409760"/>
            <a:chExt cx="12778200" cy="12386520"/>
          </a:xfrm>
        </p:grpSpPr>
        <p:sp>
          <p:nvSpPr>
            <p:cNvPr id="72" name="TextBox 44"/>
            <p:cNvSpPr/>
            <p:nvPr/>
          </p:nvSpPr>
          <p:spPr>
            <a:xfrm>
              <a:off x="961560" y="10409760"/>
              <a:ext cx="12323520" cy="499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6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" name="TextBox 45"/>
            <p:cNvSpPr/>
            <p:nvPr/>
          </p:nvSpPr>
          <p:spPr>
            <a:xfrm>
              <a:off x="961560" y="11586960"/>
              <a:ext cx="12366360" cy="2567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232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" name="TextBox 46"/>
            <p:cNvSpPr/>
            <p:nvPr/>
          </p:nvSpPr>
          <p:spPr>
            <a:xfrm>
              <a:off x="933120" y="11046960"/>
              <a:ext cx="12323520" cy="4614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566"/>
                </a:lnSpc>
              </a:pPr>
              <a:r>
                <a:rPr lang="en-US" sz="2830" b="1" u="none" spc="51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Italics"/>
                </a:rPr>
                <a:t>{{exp_1_role}}  </a:t>
              </a:r>
              <a:r>
                <a:rPr lang="en-US" sz="2550" b="0" u="none" spc="60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Bold"/>
                </a:rPr>
                <a:t>{{exp_1_company}} </a:t>
              </a:r>
              <a:r>
                <a:rPr lang="en-US" sz="2550" b="0" u="none" spc="51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Italics"/>
                </a:rPr>
                <a:t>{{exp_1_dates}}</a:t>
              </a:r>
              <a:endParaRPr lang="es-AR" sz="25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44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Garet"/>
                  <a:ea typeface="Montserrat"/>
                </a:rPr>
                <a:t>{{exp_1_bullets_block}} 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44"/>
                </a:lnSpc>
                <a:spcBef>
                  <a:spcPts val="1191"/>
                </a:spcBef>
                <a:spcAft>
                  <a:spcPts val="992"/>
                </a:spcAft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566"/>
                </a:lnSpc>
              </a:pPr>
              <a:r>
                <a:rPr lang="en-US" sz="2830" b="1" u="none" spc="51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Italics"/>
                </a:rPr>
                <a:t>{{exp_2_role}}  </a:t>
              </a:r>
              <a:r>
                <a:rPr lang="en-US" sz="2550" b="0" u="none" spc="60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Bold"/>
                </a:rPr>
                <a:t>{{exp_2_company}} </a:t>
              </a:r>
              <a:r>
                <a:rPr lang="en-US" sz="2550" b="0" u="none" spc="51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Italics"/>
                </a:rPr>
                <a:t>{{exp_2_dates}}</a:t>
              </a:r>
              <a:endParaRPr lang="es-AR" sz="25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44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Garet"/>
                  <a:ea typeface="Montserrat"/>
                </a:rPr>
                <a:t>{{exp_2_bullets_block}} 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44"/>
                </a:lnSpc>
                <a:spcBef>
                  <a:spcPts val="1191"/>
                </a:spcBef>
                <a:spcAft>
                  <a:spcPts val="992"/>
                </a:spcAft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566"/>
                </a:lnSpc>
              </a:pPr>
              <a:r>
                <a:rPr lang="en-US" sz="2830" b="1" u="none" spc="51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Italics"/>
                </a:rPr>
                <a:t>{{exp_3_role}}  </a:t>
              </a:r>
              <a:r>
                <a:rPr lang="en-US" sz="2550" b="0" u="none" spc="60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Bold"/>
                </a:rPr>
                <a:t>{{exp_3_company}} </a:t>
              </a:r>
              <a:r>
                <a:rPr lang="en-US" sz="2550" b="0" u="none" spc="51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Italics"/>
                </a:rPr>
                <a:t>{{exp_3_dates}}</a:t>
              </a:r>
              <a:endParaRPr lang="es-AR" sz="25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44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Garet"/>
                  <a:ea typeface="Montserrat"/>
                </a:rPr>
                <a:t>{{exp_3_bullets_block}} 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" name="TextBox 47"/>
            <p:cNvSpPr/>
            <p:nvPr/>
          </p:nvSpPr>
          <p:spPr>
            <a:xfrm>
              <a:off x="918720" y="14646960"/>
              <a:ext cx="12366720" cy="497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86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" name="TextBox 48"/>
            <p:cNvSpPr/>
            <p:nvPr/>
          </p:nvSpPr>
          <p:spPr>
            <a:xfrm>
              <a:off x="918720" y="15332760"/>
              <a:ext cx="12366720" cy="443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566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" name="TextBox 49"/>
            <p:cNvSpPr/>
            <p:nvPr/>
          </p:nvSpPr>
          <p:spPr>
            <a:xfrm>
              <a:off x="918720" y="15815160"/>
              <a:ext cx="12366720" cy="2567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232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" name="TextBox 50"/>
            <p:cNvSpPr/>
            <p:nvPr/>
          </p:nvSpPr>
          <p:spPr>
            <a:xfrm>
              <a:off x="720000" y="18821160"/>
              <a:ext cx="12366720" cy="497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86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" name="TextBox 51"/>
            <p:cNvSpPr/>
            <p:nvPr/>
          </p:nvSpPr>
          <p:spPr>
            <a:xfrm>
              <a:off x="871560" y="19506960"/>
              <a:ext cx="12626640" cy="443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566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" name="TextBox 52"/>
            <p:cNvSpPr/>
            <p:nvPr/>
          </p:nvSpPr>
          <p:spPr>
            <a:xfrm>
              <a:off x="871560" y="20228760"/>
              <a:ext cx="12366720" cy="2567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232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1" name="TextBox 53"/>
          <p:cNvSpPr/>
          <p:nvPr/>
        </p:nvSpPr>
        <p:spPr>
          <a:xfrm>
            <a:off x="15660000" y="180000"/>
            <a:ext cx="255744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14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16560000" y="535320"/>
            <a:ext cx="521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39"/>
          <p:cNvSpPr/>
          <p:nvPr/>
        </p:nvSpPr>
        <p:spPr>
          <a:xfrm>
            <a:off x="1285560" y="1440360"/>
            <a:ext cx="14005080" cy="133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7115"/>
              </a:lnSpc>
            </a:pPr>
            <a:r>
              <a:rPr lang="en-US" sz="6530" b="1" u="none" spc="-227" strike="noStrike">
                <a:solidFill>
                  <a:srgbClr val="543f3f"/>
                </a:solidFill>
                <a:effectLst/>
                <a:uFillTx/>
                <a:latin typeface="Garet"/>
                <a:ea typeface="Garet Bold"/>
              </a:rPr>
              <a:t>{{name}}</a:t>
            </a:r>
            <a:endParaRPr lang="es-AR" sz="65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393"/>
              </a:lnSpc>
            </a:pPr>
            <a:r>
              <a:rPr lang="en-US" sz="2600" b="1" u="none" spc="462" strike="noStrike">
                <a:solidFill>
                  <a:srgbClr val="543f3f"/>
                </a:solidFill>
                <a:effectLst/>
                <a:uFillTx/>
                <a:latin typeface="Garet"/>
                <a:ea typeface="Garet Bold"/>
              </a:rPr>
              <a:t>{{title}}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4" name="Group 10"/>
          <p:cNvGrpSpPr/>
          <p:nvPr/>
        </p:nvGrpSpPr>
        <p:grpSpPr>
          <a:xfrm>
            <a:off x="14092560" y="6541200"/>
            <a:ext cx="5870520" cy="57240"/>
            <a:chOff x="14092560" y="6541200"/>
            <a:chExt cx="5870520" cy="57240"/>
          </a:xfrm>
        </p:grpSpPr>
        <p:sp>
          <p:nvSpPr>
            <p:cNvPr id="85" name="Freeform 1"/>
            <p:cNvSpPr/>
            <p:nvPr/>
          </p:nvSpPr>
          <p:spPr>
            <a:xfrm>
              <a:off x="14092560" y="6541200"/>
              <a:ext cx="5870520" cy="57240"/>
            </a:xfrm>
            <a:custGeom>
              <a:avLst/>
              <a:gdLst>
                <a:gd name="textAreaLeft" fmla="*/ 0 w 5870520"/>
                <a:gd name="textAreaRight" fmla="*/ 5884920 w 5870520"/>
                <a:gd name="textAreaTop" fmla="*/ 0 h 57240"/>
                <a:gd name="textAreaBottom" fmla="*/ 71640 h 57240"/>
              </a:gdLst>
              <a:ahLst/>
              <a:cxnLst/>
              <a:rect l="textAreaLeft" t="textAreaTop" r="textAreaRight" b="textAreaBottom"/>
              <a:pathLst>
                <a:path w="7846441" h="95759">
                  <a:moveTo>
                    <a:pt x="47879" y="0"/>
                  </a:moveTo>
                  <a:lnTo>
                    <a:pt x="7798562" y="0"/>
                  </a:lnTo>
                  <a:cubicBezTo>
                    <a:pt x="7824978" y="0"/>
                    <a:pt x="7846441" y="21463"/>
                    <a:pt x="7846441" y="47879"/>
                  </a:cubicBezTo>
                  <a:cubicBezTo>
                    <a:pt x="7846441" y="74295"/>
                    <a:pt x="7824978" y="95758"/>
                    <a:pt x="7798562" y="95758"/>
                  </a:cubicBezTo>
                  <a:lnTo>
                    <a:pt x="47879" y="95758"/>
                  </a:lnTo>
                  <a:cubicBezTo>
                    <a:pt x="21463" y="95885"/>
                    <a:pt x="0" y="74422"/>
                    <a:pt x="0" y="47879"/>
                  </a:cubicBezTo>
                  <a:cubicBezTo>
                    <a:pt x="0" y="21336"/>
                    <a:pt x="21463" y="0"/>
                    <a:pt x="47879" y="0"/>
                  </a:cubicBezTo>
                  <a:close/>
                </a:path>
              </a:pathLst>
            </a:custGeom>
            <a:solidFill>
              <a:srgbClr val="c0504d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6640" bIns="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6" name="TextBox 16"/>
          <p:cNvSpPr/>
          <p:nvPr/>
        </p:nvSpPr>
        <p:spPr>
          <a:xfrm>
            <a:off x="14235840" y="6883560"/>
            <a:ext cx="4849560" cy="172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02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"/>
              </a:rPr>
              <a:t>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"/>
              </a:rPr>
              <a:t>{{contact_location}}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s-AR" sz="2260" b="0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{{licencia}}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7"/>
          <p:cNvSpPr/>
          <p:nvPr/>
        </p:nvSpPr>
        <p:spPr>
          <a:xfrm>
            <a:off x="14132520" y="5652000"/>
            <a:ext cx="578520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Garet"/>
                <a:ea typeface="Garet Bold"/>
              </a:rPr>
              <a:t>CONTACTOS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14046840" y="8870040"/>
            <a:ext cx="5932080" cy="30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Garet"/>
              </a:rPr>
              <a:t>{{#sidebar_sections_noedu}}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4400" b="1" u="none" strike="noStrike">
                <a:solidFill>
                  <a:srgbClr val="000000"/>
                </a:solidFill>
                <a:effectLst/>
                <a:uFillTx/>
                <a:latin typeface="Garet"/>
              </a:rPr>
              <a:t>{{title}}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2000" b="0" u="none" spc="-550" strike="noStrike">
                <a:solidFill>
                  <a:srgbClr val="c0504d"/>
                </a:solidFill>
                <a:effectLst/>
                <a:uFillTx/>
                <a:latin typeface="Garet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685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Garet"/>
              </a:rPr>
              <a:t>{{body}}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Garet"/>
              </a:rPr>
              <a:t>{{/sidebar_sections_noedu}}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50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DAG9jgn3h2g</dc:identifier>
  <dc:language>es-AR</dc:language>
  <cp:lastModifiedBy/>
  <dcterms:modified xsi:type="dcterms:W3CDTF">2026-02-09T11:58:39Z</dcterms:modified>
  <cp:revision>40</cp:revision>
  <dc:subject/>
  <dc:title>Plantilla_oficial_2.pptx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