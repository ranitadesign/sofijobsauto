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</p:embeddedFont>
    <p:embeddedFont>
      <p:font typeface="Garet"/>
      <p:regular r:id="rId5"/>
    </p:embeddedFont>
    <p:embeddedFont>
      <p:font typeface="Microsoft YaHei"/>
    </p:embeddedFont>
    <p:embeddedFont>
      <p:font typeface="Montserrat Bold"/>
    </p:embeddedFont>
    <p:embeddedFont>
      <p:font typeface="Garet Bold"/>
    </p:embeddedFont>
    <p:embeddedFont>
      <p:font typeface="Montserrat"/>
      <p:regular r:id="rId6"/>
    </p:embeddedFont>
    <p:embeddedFont>
      <p:font typeface="Garet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Garet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800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800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C06F0A-B3C0-4155-A93B-1F843C26C7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4661E3-369B-4123-83B0-5CB45B7D7E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88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88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732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732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87E65E-FB23-4E27-B556-65FF44B554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6AB976-FCC2-48BC-BD03-D6491526E5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89D55E-5F55-439F-B0B3-32932B29B2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760" cy="114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724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760" cy="467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650DBB-2568-4805-99A8-49E1CB17CC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2000" cy="55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2000" cy="41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2000" cy="7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52AF6A-F323-4484-A5CB-32A1490493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8000" cy="14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FE2B67-46C8-426A-9C37-F97D40ED7C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16851E-7EE2-4598-8A14-3F93DF9D33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300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552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CC2788-07FA-4E00-B5E0-4EAF205C94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CC6E96-11FF-465D-8ED6-8A979E70F2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21378600" cy="4920840"/>
          </a:xfrm>
          <a:custGeom>
            <a:avLst/>
            <a:gdLst>
              <a:gd name="textAreaLeft" fmla="*/ 0 w 21378600"/>
              <a:gd name="textAreaRight" fmla="*/ 21393000 w 21378600"/>
              <a:gd name="textAreaTop" fmla="*/ 0 h 4920840"/>
              <a:gd name="textAreaBottom" fmla="*/ 4934880 h 4920840"/>
            </a:gdLst>
            <a:ahLst/>
            <a:cxnLst/>
            <a:rect l="textAreaLeft" t="textAreaTop" r="textAreaRight" b="textAreaBottom"/>
            <a:pathLst>
              <a:path w="21392989" h="5161031">
                <a:moveTo>
                  <a:pt x="0" y="0"/>
                </a:moveTo>
                <a:lnTo>
                  <a:pt x="21392989" y="0"/>
                </a:lnTo>
                <a:lnTo>
                  <a:pt x="21392989" y="5161031"/>
                </a:lnTo>
                <a:lnTo>
                  <a:pt x="0" y="5161031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18"/>
          <p:cNvGrpSpPr/>
          <p:nvPr/>
        </p:nvGrpSpPr>
        <p:grpSpPr>
          <a:xfrm>
            <a:off x="912960" y="6469200"/>
            <a:ext cx="11430360" cy="57240"/>
            <a:chOff x="912960" y="6469200"/>
            <a:chExt cx="11430360" cy="57240"/>
          </a:xfrm>
        </p:grpSpPr>
        <p:sp>
          <p:nvSpPr>
            <p:cNvPr id="61" name="Freeform 19"/>
            <p:cNvSpPr/>
            <p:nvPr/>
          </p:nvSpPr>
          <p:spPr>
            <a:xfrm>
              <a:off x="912960" y="6469200"/>
              <a:ext cx="11430360" cy="57240"/>
            </a:xfrm>
            <a:custGeom>
              <a:avLst/>
              <a:gdLst>
                <a:gd name="textAreaLeft" fmla="*/ 0 w 11430360"/>
                <a:gd name="textAreaRight" fmla="*/ 11445840 w 11430360"/>
                <a:gd name="textAreaTop" fmla="*/ 0 h 57240"/>
                <a:gd name="textAreaBottom" fmla="*/ 71640 h 5724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TextBox 20"/>
          <p:cNvSpPr/>
          <p:nvPr/>
        </p:nvSpPr>
        <p:spPr>
          <a:xfrm>
            <a:off x="942480" y="5580000"/>
            <a:ext cx="74476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PERFIL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1"/>
          <p:cNvSpPr/>
          <p:nvPr/>
        </p:nvSpPr>
        <p:spPr>
          <a:xfrm>
            <a:off x="942480" y="6631560"/>
            <a:ext cx="1140588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41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30"/>
          <p:cNvGrpSpPr/>
          <p:nvPr/>
        </p:nvGrpSpPr>
        <p:grpSpPr>
          <a:xfrm>
            <a:off x="912960" y="10829160"/>
            <a:ext cx="11410920" cy="39600"/>
            <a:chOff x="912960" y="10829160"/>
            <a:chExt cx="11410920" cy="39600"/>
          </a:xfrm>
        </p:grpSpPr>
        <p:sp>
          <p:nvSpPr>
            <p:cNvPr id="65" name="Freeform 31"/>
            <p:cNvSpPr/>
            <p:nvPr/>
          </p:nvSpPr>
          <p:spPr>
            <a:xfrm>
              <a:off x="912960" y="10829160"/>
              <a:ext cx="11410920" cy="39600"/>
            </a:xfrm>
            <a:custGeom>
              <a:avLst/>
              <a:gdLst>
                <a:gd name="textAreaLeft" fmla="*/ 0 w 11410920"/>
                <a:gd name="textAreaRight" fmla="*/ 11426400 w 11410920"/>
                <a:gd name="textAreaTop" fmla="*/ 0 h 39600"/>
                <a:gd name="textAreaBottom" fmla="*/ 54000 h 39600"/>
              </a:gdLst>
              <a:ahLst/>
              <a:cxnLst/>
              <a:rect l="textAreaLeft" t="textAreaTop" r="textAreaRight" b="textAreaBottom"/>
              <a:pathLst>
                <a:path w="13947648" h="71882">
                  <a:moveTo>
                    <a:pt x="35941" y="0"/>
                  </a:moveTo>
                  <a:lnTo>
                    <a:pt x="13911707" y="0"/>
                  </a:lnTo>
                  <a:cubicBezTo>
                    <a:pt x="13931520" y="0"/>
                    <a:pt x="13947648" y="16129"/>
                    <a:pt x="13947648" y="35941"/>
                  </a:cubicBezTo>
                  <a:cubicBezTo>
                    <a:pt x="13947648" y="55753"/>
                    <a:pt x="13931520" y="71882"/>
                    <a:pt x="13911707" y="71882"/>
                  </a:cubicBezTo>
                  <a:lnTo>
                    <a:pt x="35941" y="71882"/>
                  </a:lnTo>
                  <a:cubicBezTo>
                    <a:pt x="16129" y="71882"/>
                    <a:pt x="0" y="55753"/>
                    <a:pt x="0" y="35941"/>
                  </a:cubicBezTo>
                  <a:cubicBezTo>
                    <a:pt x="0" y="16129"/>
                    <a:pt x="16129" y="0"/>
                    <a:pt x="35941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32"/>
          <p:cNvGrpSpPr/>
          <p:nvPr/>
        </p:nvGrpSpPr>
        <p:grpSpPr>
          <a:xfrm>
            <a:off x="888840" y="25803000"/>
            <a:ext cx="11430000" cy="57240"/>
            <a:chOff x="888840" y="25803000"/>
            <a:chExt cx="11430000" cy="57240"/>
          </a:xfrm>
        </p:grpSpPr>
        <p:sp>
          <p:nvSpPr>
            <p:cNvPr id="67" name="Freeform 33"/>
            <p:cNvSpPr/>
            <p:nvPr/>
          </p:nvSpPr>
          <p:spPr>
            <a:xfrm>
              <a:off x="888840" y="25803000"/>
              <a:ext cx="11430000" cy="57240"/>
            </a:xfrm>
            <a:custGeom>
              <a:avLst/>
              <a:gdLst>
                <a:gd name="textAreaLeft" fmla="*/ 0 w 11430000"/>
                <a:gd name="textAreaRight" fmla="*/ 11445480 w 11430000"/>
                <a:gd name="textAreaTop" fmla="*/ 0 h 57240"/>
                <a:gd name="textAreaBottom" fmla="*/ 71640 h 5724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34"/>
          <p:cNvSpPr/>
          <p:nvPr/>
        </p:nvSpPr>
        <p:spPr>
          <a:xfrm>
            <a:off x="888840" y="25142040"/>
            <a:ext cx="1056024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FORMACIÓN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5"/>
          <p:cNvSpPr/>
          <p:nvPr/>
        </p:nvSpPr>
        <p:spPr>
          <a:xfrm>
            <a:off x="916560" y="25881480"/>
            <a:ext cx="11405880" cy="20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9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2"/>
          <p:cNvSpPr/>
          <p:nvPr/>
        </p:nvSpPr>
        <p:spPr>
          <a:xfrm>
            <a:off x="942480" y="9939600"/>
            <a:ext cx="1000116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Group 43"/>
          <p:cNvGrpSpPr/>
          <p:nvPr/>
        </p:nvGrpSpPr>
        <p:grpSpPr>
          <a:xfrm>
            <a:off x="677520" y="10176840"/>
            <a:ext cx="12777840" cy="12386160"/>
            <a:chOff x="677520" y="10176840"/>
            <a:chExt cx="12777840" cy="12386160"/>
          </a:xfrm>
        </p:grpSpPr>
        <p:sp>
          <p:nvSpPr>
            <p:cNvPr id="72" name="TextBox 44"/>
            <p:cNvSpPr/>
            <p:nvPr/>
          </p:nvSpPr>
          <p:spPr>
            <a:xfrm>
              <a:off x="919080" y="10176840"/>
              <a:ext cx="12323160" cy="49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5"/>
            <p:cNvSpPr/>
            <p:nvPr/>
          </p:nvSpPr>
          <p:spPr>
            <a:xfrm>
              <a:off x="919080" y="11354040"/>
              <a:ext cx="12366000" cy="25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46"/>
            <p:cNvSpPr/>
            <p:nvPr/>
          </p:nvSpPr>
          <p:spPr>
            <a:xfrm>
              <a:off x="890640" y="10814040"/>
              <a:ext cx="12323160" cy="501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marL="216000" indent="-216000" defTabSz="914400">
                <a:lnSpc>
                  <a:spcPts val="3144"/>
                </a:lnSpc>
                <a:buSzPct val="231348"/>
                <a:buBlip>
                  <a:blip r:embed="rId1"/>
                </a:buBlip>
              </a:pPr>
              <a:r>
                <a:rPr lang="en-US" sz="1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[[EXPERIENCE_BLOCK]]</a:t>
              </a:r>
              <a:endParaRPr lang="es-A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66"/>
                </a:lnSpc>
              </a:pPr>
              <a:r>
                <a:rPr lang="en-US" sz="283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{{exp_1_role}}  </a:t>
              </a:r>
              <a:r>
                <a:rPr lang="en-US" sz="2550" b="0" u="none" spc="60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{{exp_1_company}} </a:t>
              </a:r>
              <a:r>
                <a:rPr lang="en-US" sz="255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{{exp_1_dates}}</a:t>
              </a:r>
              <a:endParaRPr lang="es-AR" sz="25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{{exp_1_bullets_block}}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66"/>
                </a:lnSpc>
              </a:pPr>
              <a:r>
                <a:rPr lang="en-US" sz="283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{{exp_2_role}}  </a:t>
              </a:r>
              <a:r>
                <a:rPr lang="en-US" sz="2550" b="0" u="none" spc="60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{{exp_2_company}} </a:t>
              </a:r>
              <a:r>
                <a:rPr lang="en-US" sz="255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{{exp_2_dates}}</a:t>
              </a:r>
              <a:endParaRPr lang="es-AR" sz="25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{{exp_2_bullets_block}}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66"/>
                </a:lnSpc>
              </a:pPr>
              <a:r>
                <a:rPr lang="en-US" sz="283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{{exp_3_role}}  </a:t>
              </a:r>
              <a:r>
                <a:rPr lang="en-US" sz="2550" b="0" u="none" spc="60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{{exp_3_company}} </a:t>
              </a:r>
              <a:r>
                <a:rPr lang="en-US" sz="255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{{exp_3_dates}}</a:t>
              </a:r>
              <a:endParaRPr lang="es-AR" sz="25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{{exp_3_bullets_block}}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47"/>
            <p:cNvSpPr/>
            <p:nvPr/>
          </p:nvSpPr>
          <p:spPr>
            <a:xfrm>
              <a:off x="876240" y="14414040"/>
              <a:ext cx="12366360" cy="49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48"/>
            <p:cNvSpPr/>
            <p:nvPr/>
          </p:nvSpPr>
          <p:spPr>
            <a:xfrm>
              <a:off x="876240" y="15099840"/>
              <a:ext cx="12366360" cy="44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49"/>
            <p:cNvSpPr/>
            <p:nvPr/>
          </p:nvSpPr>
          <p:spPr>
            <a:xfrm>
              <a:off x="876240" y="15582240"/>
              <a:ext cx="12366360" cy="25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50"/>
            <p:cNvSpPr/>
            <p:nvPr/>
          </p:nvSpPr>
          <p:spPr>
            <a:xfrm>
              <a:off x="677520" y="18588240"/>
              <a:ext cx="12366360" cy="49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51"/>
            <p:cNvSpPr/>
            <p:nvPr/>
          </p:nvSpPr>
          <p:spPr>
            <a:xfrm>
              <a:off x="829080" y="19274040"/>
              <a:ext cx="12626280" cy="44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52"/>
            <p:cNvSpPr/>
            <p:nvPr/>
          </p:nvSpPr>
          <p:spPr>
            <a:xfrm>
              <a:off x="829080" y="19995840"/>
              <a:ext cx="12366360" cy="256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53"/>
          <p:cNvSpPr/>
          <p:nvPr/>
        </p:nvSpPr>
        <p:spPr>
          <a:xfrm>
            <a:off x="15660000" y="180000"/>
            <a:ext cx="255708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6560000" y="535320"/>
            <a:ext cx="521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9"/>
          <p:cNvSpPr/>
          <p:nvPr/>
        </p:nvSpPr>
        <p:spPr>
          <a:xfrm>
            <a:off x="1285560" y="1440360"/>
            <a:ext cx="140047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115"/>
              </a:lnSpc>
            </a:pPr>
            <a:r>
              <a:rPr lang="en-US" sz="6530" b="1" u="none" spc="-227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{{name}}</a:t>
            </a:r>
            <a:endParaRPr lang="es-AR" sz="6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393"/>
              </a:lnSpc>
            </a:pPr>
            <a:r>
              <a:rPr lang="en-US" sz="2600" b="1" u="none" spc="462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0"/>
          <p:cNvGrpSpPr/>
          <p:nvPr/>
        </p:nvGrpSpPr>
        <p:grpSpPr>
          <a:xfrm>
            <a:off x="14092560" y="6541200"/>
            <a:ext cx="5870160" cy="56880"/>
            <a:chOff x="14092560" y="6541200"/>
            <a:chExt cx="5870160" cy="56880"/>
          </a:xfrm>
        </p:grpSpPr>
        <p:sp>
          <p:nvSpPr>
            <p:cNvPr id="85" name="Freeform 1"/>
            <p:cNvSpPr/>
            <p:nvPr/>
          </p:nvSpPr>
          <p:spPr>
            <a:xfrm>
              <a:off x="14092560" y="6541200"/>
              <a:ext cx="5870160" cy="56880"/>
            </a:xfrm>
            <a:custGeom>
              <a:avLst/>
              <a:gdLst>
                <a:gd name="textAreaLeft" fmla="*/ 0 w 5870160"/>
                <a:gd name="textAreaRight" fmla="*/ 5884920 w 5870160"/>
                <a:gd name="textAreaTop" fmla="*/ 0 h 56880"/>
                <a:gd name="textAreaBottom" fmla="*/ 71640 h 56880"/>
              </a:gdLst>
              <a:ahLst/>
              <a:cxnLst/>
              <a:rect l="textAreaLeft" t="textAreaTop" r="textAreaRight" b="textAreaBottom"/>
              <a:pathLst>
                <a:path w="7846441" h="95759">
                  <a:moveTo>
                    <a:pt x="47879" y="0"/>
                  </a:moveTo>
                  <a:lnTo>
                    <a:pt x="7798562" y="0"/>
                  </a:lnTo>
                  <a:cubicBezTo>
                    <a:pt x="7824978" y="0"/>
                    <a:pt x="7846441" y="21463"/>
                    <a:pt x="7846441" y="47879"/>
                  </a:cubicBezTo>
                  <a:cubicBezTo>
                    <a:pt x="7846441" y="74295"/>
                    <a:pt x="7824978" y="95758"/>
                    <a:pt x="7798562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16"/>
          <p:cNvSpPr/>
          <p:nvPr/>
        </p:nvSpPr>
        <p:spPr>
          <a:xfrm>
            <a:off x="14235840" y="6883560"/>
            <a:ext cx="484920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14132520" y="5652000"/>
            <a:ext cx="578484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CONTACTOS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4046840" y="8446680"/>
            <a:ext cx="5931720" cy="36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15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4400" b="1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{{title}}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pc="-550" strike="noStrike">
                <a:solidFill>
                  <a:srgbClr val="c0504d"/>
                </a:solidFill>
                <a:effectLst/>
                <a:uFillTx/>
                <a:latin typeface="Garet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DAG9jgn3h2g</dc:identifier>
  <dc:language>es-AR</dc:language>
  <cp:lastModifiedBy/>
  <dcterms:modified xsi:type="dcterms:W3CDTF">2026-03-05T01:00:21Z</dcterms:modified>
  <cp:revision>41</cp:revision>
  <dc:subject/>
  <dc:title>Plantilla_oficial_2.pptx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