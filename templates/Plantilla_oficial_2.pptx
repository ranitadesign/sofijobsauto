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media/image10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</p:embeddedFont>
    <p:embeddedFont>
      <p:font typeface="Montserrat"/>
      <p:regular r:id="rId4"/>
    </p:embeddedFont>
    <p:embeddedFont>
      <p:font typeface="Garet"/>
      <p:regular r:id="rId5"/>
    </p:embeddedFont>
    <p:embeddedFont>
      <p:font typeface="Garet Bold"/>
    </p:embeddedFont>
    <p:embeddedFont>
      <p:font typeface="Garet Bold Italics"/>
    </p:embeddedFont>
    <p:embeddedFont>
      <p:font typeface="Microsoft YaHei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Garet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948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948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85715C-AC7D-4E0D-86E2-C750A4820A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1280" cy="63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1280" cy="39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720" cy="63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720" cy="39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6FE079-DB8F-4DDC-B70A-95078BFFA1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7029C4-FF71-41E4-92DD-2719E686AA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EA6B78-CC57-4CFD-9CB8-F324B5BA5D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9160" cy="115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264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9160" cy="468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761321C-F396-4970-910E-605DBF4064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7400" cy="55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7400" cy="410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7400" cy="79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33506E-7A14-4552-8625-1C43E5F813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3400" cy="146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55E0C1-BE96-4C0D-8D9D-2CEDFF91FC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60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37F282-E87C-4CF8-BEB9-32EC6FC59B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840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92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FEBDE5-9CB1-4039-BCF6-96812AE8161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60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02747D-67F1-42CC-8473-4BE691301A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3400" cy="135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3400" cy="149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2C11C7-A729-45BE-B0D8-DABB2A2A26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1.png"/><Relationship Id="rId10" Type="http://schemas.openxmlformats.org/officeDocument/2006/relationships/image" Target="../media/image2.svg"/><Relationship Id="rId11" Type="http://schemas.openxmlformats.org/officeDocument/2006/relationships/image" Target="../media/image7.png"/><Relationship Id="rId12" Type="http://schemas.openxmlformats.org/officeDocument/2006/relationships/image" Target="../media/image8.svg"/><Relationship Id="rId13" Type="http://schemas.openxmlformats.org/officeDocument/2006/relationships/image" Target="../media/image1.png"/><Relationship Id="rId14" Type="http://schemas.openxmlformats.org/officeDocument/2006/relationships/image" Target="../media/image2.svg"/><Relationship Id="rId15" Type="http://schemas.openxmlformats.org/officeDocument/2006/relationships/image" Target="../media/image9.png"/><Relationship Id="rId16" Type="http://schemas.openxmlformats.org/officeDocument/2006/relationships/image" Target="../media/image10.svg"/><Relationship Id="rId17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21384000" cy="4926240"/>
          </a:xfrm>
          <a:custGeom>
            <a:avLst/>
            <a:gdLst>
              <a:gd name="textAreaLeft" fmla="*/ 0 w 21384000"/>
              <a:gd name="textAreaRight" fmla="*/ 21393000 w 21384000"/>
              <a:gd name="textAreaTop" fmla="*/ 0 h 4926240"/>
              <a:gd name="textAreaBottom" fmla="*/ 4934880 h 4926240"/>
            </a:gdLst>
            <a:ahLst/>
            <a:cxnLst/>
            <a:rect l="textAreaLeft" t="textAreaTop" r="textAreaRight" b="textAreaBottom"/>
            <a:pathLst>
              <a:path w="21392989" h="5161031">
                <a:moveTo>
                  <a:pt x="0" y="0"/>
                </a:moveTo>
                <a:lnTo>
                  <a:pt x="21392989" y="0"/>
                </a:lnTo>
                <a:lnTo>
                  <a:pt x="21392989" y="5161031"/>
                </a:lnTo>
                <a:lnTo>
                  <a:pt x="0" y="5161031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>
            <a:off x="14101200" y="6574680"/>
            <a:ext cx="854640" cy="854640"/>
          </a:xfrm>
          <a:custGeom>
            <a:avLst/>
            <a:gdLst>
              <a:gd name="textAreaLeft" fmla="*/ 0 w 854640"/>
              <a:gd name="textAreaRight" fmla="*/ 863640 w 854640"/>
              <a:gd name="textAreaTop" fmla="*/ 0 h 854640"/>
              <a:gd name="textAreaBottom" fmla="*/ 863640 h 85464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0"/>
                </a:lnTo>
                <a:lnTo>
                  <a:pt x="0" y="8635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14319360" y="6842160"/>
            <a:ext cx="418320" cy="319680"/>
          </a:xfrm>
          <a:custGeom>
            <a:avLst/>
            <a:gdLst>
              <a:gd name="textAreaLeft" fmla="*/ 0 w 418320"/>
              <a:gd name="textAreaRight" fmla="*/ 427320 w 418320"/>
              <a:gd name="textAreaTop" fmla="*/ 0 h 319680"/>
              <a:gd name="textAreaBottom" fmla="*/ 328680 h 319680"/>
            </a:gdLst>
            <a:ahLst/>
            <a:cxnLst/>
            <a:rect l="textAreaLeft" t="textAreaTop" r="textAreaRight" b="textAreaBottom"/>
            <a:pathLst>
              <a:path w="427263" h="328603">
                <a:moveTo>
                  <a:pt x="0" y="0"/>
                </a:moveTo>
                <a:lnTo>
                  <a:pt x="427263" y="0"/>
                </a:lnTo>
                <a:lnTo>
                  <a:pt x="427263" y="328603"/>
                </a:lnTo>
                <a:lnTo>
                  <a:pt x="0" y="32860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5"/>
          <p:cNvSpPr/>
          <p:nvPr/>
        </p:nvSpPr>
        <p:spPr>
          <a:xfrm>
            <a:off x="14101200" y="7739640"/>
            <a:ext cx="854640" cy="854640"/>
          </a:xfrm>
          <a:custGeom>
            <a:avLst/>
            <a:gdLst>
              <a:gd name="textAreaLeft" fmla="*/ 0 w 854640"/>
              <a:gd name="textAreaRight" fmla="*/ 863640 w 854640"/>
              <a:gd name="textAreaTop" fmla="*/ 0 h 854640"/>
              <a:gd name="textAreaBottom" fmla="*/ 863640 h 85464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1"/>
                </a:lnTo>
                <a:lnTo>
                  <a:pt x="0" y="86352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6"/>
          <p:cNvSpPr/>
          <p:nvPr/>
        </p:nvSpPr>
        <p:spPr>
          <a:xfrm>
            <a:off x="14381280" y="7963200"/>
            <a:ext cx="294840" cy="407520"/>
          </a:xfrm>
          <a:custGeom>
            <a:avLst/>
            <a:gdLst>
              <a:gd name="textAreaLeft" fmla="*/ 0 w 294840"/>
              <a:gd name="textAreaRight" fmla="*/ 303840 w 294840"/>
              <a:gd name="textAreaTop" fmla="*/ 0 h 407520"/>
              <a:gd name="textAreaBottom" fmla="*/ 416520 h 407520"/>
            </a:gdLst>
            <a:ahLst/>
            <a:cxnLst/>
            <a:rect l="textAreaLeft" t="textAreaTop" r="textAreaRight" b="textAreaBottom"/>
            <a:pathLst>
              <a:path w="303724" h="416576">
                <a:moveTo>
                  <a:pt x="0" y="0"/>
                </a:moveTo>
                <a:lnTo>
                  <a:pt x="303724" y="0"/>
                </a:lnTo>
                <a:lnTo>
                  <a:pt x="303724" y="416576"/>
                </a:lnTo>
                <a:lnTo>
                  <a:pt x="0" y="41657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7"/>
          <p:cNvSpPr/>
          <p:nvPr/>
        </p:nvSpPr>
        <p:spPr>
          <a:xfrm>
            <a:off x="14101200" y="8987760"/>
            <a:ext cx="854640" cy="854640"/>
          </a:xfrm>
          <a:custGeom>
            <a:avLst/>
            <a:gdLst>
              <a:gd name="textAreaLeft" fmla="*/ 0 w 854640"/>
              <a:gd name="textAreaRight" fmla="*/ 863640 w 854640"/>
              <a:gd name="textAreaTop" fmla="*/ 0 h 854640"/>
              <a:gd name="textAreaBottom" fmla="*/ 863640 h 85464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0"/>
                </a:lnTo>
                <a:lnTo>
                  <a:pt x="0" y="8635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14346000" y="9226800"/>
            <a:ext cx="365400" cy="365400"/>
          </a:xfrm>
          <a:custGeom>
            <a:avLst/>
            <a:gdLst>
              <a:gd name="textAreaLeft" fmla="*/ 0 w 365400"/>
              <a:gd name="textAreaRight" fmla="*/ 374400 w 365400"/>
              <a:gd name="textAreaTop" fmla="*/ 0 h 365400"/>
              <a:gd name="textAreaBottom" fmla="*/ 374400 h 365400"/>
            </a:gdLst>
            <a:ahLst/>
            <a:cxnLst/>
            <a:rect l="textAreaLeft" t="textAreaTop" r="textAreaRight" b="textAreaBottom"/>
            <a:pathLst>
              <a:path w="374256" h="374256">
                <a:moveTo>
                  <a:pt x="0" y="0"/>
                </a:moveTo>
                <a:lnTo>
                  <a:pt x="374257" y="0"/>
                </a:lnTo>
                <a:lnTo>
                  <a:pt x="374257" y="374256"/>
                </a:lnTo>
                <a:lnTo>
                  <a:pt x="0" y="37425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9"/>
          <p:cNvSpPr/>
          <p:nvPr/>
        </p:nvSpPr>
        <p:spPr>
          <a:xfrm>
            <a:off x="14101200" y="10154880"/>
            <a:ext cx="854640" cy="854640"/>
          </a:xfrm>
          <a:custGeom>
            <a:avLst/>
            <a:gdLst>
              <a:gd name="textAreaLeft" fmla="*/ 0 w 854640"/>
              <a:gd name="textAreaRight" fmla="*/ 863640 w 854640"/>
              <a:gd name="textAreaTop" fmla="*/ 0 h 854640"/>
              <a:gd name="textAreaBottom" fmla="*/ 863640 h 85464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0"/>
                </a:lnTo>
                <a:lnTo>
                  <a:pt x="0" y="8635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0"/>
          <p:cNvGrpSpPr/>
          <p:nvPr/>
        </p:nvGrpSpPr>
        <p:grpSpPr>
          <a:xfrm>
            <a:off x="14085720" y="6343920"/>
            <a:ext cx="5875920" cy="62640"/>
            <a:chOff x="14085720" y="6343920"/>
            <a:chExt cx="5875920" cy="62640"/>
          </a:xfrm>
        </p:grpSpPr>
        <p:sp>
          <p:nvSpPr>
            <p:cNvPr id="68" name="Freeform 11"/>
            <p:cNvSpPr/>
            <p:nvPr/>
          </p:nvSpPr>
          <p:spPr>
            <a:xfrm>
              <a:off x="14085720" y="6343920"/>
              <a:ext cx="5875920" cy="62640"/>
            </a:xfrm>
            <a:custGeom>
              <a:avLst/>
              <a:gdLst>
                <a:gd name="textAreaLeft" fmla="*/ 0 w 5875920"/>
                <a:gd name="textAreaRight" fmla="*/ 5884920 w 5875920"/>
                <a:gd name="textAreaTop" fmla="*/ 0 h 62640"/>
                <a:gd name="textAreaBottom" fmla="*/ 71640 h 62640"/>
              </a:gdLst>
              <a:ahLst/>
              <a:cxnLst/>
              <a:rect l="textAreaLeft" t="textAreaTop" r="textAreaRight" b="textAreaBottom"/>
              <a:pathLst>
                <a:path w="7846441" h="95759">
                  <a:moveTo>
                    <a:pt x="47879" y="0"/>
                  </a:moveTo>
                  <a:lnTo>
                    <a:pt x="7798562" y="0"/>
                  </a:lnTo>
                  <a:cubicBezTo>
                    <a:pt x="7824978" y="0"/>
                    <a:pt x="7846441" y="21463"/>
                    <a:pt x="7846441" y="47879"/>
                  </a:cubicBezTo>
                  <a:cubicBezTo>
                    <a:pt x="7846441" y="74295"/>
                    <a:pt x="7824978" y="95758"/>
                    <a:pt x="7798562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Freeform 12"/>
          <p:cNvSpPr/>
          <p:nvPr/>
        </p:nvSpPr>
        <p:spPr>
          <a:xfrm>
            <a:off x="14322240" y="10403280"/>
            <a:ext cx="412920" cy="326880"/>
          </a:xfrm>
          <a:custGeom>
            <a:avLst/>
            <a:gdLst>
              <a:gd name="textAreaLeft" fmla="*/ 0 w 412920"/>
              <a:gd name="textAreaRight" fmla="*/ 421920 w 412920"/>
              <a:gd name="textAreaTop" fmla="*/ 0 h 326880"/>
              <a:gd name="textAreaBottom" fmla="*/ 335880 h 326880"/>
            </a:gdLst>
            <a:ahLst/>
            <a:cxnLst/>
            <a:rect l="textAreaLeft" t="textAreaTop" r="textAreaRight" b="textAreaBottom"/>
            <a:pathLst>
              <a:path w="421872" h="335966">
                <a:moveTo>
                  <a:pt x="0" y="0"/>
                </a:moveTo>
                <a:lnTo>
                  <a:pt x="421872" y="0"/>
                </a:lnTo>
                <a:lnTo>
                  <a:pt x="421872" y="335966"/>
                </a:lnTo>
                <a:lnTo>
                  <a:pt x="0" y="33596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15120000" y="9190080"/>
            <a:ext cx="467496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15120000" y="7996680"/>
            <a:ext cx="485496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+{{contact_phone}}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15120000" y="10383480"/>
            <a:ext cx="449280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Licencia de conducir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15120000" y="6803280"/>
            <a:ext cx="485496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14125680" y="5454720"/>
            <a:ext cx="579060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CONTACTOS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5" name="Group 18"/>
          <p:cNvGrpSpPr/>
          <p:nvPr/>
        </p:nvGrpSpPr>
        <p:grpSpPr>
          <a:xfrm>
            <a:off x="1436760" y="6530040"/>
            <a:ext cx="10469520" cy="62640"/>
            <a:chOff x="1436760" y="6530040"/>
            <a:chExt cx="10469520" cy="62640"/>
          </a:xfrm>
        </p:grpSpPr>
        <p:sp>
          <p:nvSpPr>
            <p:cNvPr id="76" name="Freeform 19"/>
            <p:cNvSpPr/>
            <p:nvPr/>
          </p:nvSpPr>
          <p:spPr>
            <a:xfrm>
              <a:off x="1436760" y="6530040"/>
              <a:ext cx="10469520" cy="62640"/>
            </a:xfrm>
            <a:custGeom>
              <a:avLst/>
              <a:gdLst>
                <a:gd name="textAreaLeft" fmla="*/ 0 w 10469520"/>
                <a:gd name="textAreaRight" fmla="*/ 10478520 w 10469520"/>
                <a:gd name="textAreaTop" fmla="*/ 0 h 62640"/>
                <a:gd name="textAreaBottom" fmla="*/ 71640 h 6264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TextBox 20"/>
          <p:cNvSpPr/>
          <p:nvPr/>
        </p:nvSpPr>
        <p:spPr>
          <a:xfrm>
            <a:off x="1463760" y="5640840"/>
            <a:ext cx="682344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PERFIL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1"/>
          <p:cNvSpPr/>
          <p:nvPr/>
        </p:nvSpPr>
        <p:spPr>
          <a:xfrm>
            <a:off x="1463760" y="6692400"/>
            <a:ext cx="1044720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41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0"/>
          <p:cNvGrpSpPr/>
          <p:nvPr/>
        </p:nvGrpSpPr>
        <p:grpSpPr>
          <a:xfrm>
            <a:off x="1436760" y="10890000"/>
            <a:ext cx="10451880" cy="45000"/>
            <a:chOff x="1436760" y="10890000"/>
            <a:chExt cx="10451880" cy="45000"/>
          </a:xfrm>
        </p:grpSpPr>
        <p:sp>
          <p:nvSpPr>
            <p:cNvPr id="80" name="Freeform 31"/>
            <p:cNvSpPr/>
            <p:nvPr/>
          </p:nvSpPr>
          <p:spPr>
            <a:xfrm>
              <a:off x="1436760" y="10890000"/>
              <a:ext cx="10451880" cy="45000"/>
            </a:xfrm>
            <a:custGeom>
              <a:avLst/>
              <a:gdLst>
                <a:gd name="textAreaLeft" fmla="*/ 0 w 10451880"/>
                <a:gd name="textAreaRight" fmla="*/ 10460880 w 10451880"/>
                <a:gd name="textAreaTop" fmla="*/ 0 h 45000"/>
                <a:gd name="textAreaBottom" fmla="*/ 54000 h 45000"/>
              </a:gdLst>
              <a:ahLst/>
              <a:cxnLst/>
              <a:rect l="textAreaLeft" t="textAreaTop" r="textAreaRight" b="textAreaBottom"/>
              <a:pathLst>
                <a:path w="13947648" h="71882">
                  <a:moveTo>
                    <a:pt x="35941" y="0"/>
                  </a:moveTo>
                  <a:lnTo>
                    <a:pt x="13911707" y="0"/>
                  </a:lnTo>
                  <a:cubicBezTo>
                    <a:pt x="13931520" y="0"/>
                    <a:pt x="13947648" y="16129"/>
                    <a:pt x="13947648" y="35941"/>
                  </a:cubicBezTo>
                  <a:cubicBezTo>
                    <a:pt x="13947648" y="55753"/>
                    <a:pt x="13931520" y="71882"/>
                    <a:pt x="13911707" y="71882"/>
                  </a:cubicBezTo>
                  <a:lnTo>
                    <a:pt x="35941" y="71882"/>
                  </a:lnTo>
                  <a:cubicBezTo>
                    <a:pt x="16129" y="71882"/>
                    <a:pt x="0" y="55753"/>
                    <a:pt x="0" y="35941"/>
                  </a:cubicBezTo>
                  <a:cubicBezTo>
                    <a:pt x="0" y="16129"/>
                    <a:pt x="16129" y="0"/>
                    <a:pt x="35941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32"/>
          <p:cNvGrpSpPr/>
          <p:nvPr/>
        </p:nvGrpSpPr>
        <p:grpSpPr>
          <a:xfrm>
            <a:off x="1387800" y="26092440"/>
            <a:ext cx="10469520" cy="62640"/>
            <a:chOff x="1387800" y="26092440"/>
            <a:chExt cx="10469520" cy="62640"/>
          </a:xfrm>
        </p:grpSpPr>
        <p:sp>
          <p:nvSpPr>
            <p:cNvPr id="82" name="Freeform 33"/>
            <p:cNvSpPr/>
            <p:nvPr/>
          </p:nvSpPr>
          <p:spPr>
            <a:xfrm>
              <a:off x="1387800" y="26092440"/>
              <a:ext cx="10469520" cy="62640"/>
            </a:xfrm>
            <a:custGeom>
              <a:avLst/>
              <a:gdLst>
                <a:gd name="textAreaLeft" fmla="*/ 0 w 10469520"/>
                <a:gd name="textAreaRight" fmla="*/ 10478520 w 10469520"/>
                <a:gd name="textAreaTop" fmla="*/ 0 h 62640"/>
                <a:gd name="textAreaBottom" fmla="*/ 71640 h 6264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TextBox 34"/>
          <p:cNvSpPr/>
          <p:nvPr/>
        </p:nvSpPr>
        <p:spPr>
          <a:xfrm>
            <a:off x="1414440" y="25202880"/>
            <a:ext cx="967320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FORMACIÓN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5"/>
          <p:cNvSpPr/>
          <p:nvPr/>
        </p:nvSpPr>
        <p:spPr>
          <a:xfrm>
            <a:off x="1440000" y="26280000"/>
            <a:ext cx="10447200" cy="281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0"/>
          <p:cNvSpPr/>
          <p:nvPr/>
        </p:nvSpPr>
        <p:spPr>
          <a:xfrm>
            <a:off x="1351080" y="1256760"/>
            <a:ext cx="962388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115"/>
              </a:lnSpc>
            </a:pPr>
            <a:r>
              <a:rPr lang="en-US" sz="6530" b="1" u="none" spc="-227" strike="noStrike">
                <a:solidFill>
                  <a:srgbClr val="543f3f"/>
                </a:solidFill>
                <a:effectLst/>
                <a:uFillTx/>
                <a:latin typeface="Montserrat"/>
                <a:ea typeface="Garet Bold"/>
              </a:rPr>
              <a:t>{{name}}</a:t>
            </a:r>
            <a:endParaRPr lang="es-AR" sz="6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1"/>
          <p:cNvSpPr/>
          <p:nvPr/>
        </p:nvSpPr>
        <p:spPr>
          <a:xfrm>
            <a:off x="1463760" y="2762280"/>
            <a:ext cx="1419552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393"/>
              </a:lnSpc>
            </a:pPr>
            <a:r>
              <a:rPr lang="en-US" sz="2600" b="1" u="none" spc="462" strike="noStrike">
                <a:solidFill>
                  <a:srgbClr val="543f3f"/>
                </a:solidFill>
                <a:effectLst/>
                <a:uFillTx/>
                <a:latin typeface="Garet Bold"/>
                <a:ea typeface="Garet Bold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2"/>
          <p:cNvSpPr/>
          <p:nvPr/>
        </p:nvSpPr>
        <p:spPr>
          <a:xfrm>
            <a:off x="1463760" y="10000440"/>
            <a:ext cx="916128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EXPERIENCIA LABORAL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43"/>
          <p:cNvGrpSpPr/>
          <p:nvPr/>
        </p:nvGrpSpPr>
        <p:grpSpPr>
          <a:xfrm>
            <a:off x="1260000" y="11062800"/>
            <a:ext cx="10794600" cy="12391560"/>
            <a:chOff x="1260000" y="11062800"/>
            <a:chExt cx="10794600" cy="12391560"/>
          </a:xfrm>
        </p:grpSpPr>
        <p:sp>
          <p:nvSpPr>
            <p:cNvPr id="89" name="TextBox 44"/>
            <p:cNvSpPr/>
            <p:nvPr/>
          </p:nvSpPr>
          <p:spPr>
            <a:xfrm>
              <a:off x="1463760" y="11062800"/>
              <a:ext cx="10410840" cy="50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r>
                <a:rPr lang="en-US" sz="2830" b="1" u="none" spc="60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"/>
                </a:rPr>
                <a:t>{{exp_1_company}}</a:t>
              </a:r>
              <a:endParaRPr lang="es-AR" sz="283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TextBox 45"/>
            <p:cNvSpPr/>
            <p:nvPr/>
          </p:nvSpPr>
          <p:spPr>
            <a:xfrm>
              <a:off x="1463760" y="12240000"/>
              <a:ext cx="10447200" cy="25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TextBox 46"/>
            <p:cNvSpPr/>
            <p:nvPr/>
          </p:nvSpPr>
          <p:spPr>
            <a:xfrm>
              <a:off x="1440000" y="11700000"/>
              <a:ext cx="10410840" cy="670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66"/>
                </a:lnSpc>
              </a:pPr>
              <a:r>
                <a:rPr lang="en-US" sz="2550" b="0" u="none" spc="51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 Italics"/>
                </a:rPr>
                <a:t>{{exp_1_role}} {{exp_1_dates}}</a:t>
              </a:r>
              <a:endParaRPr lang="es-AR" sz="25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86"/>
                </a:lnSpc>
              </a:pPr>
              <a:r>
                <a:rPr lang="en-US" sz="2850" b="1" u="none" spc="57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 Italics"/>
                </a:rPr>
                <a:t>{{exp_2_company}}</a:t>
              </a:r>
              <a:endParaRPr lang="es-AR" sz="28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66"/>
                </a:lnSpc>
              </a:pPr>
              <a:r>
                <a:rPr lang="en-US" sz="2550" b="0" u="none" spc="51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 Italics"/>
                </a:rPr>
                <a:t>{{exp_2_role}} {{exp_2_dates}}</a:t>
              </a:r>
              <a:endParaRPr lang="es-AR" sz="25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{{exp_2_bullets_block}}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86"/>
                </a:lnSpc>
              </a:pPr>
              <a:r>
                <a:rPr lang="en-US" sz="2850" b="1" u="none" spc="57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 Italics"/>
                </a:rPr>
                <a:t>{{exp_3_company}}</a:t>
              </a:r>
              <a:endParaRPr lang="es-AR" sz="28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66"/>
                </a:lnSpc>
              </a:pPr>
              <a:r>
                <a:rPr lang="en-US" sz="2550" b="0" u="none" spc="51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 Italics"/>
                </a:rPr>
                <a:t>{{exp_3_role}} {{exp_3_dates}}</a:t>
              </a:r>
              <a:endParaRPr lang="es-AR" sz="25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{{exp_3_bullets_block}}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TextBox 47"/>
            <p:cNvSpPr/>
            <p:nvPr/>
          </p:nvSpPr>
          <p:spPr>
            <a:xfrm>
              <a:off x="1427760" y="15300000"/>
              <a:ext cx="10447200" cy="502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TextBox 48"/>
            <p:cNvSpPr/>
            <p:nvPr/>
          </p:nvSpPr>
          <p:spPr>
            <a:xfrm>
              <a:off x="1427760" y="15985800"/>
              <a:ext cx="10447200" cy="448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6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TextBox 49"/>
            <p:cNvSpPr/>
            <p:nvPr/>
          </p:nvSpPr>
          <p:spPr>
            <a:xfrm>
              <a:off x="1427760" y="16468200"/>
              <a:ext cx="10447200" cy="25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TextBox 50"/>
            <p:cNvSpPr/>
            <p:nvPr/>
          </p:nvSpPr>
          <p:spPr>
            <a:xfrm>
              <a:off x="1260000" y="19474200"/>
              <a:ext cx="10447200" cy="502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TextBox 51"/>
            <p:cNvSpPr/>
            <p:nvPr/>
          </p:nvSpPr>
          <p:spPr>
            <a:xfrm>
              <a:off x="1387800" y="20160000"/>
              <a:ext cx="10666800" cy="448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6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TextBox 52"/>
            <p:cNvSpPr/>
            <p:nvPr/>
          </p:nvSpPr>
          <p:spPr>
            <a:xfrm>
              <a:off x="1387800" y="20881800"/>
              <a:ext cx="10447200" cy="25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TextBox 53"/>
          <p:cNvSpPr/>
          <p:nvPr/>
        </p:nvSpPr>
        <p:spPr>
          <a:xfrm>
            <a:off x="15660000" y="180000"/>
            <a:ext cx="2562480" cy="39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16560000" y="535320"/>
            <a:ext cx="521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14040000" y="11693520"/>
            <a:ext cx="5940000" cy="432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4300" b="0" u="none" strike="noStrike">
                <a:solidFill>
                  <a:srgbClr val="000000"/>
                </a:solidFill>
                <a:effectLst/>
                <a:uFillTx/>
                <a:latin typeface="Montserrat"/>
              </a:rPr>
              <a:t>{{title}}</a:t>
            </a:r>
            <a:endParaRPr lang="es-AR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Lato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Lato"/>
              </a:rPr>
              <a:t>{{body}}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DAG9jgn3h2g</dc:identifier>
  <dc:language>es-AR</dc:language>
  <cp:lastModifiedBy/>
  <dcterms:modified xsi:type="dcterms:W3CDTF">2026-01-14T14:39:01Z</dcterms:modified>
  <cp:revision>26</cp:revision>
  <dc:subject/>
  <dc:title>Plantilla_oficial_2.pptx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