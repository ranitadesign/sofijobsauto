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Proxima Nova Bold" charset="1" panose="02000506030000020004"/>
      <p:regular r:id="rId7"/>
    </p:embeddedFont>
    <p:embeddedFont>
      <p:font typeface="Proxima Nova" charset="1" panose="02000506030000020004"/>
      <p:regular r:id="rId8"/>
    </p:embeddedFont>
    <p:embeddedFont>
      <p:font typeface="The Seasons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6005" y="5109116"/>
            <a:ext cx="3937171" cy="9519"/>
            <a:chOff x="0" y="0"/>
            <a:chExt cx="14864918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907" y="0"/>
              <a:ext cx="14829029" cy="35941"/>
            </a:xfrm>
            <a:custGeom>
              <a:avLst/>
              <a:gdLst/>
              <a:ahLst/>
              <a:cxnLst/>
              <a:rect r="r" b="b" t="t" l="l"/>
              <a:pathLst>
                <a:path h="35941" w="14829029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747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12386" y="3992885"/>
            <a:ext cx="228218" cy="228218"/>
          </a:xfrm>
          <a:custGeom>
            <a:avLst/>
            <a:gdLst/>
            <a:ahLst/>
            <a:cxnLst/>
            <a:rect r="r" b="b" t="t" l="l"/>
            <a:pathLst>
              <a:path h="228218" w="228218">
                <a:moveTo>
                  <a:pt x="0" y="0"/>
                </a:moveTo>
                <a:lnTo>
                  <a:pt x="228218" y="0"/>
                </a:lnTo>
                <a:lnTo>
                  <a:pt x="228218" y="228218"/>
                </a:lnTo>
                <a:lnTo>
                  <a:pt x="0" y="22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2386" y="4518960"/>
            <a:ext cx="228218" cy="228218"/>
          </a:xfrm>
          <a:custGeom>
            <a:avLst/>
            <a:gdLst/>
            <a:ahLst/>
            <a:cxnLst/>
            <a:rect r="r" b="b" t="t" l="l"/>
            <a:pathLst>
              <a:path h="228218" w="228218">
                <a:moveTo>
                  <a:pt x="0" y="0"/>
                </a:moveTo>
                <a:lnTo>
                  <a:pt x="228218" y="0"/>
                </a:lnTo>
                <a:lnTo>
                  <a:pt x="228218" y="228218"/>
                </a:lnTo>
                <a:lnTo>
                  <a:pt x="0" y="228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10553" y="407628"/>
            <a:ext cx="2206323" cy="2206323"/>
            <a:chOff x="0" y="0"/>
            <a:chExt cx="8330044" cy="83300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30057" cy="8330057"/>
            </a:xfrm>
            <a:custGeom>
              <a:avLst/>
              <a:gdLst/>
              <a:ahLst/>
              <a:cxnLst/>
              <a:rect r="r" b="b" t="t" l="l"/>
              <a:pathLst>
                <a:path h="8330057" w="8330057">
                  <a:moveTo>
                    <a:pt x="610997" y="0"/>
                  </a:moveTo>
                  <a:lnTo>
                    <a:pt x="7719060" y="0"/>
                  </a:lnTo>
                  <a:cubicBezTo>
                    <a:pt x="7881112" y="0"/>
                    <a:pt x="8036433" y="64389"/>
                    <a:pt x="8151114" y="178943"/>
                  </a:cubicBezTo>
                  <a:cubicBezTo>
                    <a:pt x="8265795" y="293497"/>
                    <a:pt x="8330057" y="448945"/>
                    <a:pt x="8330057" y="610997"/>
                  </a:cubicBezTo>
                  <a:lnTo>
                    <a:pt x="8330057" y="7719060"/>
                  </a:lnTo>
                  <a:cubicBezTo>
                    <a:pt x="8330057" y="7881112"/>
                    <a:pt x="8265668" y="8036433"/>
                    <a:pt x="8151114" y="8151114"/>
                  </a:cubicBezTo>
                  <a:cubicBezTo>
                    <a:pt x="8036560" y="8265795"/>
                    <a:pt x="7881112" y="8330057"/>
                    <a:pt x="7719060" y="8330057"/>
                  </a:cubicBezTo>
                  <a:lnTo>
                    <a:pt x="610997" y="8330057"/>
                  </a:lnTo>
                  <a:cubicBezTo>
                    <a:pt x="448945" y="8330057"/>
                    <a:pt x="293624" y="8265668"/>
                    <a:pt x="178943" y="8151114"/>
                  </a:cubicBezTo>
                  <a:cubicBezTo>
                    <a:pt x="64262" y="8036560"/>
                    <a:pt x="0" y="7881112"/>
                    <a:pt x="0" y="7719060"/>
                  </a:cubicBezTo>
                  <a:lnTo>
                    <a:pt x="0" y="610997"/>
                  </a:lnTo>
                  <a:cubicBezTo>
                    <a:pt x="0" y="448945"/>
                    <a:pt x="64389" y="293497"/>
                    <a:pt x="178943" y="178943"/>
                  </a:cubicBezTo>
                  <a:cubicBezTo>
                    <a:pt x="293497" y="64389"/>
                    <a:pt x="448945" y="0"/>
                    <a:pt x="610997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634" r="0" b="-206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00612" y="5974178"/>
            <a:ext cx="3785791" cy="26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27"/>
              </a:lnSpc>
            </a:pPr>
            <a:r>
              <a:rPr lang="en-US" b="true" sz="1377" spc="26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{{exp_1_role}}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765" y="6474458"/>
            <a:ext cx="3785791" cy="77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096" indent="-170274" lvl="3">
              <a:lnSpc>
                <a:spcPts val="1514"/>
              </a:lnSpc>
              <a:buFont typeface="Arial"/>
              <a:buChar char="￭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{{exp_1_b1}}</a:t>
            </a:r>
          </a:p>
          <a:p>
            <a:pPr algn="l" marL="681096" indent="-170274" lvl="3">
              <a:lnSpc>
                <a:spcPts val="1514"/>
              </a:lnSpc>
              <a:buFont typeface="Arial"/>
              <a:buChar char="￭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{{exp_1_b2}}</a:t>
            </a:r>
          </a:p>
          <a:p>
            <a:pPr algn="l" marL="681096" indent="-170274" lvl="3">
              <a:lnSpc>
                <a:spcPts val="1514"/>
              </a:lnSpc>
              <a:buFont typeface="Arial"/>
              <a:buChar char="￭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{{exp_1_b3}}</a:t>
            </a:r>
          </a:p>
          <a:p>
            <a:pPr algn="l" marL="681096" indent="-170274" lvl="3">
              <a:lnSpc>
                <a:spcPts val="151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00612" y="6210423"/>
            <a:ext cx="1853050" cy="23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{{EXP_1_COMPANY}}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612" y="7733521"/>
            <a:ext cx="3546729" cy="26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27"/>
              </a:lnSpc>
            </a:pPr>
            <a:r>
              <a:rPr lang="en-US" b="true" sz="1377" spc="26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{{exp_2_role}}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604" y="8310517"/>
            <a:ext cx="3785791" cy="96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349" indent="-162116" lvl="2">
              <a:lnSpc>
                <a:spcPts val="1514"/>
              </a:lnSpc>
              <a:buFont typeface="Arial"/>
              <a:buChar char="⚬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{{exp_2_b1}}</a:t>
            </a:r>
          </a:p>
          <a:p>
            <a:pPr algn="l" marL="486349" indent="-162116" lvl="2">
              <a:lnSpc>
                <a:spcPts val="1514"/>
              </a:lnSpc>
              <a:buFont typeface="Arial"/>
              <a:buChar char="⚬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{{exp_2_b2}}</a:t>
            </a:r>
          </a:p>
          <a:p>
            <a:pPr algn="l" marL="486349" indent="-162116" lvl="2">
              <a:lnSpc>
                <a:spcPts val="1514"/>
              </a:lnSpc>
              <a:buFont typeface="Arial"/>
              <a:buChar char="⚬"/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{{exp_2_b3}}</a:t>
            </a:r>
          </a:p>
          <a:p>
            <a:pPr algn="l" marL="486349" indent="-162116" lvl="2">
              <a:lnSpc>
                <a:spcPts val="1514"/>
              </a:lnSpc>
            </a:pPr>
          </a:p>
          <a:p>
            <a:pPr algn="l" marL="486349" indent="-162116" lvl="2">
              <a:lnSpc>
                <a:spcPts val="151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00612" y="8027828"/>
            <a:ext cx="1601770" cy="23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082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{{EXP_2_COMPANY}}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9528" y="2970502"/>
            <a:ext cx="3990806" cy="28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4"/>
              </a:lnSpc>
            </a:pPr>
            <a:r>
              <a:rPr lang="en-US" sz="1296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{{about}}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9528" y="5491034"/>
            <a:ext cx="2760274" cy="26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b="true" sz="1412" spc="27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EXPERIENCIA LABORAL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04605" y="3895678"/>
            <a:ext cx="1698135" cy="38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064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Teléfono:</a:t>
            </a:r>
          </a:p>
          <a:p>
            <a:pPr algn="l">
              <a:lnSpc>
                <a:spcPts val="1490"/>
              </a:lnSpc>
            </a:pPr>
            <a:r>
              <a:rPr lang="en-US" sz="1064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{{contact_phone}}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08971" y="4421753"/>
            <a:ext cx="1693766" cy="38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064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Correo electrónico:</a:t>
            </a:r>
          </a:p>
          <a:p>
            <a:pPr algn="l">
              <a:lnSpc>
                <a:spcPts val="1490"/>
              </a:lnSpc>
            </a:pPr>
            <a:r>
              <a:rPr lang="en-US" sz="1064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{{contact_email}}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3132" y="5236519"/>
            <a:ext cx="2109608" cy="234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{{skill_1}}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{{skill_2}}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{{skill_3}}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{{skill_4}}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{{skill_5}}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{{skill_6}}</a:t>
            </a:r>
          </a:p>
          <a:p>
            <a:pPr algn="l" marL="520060" indent="-173353" lvl="2">
              <a:lnSpc>
                <a:spcPts val="2268"/>
              </a:lnSpc>
              <a:buFont typeface="Arial"/>
              <a:buChar char="⚬"/>
            </a:pPr>
            <a:r>
              <a:rPr lang="en-US" sz="1157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{{skill_7}}</a:t>
            </a:r>
          </a:p>
          <a:p>
            <a:pPr algn="l" marL="520060" indent="-173353" lvl="2">
              <a:lnSpc>
                <a:spcPts val="226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012386" y="5080366"/>
            <a:ext cx="1641160" cy="26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b="true" sz="1380" spc="26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HABILIDADES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9528" y="748695"/>
            <a:ext cx="3385059" cy="76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147">
                <a:solidFill>
                  <a:srgbClr val="231F20"/>
                </a:solidFill>
                <a:latin typeface="The Seasons"/>
                <a:ea typeface="The Seasons"/>
                <a:cs typeface="The Seasons"/>
                <a:sym typeface="The Seasons"/>
              </a:rPr>
              <a:t>{{name}}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0303" y="2381909"/>
            <a:ext cx="1692528" cy="43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 spc="200">
                <a:solidFill>
                  <a:srgbClr val="231F20"/>
                </a:solidFill>
                <a:latin typeface="The Seasons"/>
                <a:ea typeface="The Seasons"/>
                <a:cs typeface="The Seasons"/>
                <a:sym typeface="The Seasons"/>
              </a:rPr>
              <a:t>SOBRE MÍ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12386" y="3375426"/>
            <a:ext cx="1320819" cy="26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b="true" sz="1380" spc="26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CONTACTO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12386" y="8062408"/>
            <a:ext cx="2203463" cy="20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b="true" sz="1120" spc="21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{{edu_1_degree}}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12386" y="8271547"/>
            <a:ext cx="1851362" cy="6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970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{{edu_1_school}}</a:t>
            </a:r>
          </a:p>
          <a:p>
            <a:pPr algn="l">
              <a:lnSpc>
                <a:spcPts val="1552"/>
              </a:lnSpc>
            </a:pPr>
          </a:p>
          <a:p>
            <a:pPr algn="l">
              <a:lnSpc>
                <a:spcPts val="1552"/>
              </a:lnSpc>
            </a:pPr>
            <a:r>
              <a:rPr lang="en-US" sz="970">
                <a:solidFill>
                  <a:srgbClr val="474747"/>
                </a:solidFill>
                <a:latin typeface="Proxima Nova"/>
                <a:ea typeface="Proxima Nova"/>
                <a:cs typeface="Proxima Nova"/>
                <a:sym typeface="Proxima Nova"/>
              </a:rPr>
              <a:t>{{EDU_1_YEARS}}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93132" y="7743242"/>
            <a:ext cx="1641160" cy="26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b="true" sz="1380" spc="26">
                <a:solidFill>
                  <a:srgbClr val="3D3D3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DAG7zSUqy34</dc:identifier>
  <dcterms:modified xsi:type="dcterms:W3CDTF">2011-08-01T06:04:30Z</dcterms:modified>
  <cp:revision>1</cp:revision>
  <dc:title>Currículum Vitae Cv de Marketing Minimalista Beige</dc:title>
</cp:coreProperties>
</file>