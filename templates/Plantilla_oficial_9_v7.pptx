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5"/>
      <p:bold r:id="rId5"/>
    </p:embeddedFont>
    <p:embeddedFont>
      <p:font typeface="Proxima nova"/>
      <p:regular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Poppins Bold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roxima_Nova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Montserrat_Regular.fntdata"/><Relationship Id="rId8" Type="http://schemas.openxmlformats.org/officeDocument/2006/relationships/font" Target="fonts/Font_4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83DACC-8EB2-453F-8BB3-13E1A0CF28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128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128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72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72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257EDB-1A17-4EF4-B9CC-2BB43FF5D3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0EAFD8-B6F6-4552-B272-080E92F92B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8CA3B4-A2EF-4731-AB04-92E4862F49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0840" cy="50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0840" cy="175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160" cy="115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64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160" cy="468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BA6310-664E-4123-BEE4-B5AE29196B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400" cy="5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400" cy="41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400" cy="79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1B6C06-C5A3-44EE-A8D6-8BA9B890AC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400" cy="14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4E1305-EA86-48F7-913A-2CF076DDE6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A58ABA-4635-4FB2-B67F-34063F4317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40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92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C43725-C475-438F-92D8-DEBD7A791F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3749BA-D56D-4351-B7A0-CDB542A29A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400" cy="135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400" cy="149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B1BAC7-908E-4D92-8206-4ED9C56908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720000" y="-178560"/>
            <a:ext cx="201582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  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971920" y="3600000"/>
            <a:ext cx="3335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4336560"/>
            <a:ext cx="19175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7299720" y="6920280"/>
            <a:ext cx="66798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47160" y="7934760"/>
            <a:ext cx="10846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720000" y="7785360"/>
            <a:ext cx="19293840" cy="9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7"/>
          <p:cNvSpPr/>
          <p:nvPr/>
        </p:nvSpPr>
        <p:spPr>
          <a:xfrm>
            <a:off x="15945840" y="7912800"/>
            <a:ext cx="4216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8"/>
          <p:cNvGrpSpPr/>
          <p:nvPr/>
        </p:nvGrpSpPr>
        <p:grpSpPr>
          <a:xfrm>
            <a:off x="1157040" y="4295160"/>
            <a:ext cx="19176120" cy="18000"/>
            <a:chOff x="1157040" y="4295160"/>
            <a:chExt cx="19176120" cy="18000"/>
          </a:xfrm>
        </p:grpSpPr>
        <p:sp>
          <p:nvSpPr>
            <p:cNvPr id="69" name="Freeform 19"/>
            <p:cNvSpPr/>
            <p:nvPr/>
          </p:nvSpPr>
          <p:spPr>
            <a:xfrm>
              <a:off x="1157040" y="4295160"/>
              <a:ext cx="19176120" cy="18000"/>
            </a:xfrm>
            <a:custGeom>
              <a:avLst/>
              <a:gdLst>
                <a:gd name="textAreaLeft" fmla="*/ 0 w 19176120"/>
                <a:gd name="textAreaRight" fmla="*/ 19185120 w 1917612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0"/>
          <p:cNvGrpSpPr/>
          <p:nvPr/>
        </p:nvGrpSpPr>
        <p:grpSpPr>
          <a:xfrm>
            <a:off x="986400" y="7886880"/>
            <a:ext cx="19176120" cy="18000"/>
            <a:chOff x="986400" y="7886880"/>
            <a:chExt cx="19176120" cy="18000"/>
          </a:xfrm>
        </p:grpSpPr>
        <p:sp>
          <p:nvSpPr>
            <p:cNvPr id="71" name="Freeform 21"/>
            <p:cNvSpPr/>
            <p:nvPr/>
          </p:nvSpPr>
          <p:spPr>
            <a:xfrm>
              <a:off x="986400" y="7886880"/>
              <a:ext cx="19176120" cy="18000"/>
            </a:xfrm>
            <a:custGeom>
              <a:avLst/>
              <a:gdLst>
                <a:gd name="textAreaLeft" fmla="*/ 0 w 19176120"/>
                <a:gd name="textAreaRight" fmla="*/ 19185120 w 1917612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TextBox 7"/>
          <p:cNvSpPr/>
          <p:nvPr/>
        </p:nvSpPr>
        <p:spPr>
          <a:xfrm>
            <a:off x="1800360" y="1440360"/>
            <a:ext cx="181774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>
            <a:off x="644400" y="790200"/>
            <a:ext cx="19509840" cy="38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{{exp_6_role}} {{exp_6_company}}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{{exp_6_dates}}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{{exp_7_role}} {{exp_7_company}}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{{exp_7_dates}}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{{exp_7_bullets_block}}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3420360" y="2192112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093680" y="17836560"/>
            <a:ext cx="149889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1229400" y="22659120"/>
            <a:ext cx="196462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1132920" y="18566280"/>
            <a:ext cx="1494972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15835680" y="17836560"/>
            <a:ext cx="4436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2"/>
          <p:cNvGrpSpPr/>
          <p:nvPr/>
        </p:nvGrpSpPr>
        <p:grpSpPr>
          <a:xfrm>
            <a:off x="1093680" y="17750880"/>
            <a:ext cx="19178640" cy="20520"/>
            <a:chOff x="1093680" y="17750880"/>
            <a:chExt cx="19178640" cy="20520"/>
          </a:xfrm>
        </p:grpSpPr>
        <p:sp>
          <p:nvSpPr>
            <p:cNvPr id="80" name="Freeform 23"/>
            <p:cNvSpPr/>
            <p:nvPr/>
          </p:nvSpPr>
          <p:spPr>
            <a:xfrm>
              <a:off x="1093680" y="1775088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80000" y="20120760"/>
            <a:ext cx="19178640" cy="20520"/>
            <a:chOff x="1080000" y="20120760"/>
            <a:chExt cx="19178640" cy="20520"/>
          </a:xfrm>
        </p:grpSpPr>
        <p:sp>
          <p:nvSpPr>
            <p:cNvPr id="82" name="Freeform 25"/>
            <p:cNvSpPr/>
            <p:nvPr/>
          </p:nvSpPr>
          <p:spPr>
            <a:xfrm>
              <a:off x="1080000" y="20120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1080360" y="22633200"/>
            <a:ext cx="19178640" cy="20520"/>
            <a:chOff x="1080360" y="22633200"/>
            <a:chExt cx="19178640" cy="20520"/>
          </a:xfrm>
        </p:grpSpPr>
        <p:sp>
          <p:nvSpPr>
            <p:cNvPr id="84" name="Freeform 27"/>
            <p:cNvSpPr/>
            <p:nvPr/>
          </p:nvSpPr>
          <p:spPr>
            <a:xfrm>
              <a:off x="1080360" y="2263320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31"/>
          <p:cNvSpPr/>
          <p:nvPr/>
        </p:nvSpPr>
        <p:spPr>
          <a:xfrm>
            <a:off x="1080360" y="18915120"/>
            <a:ext cx="15182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2"/>
          <p:cNvSpPr/>
          <p:nvPr/>
        </p:nvSpPr>
        <p:spPr>
          <a:xfrm>
            <a:off x="1119240" y="19008000"/>
            <a:ext cx="1496304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3"/>
          <p:cNvSpPr/>
          <p:nvPr/>
        </p:nvSpPr>
        <p:spPr>
          <a:xfrm>
            <a:off x="15359400" y="18915120"/>
            <a:ext cx="48992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3537000" y="2181888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1061640" y="20125800"/>
            <a:ext cx="1909404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1"/>
          <p:cNvSpPr/>
          <p:nvPr/>
        </p:nvSpPr>
        <p:spPr>
          <a:xfrm>
            <a:off x="1017360" y="26508600"/>
            <a:ext cx="1935972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Group 1"/>
          <p:cNvGrpSpPr/>
          <p:nvPr/>
        </p:nvGrpSpPr>
        <p:grpSpPr>
          <a:xfrm>
            <a:off x="914400" y="26483760"/>
            <a:ext cx="19178640" cy="20520"/>
            <a:chOff x="914400" y="26483760"/>
            <a:chExt cx="19178640" cy="20520"/>
          </a:xfrm>
        </p:grpSpPr>
        <p:sp>
          <p:nvSpPr>
            <p:cNvPr id="92" name="Freeform 1"/>
            <p:cNvSpPr/>
            <p:nvPr/>
          </p:nvSpPr>
          <p:spPr>
            <a:xfrm>
              <a:off x="914400" y="26483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"/>
          <p:cNvSpPr/>
          <p:nvPr/>
        </p:nvSpPr>
        <p:spPr>
          <a:xfrm>
            <a:off x="7305120" y="2204892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449480" y="25829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305480" y="19565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305840" y="1718964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2026-03-08T22:30:21Z</dcterms:modified>
  <cp:revision>26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