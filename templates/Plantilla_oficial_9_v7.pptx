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 Bold"/>
    </p:embeddedFont>
    <p:embeddedFont>
      <p:font typeface="Proxima nova"/>
    </p:embeddedFont>
    <p:embeddedFont>
      <p:font typeface="Proxima Nova"/>
      <p:regular r:id="rId5"/>
      <p:bold r:id="rId5"/>
    </p:embeddedFont>
    <p:embeddedFont>
      <p:font typeface="Microsoft YaHei"/>
      <p:regular r:id="rId6"/>
    </p:embeddedFont>
    <p:embeddedFont>
      <p:font typeface="Garet"/>
      <p:regular r:id="rId7"/>
      <p:bold r:id="rId7"/>
    </p:embeddedFont>
    <p:embeddedFont>
      <p:font typeface="Poppins Bold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Garet_Regular.fntdata"/><Relationship Id="rId8" Type="http://schemas.openxmlformats.org/officeDocument/2006/relationships/font" Target="fonts/Font_4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D6E801-155B-4BD5-A89C-ABEFE6F90A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5B2C5E-C08C-4BF8-999B-AB1DF56338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384284-51C9-4F4A-9A0B-2F7B96363F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59BB80-9023-4E2F-B1D6-D3D0291978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30F1B3-14CA-441D-A612-F7DE7AC353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7789E0-6839-4FC6-81E1-89BFE8C19B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398173-751B-40EC-8C45-6E76D3909E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3D3500-7BC6-4648-954B-CF0C67AC6D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B5D0FC-5E94-48DE-A0A0-0746B10927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53C656-86F7-4535-8AB9-C8ACDE3C97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0120" cy="504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0120" cy="1755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01D109-10B9-4391-94F6-9C9F1F67AF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748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  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46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5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790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57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720000" y="7929360"/>
            <a:ext cx="19293120" cy="9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7"/>
          <p:cNvSpPr/>
          <p:nvPr/>
        </p:nvSpPr>
        <p:spPr>
          <a:xfrm>
            <a:off x="15945840" y="7912800"/>
            <a:ext cx="42159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157040" y="4295160"/>
            <a:ext cx="19175400" cy="17280"/>
            <a:chOff x="1157040" y="4295160"/>
            <a:chExt cx="19175400" cy="17280"/>
          </a:xfrm>
        </p:grpSpPr>
        <p:sp>
          <p:nvSpPr>
            <p:cNvPr id="69" name="Freeform 19"/>
            <p:cNvSpPr/>
            <p:nvPr/>
          </p:nvSpPr>
          <p:spPr>
            <a:xfrm>
              <a:off x="1157040" y="4295160"/>
              <a:ext cx="19175400" cy="17280"/>
            </a:xfrm>
            <a:custGeom>
              <a:avLst/>
              <a:gdLst>
                <a:gd name="textAreaLeft" fmla="*/ 0 w 19175400"/>
                <a:gd name="textAreaRight" fmla="*/ 19185120 w 1917540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0"/>
          <p:cNvGrpSpPr/>
          <p:nvPr/>
        </p:nvGrpSpPr>
        <p:grpSpPr>
          <a:xfrm>
            <a:off x="986400" y="7886880"/>
            <a:ext cx="19175400" cy="17280"/>
            <a:chOff x="986400" y="7886880"/>
            <a:chExt cx="19175400" cy="17280"/>
          </a:xfrm>
        </p:grpSpPr>
        <p:sp>
          <p:nvSpPr>
            <p:cNvPr id="71" name="Freeform 21"/>
            <p:cNvSpPr/>
            <p:nvPr/>
          </p:nvSpPr>
          <p:spPr>
            <a:xfrm>
              <a:off x="986400" y="7886880"/>
              <a:ext cx="19175400" cy="17280"/>
            </a:xfrm>
            <a:custGeom>
              <a:avLst/>
              <a:gdLst>
                <a:gd name="textAreaLeft" fmla="*/ 0 w 19175400"/>
                <a:gd name="textAreaRight" fmla="*/ 19185120 w 1917540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7"/>
          <p:cNvSpPr/>
          <p:nvPr/>
        </p:nvSpPr>
        <p:spPr>
          <a:xfrm>
            <a:off x="1800360" y="1440360"/>
            <a:ext cx="181767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>
            <a:off x="644400" y="790200"/>
            <a:ext cx="19509120" cy="38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{{exp_7_role}} {{exp_7_company}}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{{exp_7_dates}}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3420360" y="21921120"/>
            <a:ext cx="139384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093680" y="17836560"/>
            <a:ext cx="14988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1229400" y="22659120"/>
            <a:ext cx="1964556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8566280"/>
            <a:ext cx="1494900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5835680" y="17836560"/>
            <a:ext cx="4435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7750880"/>
            <a:ext cx="19177920" cy="19800"/>
            <a:chOff x="1093680" y="17750880"/>
            <a:chExt cx="19177920" cy="19800"/>
          </a:xfrm>
        </p:grpSpPr>
        <p:sp>
          <p:nvSpPr>
            <p:cNvPr id="80" name="Freeform 23"/>
            <p:cNvSpPr/>
            <p:nvPr/>
          </p:nvSpPr>
          <p:spPr>
            <a:xfrm>
              <a:off x="1093680" y="1775088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000" y="20120760"/>
            <a:ext cx="19177920" cy="19800"/>
            <a:chOff x="1080000" y="20120760"/>
            <a:chExt cx="19177920" cy="19800"/>
          </a:xfrm>
        </p:grpSpPr>
        <p:sp>
          <p:nvSpPr>
            <p:cNvPr id="82" name="Freeform 25"/>
            <p:cNvSpPr/>
            <p:nvPr/>
          </p:nvSpPr>
          <p:spPr>
            <a:xfrm>
              <a:off x="1080000" y="2012076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1080360" y="22633200"/>
            <a:ext cx="19177920" cy="19800"/>
            <a:chOff x="1080360" y="22633200"/>
            <a:chExt cx="19177920" cy="19800"/>
          </a:xfrm>
        </p:grpSpPr>
        <p:sp>
          <p:nvSpPr>
            <p:cNvPr id="84" name="Freeform 27"/>
            <p:cNvSpPr/>
            <p:nvPr/>
          </p:nvSpPr>
          <p:spPr>
            <a:xfrm>
              <a:off x="1080360" y="2263320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18915120"/>
            <a:ext cx="15181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240" y="19008000"/>
            <a:ext cx="1496232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5359400" y="18915120"/>
            <a:ext cx="48985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3537000" y="21818880"/>
            <a:ext cx="139384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061640" y="20125800"/>
            <a:ext cx="1909332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1"/>
          <p:cNvSpPr/>
          <p:nvPr/>
        </p:nvSpPr>
        <p:spPr>
          <a:xfrm>
            <a:off x="1017360" y="26508600"/>
            <a:ext cx="1935900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1"/>
          <p:cNvGrpSpPr/>
          <p:nvPr/>
        </p:nvGrpSpPr>
        <p:grpSpPr>
          <a:xfrm>
            <a:off x="914400" y="26483760"/>
            <a:ext cx="19177920" cy="19800"/>
            <a:chOff x="914400" y="26483760"/>
            <a:chExt cx="19177920" cy="19800"/>
          </a:xfrm>
        </p:grpSpPr>
        <p:sp>
          <p:nvSpPr>
            <p:cNvPr id="92" name="Freeform 1"/>
            <p:cNvSpPr/>
            <p:nvPr/>
          </p:nvSpPr>
          <p:spPr>
            <a:xfrm>
              <a:off x="914400" y="2648376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"/>
          <p:cNvSpPr/>
          <p:nvPr/>
        </p:nvSpPr>
        <p:spPr>
          <a:xfrm>
            <a:off x="7305120" y="22048920"/>
            <a:ext cx="717984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449480" y="25829280"/>
            <a:ext cx="717984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305480" y="19565280"/>
            <a:ext cx="717984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305840" y="17189640"/>
            <a:ext cx="717984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2026-03-09T19:58:40Z</dcterms:modified>
  <cp:revision>28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