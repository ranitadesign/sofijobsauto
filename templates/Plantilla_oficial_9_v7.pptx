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roxima Nova"/>
      <p:regular r:id="rId5"/>
      <p:bold r:id="rId5"/>
    </p:embeddedFont>
    <p:embeddedFont>
      <p:font typeface="Proxima Nova Bold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roxima_Nova_Regular.fntdata"/><Relationship Id="rId6" Type="http://schemas.openxmlformats.org/officeDocument/2006/relationships/font" Target="fonts/Font_2_Microsoft_YaHei_Regular.fntdata"/><Relationship Id="rId7" Type="http://schemas.openxmlformats.org/officeDocument/2006/relationships/font" Target="fonts/Font_3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720" cy="63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720" cy="394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160" cy="63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160" cy="394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3C9DFC-162F-4802-9071-E0A4F10FC7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E0C09F-E427-4247-8A09-AAEC0CCB97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6F5538-4C82-4019-B8B9-D475D6D210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2280" cy="505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2280" cy="175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600" cy="115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08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600" cy="468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8CB018-EEE6-4B54-A5AF-7C8536C9F0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840" cy="55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840" cy="410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840" cy="79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D662CC-1C9A-4DC7-97D4-1D7582AD27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840" cy="146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BD0CCF-23C7-4E7F-AC2E-224A92242A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04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9B482A-F547-4CBD-BC7A-D37D01BDAD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84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36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751CDE-E838-4FF8-88CA-838A3A140C4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04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632571-53B6-497A-9D9A-FD4F155ED1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840" cy="135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840" cy="149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642C35-68DC-4007-8B53-5DA806D165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92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92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72BB25-64AA-45A5-8630-8B4F2BE3A7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"/>
          <p:cNvSpPr/>
          <p:nvPr/>
        </p:nvSpPr>
        <p:spPr>
          <a:xfrm>
            <a:off x="720000" y="-178560"/>
            <a:ext cx="2015964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  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8971920" y="3600000"/>
            <a:ext cx="3336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8"/>
          <p:cNvSpPr/>
          <p:nvPr/>
        </p:nvSpPr>
        <p:spPr>
          <a:xfrm>
            <a:off x="986400" y="4336560"/>
            <a:ext cx="19177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4"/>
          <p:cNvSpPr/>
          <p:nvPr/>
        </p:nvSpPr>
        <p:spPr>
          <a:xfrm>
            <a:off x="7299720" y="6920280"/>
            <a:ext cx="66812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5"/>
          <p:cNvSpPr/>
          <p:nvPr/>
        </p:nvSpPr>
        <p:spPr>
          <a:xfrm>
            <a:off x="947160" y="7934760"/>
            <a:ext cx="10847880" cy="5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6"/>
          <p:cNvSpPr/>
          <p:nvPr/>
        </p:nvSpPr>
        <p:spPr>
          <a:xfrm>
            <a:off x="720000" y="7605360"/>
            <a:ext cx="19295280" cy="967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{{exp_5_role}} {{exp_5_company}}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{{exp_5_dates}}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{{exp_5_bullets_block}}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7"/>
          <p:cNvSpPr/>
          <p:nvPr/>
        </p:nvSpPr>
        <p:spPr>
          <a:xfrm>
            <a:off x="15945840" y="7912800"/>
            <a:ext cx="421812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" name="Group 18"/>
          <p:cNvGrpSpPr/>
          <p:nvPr/>
        </p:nvGrpSpPr>
        <p:grpSpPr>
          <a:xfrm>
            <a:off x="1157040" y="4295160"/>
            <a:ext cx="19177560" cy="19440"/>
            <a:chOff x="1157040" y="4295160"/>
            <a:chExt cx="19177560" cy="19440"/>
          </a:xfrm>
        </p:grpSpPr>
        <p:sp>
          <p:nvSpPr>
            <p:cNvPr id="69" name="Freeform 19"/>
            <p:cNvSpPr/>
            <p:nvPr/>
          </p:nvSpPr>
          <p:spPr>
            <a:xfrm>
              <a:off x="1157040" y="4295160"/>
              <a:ext cx="19177560" cy="19440"/>
            </a:xfrm>
            <a:custGeom>
              <a:avLst/>
              <a:gdLst>
                <a:gd name="textAreaLeft" fmla="*/ 0 w 19177560"/>
                <a:gd name="textAreaRight" fmla="*/ 19185120 w 19177560"/>
                <a:gd name="textAreaTop" fmla="*/ 0 h 19440"/>
                <a:gd name="textAreaBottom" fmla="*/ 27000 h 194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0" name="Group 20"/>
          <p:cNvGrpSpPr/>
          <p:nvPr/>
        </p:nvGrpSpPr>
        <p:grpSpPr>
          <a:xfrm>
            <a:off x="986400" y="7886880"/>
            <a:ext cx="19177560" cy="19440"/>
            <a:chOff x="986400" y="7886880"/>
            <a:chExt cx="19177560" cy="19440"/>
          </a:xfrm>
        </p:grpSpPr>
        <p:sp>
          <p:nvSpPr>
            <p:cNvPr id="71" name="Freeform 21"/>
            <p:cNvSpPr/>
            <p:nvPr/>
          </p:nvSpPr>
          <p:spPr>
            <a:xfrm>
              <a:off x="986400" y="7886880"/>
              <a:ext cx="19177560" cy="19440"/>
            </a:xfrm>
            <a:custGeom>
              <a:avLst/>
              <a:gdLst>
                <a:gd name="textAreaLeft" fmla="*/ 0 w 19177560"/>
                <a:gd name="textAreaRight" fmla="*/ 19185120 w 19177560"/>
                <a:gd name="textAreaTop" fmla="*/ 0 h 19440"/>
                <a:gd name="textAreaBottom" fmla="*/ 27000 h 194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2" name="TextBox 7"/>
          <p:cNvSpPr/>
          <p:nvPr/>
        </p:nvSpPr>
        <p:spPr>
          <a:xfrm>
            <a:off x="1800360" y="1440360"/>
            <a:ext cx="181789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51"/>
          <p:cNvSpPr/>
          <p:nvPr/>
        </p:nvSpPr>
        <p:spPr>
          <a:xfrm>
            <a:off x="3696480" y="18156600"/>
            <a:ext cx="139377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52"/>
          <p:cNvSpPr/>
          <p:nvPr/>
        </p:nvSpPr>
        <p:spPr>
          <a:xfrm>
            <a:off x="3882240" y="27398160"/>
            <a:ext cx="139377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53"/>
          <p:cNvSpPr/>
          <p:nvPr/>
        </p:nvSpPr>
        <p:spPr>
          <a:xfrm>
            <a:off x="3876480" y="22321080"/>
            <a:ext cx="139377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54"/>
          <p:cNvSpPr/>
          <p:nvPr/>
        </p:nvSpPr>
        <p:spPr>
          <a:xfrm>
            <a:off x="1093320" y="19201680"/>
            <a:ext cx="149875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55"/>
          <p:cNvSpPr/>
          <p:nvPr/>
        </p:nvSpPr>
        <p:spPr>
          <a:xfrm>
            <a:off x="1049400" y="28260000"/>
            <a:ext cx="1964484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56"/>
          <p:cNvSpPr/>
          <p:nvPr/>
        </p:nvSpPr>
        <p:spPr>
          <a:xfrm>
            <a:off x="1080000" y="25879680"/>
            <a:ext cx="193582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57"/>
          <p:cNvSpPr/>
          <p:nvPr/>
        </p:nvSpPr>
        <p:spPr>
          <a:xfrm>
            <a:off x="17680680" y="19201680"/>
            <a:ext cx="25894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Group 4"/>
          <p:cNvGrpSpPr/>
          <p:nvPr/>
        </p:nvGrpSpPr>
        <p:grpSpPr>
          <a:xfrm>
            <a:off x="1092960" y="19080000"/>
            <a:ext cx="19177200" cy="19080"/>
            <a:chOff x="1092960" y="19080000"/>
            <a:chExt cx="19177200" cy="19080"/>
          </a:xfrm>
        </p:grpSpPr>
        <p:sp>
          <p:nvSpPr>
            <p:cNvPr id="81" name="Freeform 4"/>
            <p:cNvSpPr/>
            <p:nvPr/>
          </p:nvSpPr>
          <p:spPr>
            <a:xfrm>
              <a:off x="1092960" y="19080000"/>
              <a:ext cx="19177200" cy="19080"/>
            </a:xfrm>
            <a:custGeom>
              <a:avLst/>
              <a:gdLst>
                <a:gd name="textAreaLeft" fmla="*/ 0 w 19177200"/>
                <a:gd name="textAreaRight" fmla="*/ 19185120 w 19177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2" name="Group 5"/>
          <p:cNvGrpSpPr/>
          <p:nvPr/>
        </p:nvGrpSpPr>
        <p:grpSpPr>
          <a:xfrm>
            <a:off x="1080000" y="23015160"/>
            <a:ext cx="19177200" cy="19080"/>
            <a:chOff x="1080000" y="23015160"/>
            <a:chExt cx="19177200" cy="19080"/>
          </a:xfrm>
        </p:grpSpPr>
        <p:sp>
          <p:nvSpPr>
            <p:cNvPr id="83" name="Freeform 5"/>
            <p:cNvSpPr/>
            <p:nvPr/>
          </p:nvSpPr>
          <p:spPr>
            <a:xfrm>
              <a:off x="1080000" y="23015160"/>
              <a:ext cx="19177200" cy="19080"/>
            </a:xfrm>
            <a:custGeom>
              <a:avLst/>
              <a:gdLst>
                <a:gd name="textAreaLeft" fmla="*/ 0 w 19177200"/>
                <a:gd name="textAreaRight" fmla="*/ 19185120 w 19177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4" name="Group 6"/>
          <p:cNvGrpSpPr/>
          <p:nvPr/>
        </p:nvGrpSpPr>
        <p:grpSpPr>
          <a:xfrm>
            <a:off x="900360" y="28054080"/>
            <a:ext cx="19177200" cy="19080"/>
            <a:chOff x="900360" y="28054080"/>
            <a:chExt cx="19177200" cy="19080"/>
          </a:xfrm>
        </p:grpSpPr>
        <p:sp>
          <p:nvSpPr>
            <p:cNvPr id="85" name="Freeform 6"/>
            <p:cNvSpPr/>
            <p:nvPr/>
          </p:nvSpPr>
          <p:spPr>
            <a:xfrm>
              <a:off x="900360" y="28054080"/>
              <a:ext cx="19177200" cy="19080"/>
            </a:xfrm>
            <a:custGeom>
              <a:avLst/>
              <a:gdLst>
                <a:gd name="textAreaLeft" fmla="*/ 0 w 19177200"/>
                <a:gd name="textAreaRight" fmla="*/ 19185120 w 19177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58"/>
          <p:cNvSpPr/>
          <p:nvPr/>
        </p:nvSpPr>
        <p:spPr>
          <a:xfrm>
            <a:off x="1080000" y="20833200"/>
            <a:ext cx="1518084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59"/>
          <p:cNvSpPr/>
          <p:nvPr/>
        </p:nvSpPr>
        <p:spPr>
          <a:xfrm>
            <a:off x="17568720" y="20833200"/>
            <a:ext cx="26881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60"/>
          <p:cNvSpPr/>
          <p:nvPr/>
        </p:nvSpPr>
        <p:spPr>
          <a:xfrm>
            <a:off x="3780000" y="25020000"/>
            <a:ext cx="139377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7"/>
          <p:cNvGrpSpPr/>
          <p:nvPr/>
        </p:nvGrpSpPr>
        <p:grpSpPr>
          <a:xfrm>
            <a:off x="977040" y="25714080"/>
            <a:ext cx="19177200" cy="19080"/>
            <a:chOff x="977040" y="25714080"/>
            <a:chExt cx="19177200" cy="19080"/>
          </a:xfrm>
        </p:grpSpPr>
        <p:sp>
          <p:nvSpPr>
            <p:cNvPr id="90" name="Freeform 7"/>
            <p:cNvSpPr/>
            <p:nvPr/>
          </p:nvSpPr>
          <p:spPr>
            <a:xfrm>
              <a:off x="977040" y="25714080"/>
              <a:ext cx="19177200" cy="19080"/>
            </a:xfrm>
            <a:custGeom>
              <a:avLst/>
              <a:gdLst>
                <a:gd name="textAreaLeft" fmla="*/ 0 w 19177200"/>
                <a:gd name="textAreaRight" fmla="*/ 19185120 w 19177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"/>
          <p:cNvSpPr/>
          <p:nvPr/>
        </p:nvSpPr>
        <p:spPr>
          <a:xfrm>
            <a:off x="1080000" y="23201640"/>
            <a:ext cx="19092600" cy="13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644400" y="790200"/>
            <a:ext cx="19511280" cy="327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{{exp_6_role}} {{exp_6_company}}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{{exp_6_dates}}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{{exp_6_bullets_block}}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{{exp_7_role}} {{exp_7_company}}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{{exp_7_dates}}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{{exp_7_bullets_block}}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2026-03-02T19:03:39Z</dcterms:modified>
  <cp:revision>22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