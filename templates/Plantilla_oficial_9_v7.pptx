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roxima nova"/>
    </p:embeddedFont>
    <p:embeddedFont>
      <p:font typeface="Proxima Nova Bold"/>
    </p:embeddedFont>
    <p:embeddedFont>
      <p:font typeface="Proxima Nova"/>
      <p:regular r:id="rId5"/>
      <p:bold r:id="rId5"/>
    </p:embeddedFont>
    <p:embeddedFont>
      <p:font typeface="Microsoft YaHei"/>
      <p:regular r:id="rId6"/>
    </p:embeddedFont>
    <p:embeddedFont>
      <p:font typeface="Garet"/>
      <p:regular r:id="rId7"/>
      <p:bold r:id="rId7"/>
    </p:embeddedFont>
    <p:embeddedFont>
      <p:font typeface="Montserrat"/>
      <p:regular r:id="rId8"/>
      <p:bold r:id="rId8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roxima_Nova_Regular.fntdata"/><Relationship Id="rId6" Type="http://schemas.openxmlformats.org/officeDocument/2006/relationships/font" Target="fonts/Font_2_Microsoft_YaHei_Regular.fntdata"/><Relationship Id="rId7" Type="http://schemas.openxmlformats.org/officeDocument/2006/relationships/font" Target="fonts/Font_3_Garet_Regular.fntdata"/><Relationship Id="rId8" Type="http://schemas.openxmlformats.org/officeDocument/2006/relationships/font" Target="fonts/Font_4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68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676F8A-F888-47D5-B573-64FFAFF715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4480" cy="135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4480" cy="149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480F52-6FB0-4F10-A83A-99EEFE746D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056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056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C101A1-54F0-4AD7-9FEF-04726B9E2E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2360" cy="63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2360" cy="39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3800" cy="63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3800" cy="39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5E6EFC-F21A-4353-BBB7-0A947E9A1B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04A357-F97F-4B62-9439-E5E494A44D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4A114A-7574-4457-A2F3-50914A1853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1920" cy="505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1920" cy="175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0240" cy="115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3720" cy="584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0240" cy="468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C9B401-F6CA-4FE3-81CA-75812BE360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8480" cy="5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8480" cy="410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8480" cy="79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1746BE-1672-4D9F-8A40-F76410576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4480" cy="14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4E4DB8-19FD-40D0-951A-BB58758E7C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68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2CCCFD-8516-4ADA-B223-25F04357BF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9480" cy="584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2000" cy="584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9E8214-57EB-4180-BB2B-5350E16F53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720000" y="-178560"/>
            <a:ext cx="2015928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  {{name}}</a:t>
            </a:r>
            <a:endParaRPr lang="es-A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8971920" y="3600000"/>
            <a:ext cx="333648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986400" y="4336560"/>
            <a:ext cx="191768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"/>
              </a:rPr>
              <a:t>{{about}}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4"/>
          <p:cNvSpPr/>
          <p:nvPr/>
        </p:nvSpPr>
        <p:spPr>
          <a:xfrm>
            <a:off x="7299720" y="6920280"/>
            <a:ext cx="668088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5"/>
          <p:cNvSpPr/>
          <p:nvPr/>
        </p:nvSpPr>
        <p:spPr>
          <a:xfrm>
            <a:off x="947160" y="7934760"/>
            <a:ext cx="1084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6"/>
          <p:cNvSpPr/>
          <p:nvPr/>
        </p:nvSpPr>
        <p:spPr>
          <a:xfrm>
            <a:off x="720000" y="7605360"/>
            <a:ext cx="19294920" cy="9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{{exp_1_role}} {{exp_1_company}}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{{exp_1_dates}}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{{exp_2_role}} {{exp_2_company}}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{{exp_2_dates}}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{{exp_3_role}} {{exp_3_company}}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{{exp_3_dates}}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{{exp_3_bullets_block}}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85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85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{{exp_4_role}} {{exp_4_company}}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{{exp_4_dates}}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{{exp_4_bullets_block}}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{{exp_5_role}} {{exp_5_company}}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{{exp_5_dates}}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{{exp_5_bullets_block}}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7"/>
          <p:cNvSpPr/>
          <p:nvPr/>
        </p:nvSpPr>
        <p:spPr>
          <a:xfrm>
            <a:off x="15945840" y="7912800"/>
            <a:ext cx="42177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19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18"/>
          <p:cNvGrpSpPr/>
          <p:nvPr/>
        </p:nvGrpSpPr>
        <p:grpSpPr>
          <a:xfrm>
            <a:off x="1157040" y="4295160"/>
            <a:ext cx="19177200" cy="19080"/>
            <a:chOff x="1157040" y="4295160"/>
            <a:chExt cx="19177200" cy="19080"/>
          </a:xfrm>
        </p:grpSpPr>
        <p:sp>
          <p:nvSpPr>
            <p:cNvPr id="69" name="Freeform 19"/>
            <p:cNvSpPr/>
            <p:nvPr/>
          </p:nvSpPr>
          <p:spPr>
            <a:xfrm>
              <a:off x="1157040" y="4295160"/>
              <a:ext cx="19177200" cy="19080"/>
            </a:xfrm>
            <a:custGeom>
              <a:avLst/>
              <a:gdLst>
                <a:gd name="textAreaLeft" fmla="*/ 0 w 19177200"/>
                <a:gd name="textAreaRight" fmla="*/ 19185120 w 1917720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" name="Group 20"/>
          <p:cNvGrpSpPr/>
          <p:nvPr/>
        </p:nvGrpSpPr>
        <p:grpSpPr>
          <a:xfrm>
            <a:off x="986400" y="7886880"/>
            <a:ext cx="19177200" cy="19080"/>
            <a:chOff x="986400" y="7886880"/>
            <a:chExt cx="19177200" cy="19080"/>
          </a:xfrm>
        </p:grpSpPr>
        <p:sp>
          <p:nvSpPr>
            <p:cNvPr id="71" name="Freeform 21"/>
            <p:cNvSpPr/>
            <p:nvPr/>
          </p:nvSpPr>
          <p:spPr>
            <a:xfrm>
              <a:off x="986400" y="7886880"/>
              <a:ext cx="19177200" cy="19080"/>
            </a:xfrm>
            <a:custGeom>
              <a:avLst/>
              <a:gdLst>
                <a:gd name="textAreaLeft" fmla="*/ 0 w 19177200"/>
                <a:gd name="textAreaRight" fmla="*/ 19185120 w 1917720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TextBox 7"/>
          <p:cNvSpPr/>
          <p:nvPr/>
        </p:nvSpPr>
        <p:spPr>
          <a:xfrm>
            <a:off x="1800360" y="1440360"/>
            <a:ext cx="1817856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51"/>
          <p:cNvSpPr/>
          <p:nvPr/>
        </p:nvSpPr>
        <p:spPr>
          <a:xfrm>
            <a:off x="3696480" y="18156600"/>
            <a:ext cx="139374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2"/>
          <p:cNvSpPr/>
          <p:nvPr/>
        </p:nvSpPr>
        <p:spPr>
          <a:xfrm>
            <a:off x="3882240" y="27398160"/>
            <a:ext cx="139374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INFORMACIÓN ADICIONAL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3"/>
          <p:cNvSpPr/>
          <p:nvPr/>
        </p:nvSpPr>
        <p:spPr>
          <a:xfrm>
            <a:off x="3876480" y="22321080"/>
            <a:ext cx="139374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4"/>
          <p:cNvSpPr/>
          <p:nvPr/>
        </p:nvSpPr>
        <p:spPr>
          <a:xfrm>
            <a:off x="1093320" y="19201680"/>
            <a:ext cx="149871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5"/>
          <p:cNvSpPr/>
          <p:nvPr/>
        </p:nvSpPr>
        <p:spPr>
          <a:xfrm>
            <a:off x="1049400" y="28260000"/>
            <a:ext cx="1964448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6"/>
          <p:cNvSpPr/>
          <p:nvPr/>
        </p:nvSpPr>
        <p:spPr>
          <a:xfrm>
            <a:off x="1080000" y="25879680"/>
            <a:ext cx="1935792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7"/>
          <p:cNvSpPr/>
          <p:nvPr/>
        </p:nvSpPr>
        <p:spPr>
          <a:xfrm>
            <a:off x="17680680" y="19201680"/>
            <a:ext cx="25891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4"/>
          <p:cNvGrpSpPr/>
          <p:nvPr/>
        </p:nvGrpSpPr>
        <p:grpSpPr>
          <a:xfrm>
            <a:off x="1092960" y="19080000"/>
            <a:ext cx="19176840" cy="18720"/>
            <a:chOff x="1092960" y="19080000"/>
            <a:chExt cx="19176840" cy="18720"/>
          </a:xfrm>
        </p:grpSpPr>
        <p:sp>
          <p:nvSpPr>
            <p:cNvPr id="81" name="Freeform 4"/>
            <p:cNvSpPr/>
            <p:nvPr/>
          </p:nvSpPr>
          <p:spPr>
            <a:xfrm>
              <a:off x="1092960" y="19080000"/>
              <a:ext cx="19176840" cy="18720"/>
            </a:xfrm>
            <a:custGeom>
              <a:avLst/>
              <a:gdLst>
                <a:gd name="textAreaLeft" fmla="*/ 0 w 19176840"/>
                <a:gd name="textAreaRight" fmla="*/ 19185120 w 19176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5"/>
          <p:cNvGrpSpPr/>
          <p:nvPr/>
        </p:nvGrpSpPr>
        <p:grpSpPr>
          <a:xfrm>
            <a:off x="1080000" y="23015160"/>
            <a:ext cx="19176840" cy="18720"/>
            <a:chOff x="1080000" y="23015160"/>
            <a:chExt cx="19176840" cy="18720"/>
          </a:xfrm>
        </p:grpSpPr>
        <p:sp>
          <p:nvSpPr>
            <p:cNvPr id="83" name="Freeform 5"/>
            <p:cNvSpPr/>
            <p:nvPr/>
          </p:nvSpPr>
          <p:spPr>
            <a:xfrm>
              <a:off x="1080000" y="23015160"/>
              <a:ext cx="19176840" cy="18720"/>
            </a:xfrm>
            <a:custGeom>
              <a:avLst/>
              <a:gdLst>
                <a:gd name="textAreaLeft" fmla="*/ 0 w 19176840"/>
                <a:gd name="textAreaRight" fmla="*/ 19185120 w 19176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6"/>
          <p:cNvGrpSpPr/>
          <p:nvPr/>
        </p:nvGrpSpPr>
        <p:grpSpPr>
          <a:xfrm>
            <a:off x="900360" y="28054080"/>
            <a:ext cx="19176840" cy="18720"/>
            <a:chOff x="900360" y="28054080"/>
            <a:chExt cx="19176840" cy="18720"/>
          </a:xfrm>
        </p:grpSpPr>
        <p:sp>
          <p:nvSpPr>
            <p:cNvPr id="85" name="Freeform 6"/>
            <p:cNvSpPr/>
            <p:nvPr/>
          </p:nvSpPr>
          <p:spPr>
            <a:xfrm>
              <a:off x="900360" y="28054080"/>
              <a:ext cx="19176840" cy="18720"/>
            </a:xfrm>
            <a:custGeom>
              <a:avLst/>
              <a:gdLst>
                <a:gd name="textAreaLeft" fmla="*/ 0 w 19176840"/>
                <a:gd name="textAreaRight" fmla="*/ 19185120 w 19176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58"/>
          <p:cNvSpPr/>
          <p:nvPr/>
        </p:nvSpPr>
        <p:spPr>
          <a:xfrm>
            <a:off x="1080000" y="20833200"/>
            <a:ext cx="1518048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9"/>
          <p:cNvSpPr/>
          <p:nvPr/>
        </p:nvSpPr>
        <p:spPr>
          <a:xfrm>
            <a:off x="17568720" y="20833200"/>
            <a:ext cx="26877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0"/>
          <p:cNvSpPr/>
          <p:nvPr/>
        </p:nvSpPr>
        <p:spPr>
          <a:xfrm>
            <a:off x="3780000" y="25020000"/>
            <a:ext cx="139374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7"/>
          <p:cNvGrpSpPr/>
          <p:nvPr/>
        </p:nvGrpSpPr>
        <p:grpSpPr>
          <a:xfrm>
            <a:off x="977040" y="25714080"/>
            <a:ext cx="19176840" cy="18720"/>
            <a:chOff x="977040" y="25714080"/>
            <a:chExt cx="19176840" cy="18720"/>
          </a:xfrm>
        </p:grpSpPr>
        <p:sp>
          <p:nvSpPr>
            <p:cNvPr id="90" name="Freeform 7"/>
            <p:cNvSpPr/>
            <p:nvPr/>
          </p:nvSpPr>
          <p:spPr>
            <a:xfrm>
              <a:off x="977040" y="25714080"/>
              <a:ext cx="19176840" cy="18720"/>
            </a:xfrm>
            <a:custGeom>
              <a:avLst/>
              <a:gdLst>
                <a:gd name="textAreaLeft" fmla="*/ 0 w 19176840"/>
                <a:gd name="textAreaRight" fmla="*/ 19185120 w 19176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"/>
          <p:cNvSpPr/>
          <p:nvPr/>
        </p:nvSpPr>
        <p:spPr>
          <a:xfrm>
            <a:off x="1080000" y="23201640"/>
            <a:ext cx="19092240" cy="13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44400" y="790200"/>
            <a:ext cx="19510920" cy="38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{{exp_6_role}} {{exp_6_company}}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{{exp_6_dates}}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{{exp_6_bullets_block}}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{{exp_7_role}} {{exp_7_company}}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{{exp_7_dates}}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{{exp_7_bullets_block}}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2026-03-05T15:30:24Z</dcterms:modified>
  <cp:revision>23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