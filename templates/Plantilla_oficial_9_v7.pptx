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</p:sldIdLst>
  <p:sldSz cx="21374100" cy="30276800"/>
  <p:notesSz cx="7559675" cy="10691813"/>
  <p:embeddedFontLst>
    <p:embeddedFont>
      <p:font typeface="Proxima Nova Bold"/>
    </p:embeddedFont>
    <p:embeddedFont>
      <p:font typeface="Proxima nova"/>
    </p:embeddedFont>
    <p:embeddedFont>
      <p:font typeface="Proxima Nova"/>
      <p:regular r:id="rId5"/>
      <p:bold r:id="rId5"/>
    </p:embeddedFont>
    <p:embeddedFont>
      <p:font typeface="Microsoft YaHei"/>
      <p:regular r:id="rId6"/>
    </p:embeddedFont>
    <p:embeddedFont>
      <p:font typeface="Garet"/>
      <p:regular r:id="rId7"/>
      <p:bold r:id="rId7"/>
    </p:embeddedFont>
    <p:embeddedFont>
      <p:font typeface="Montserrat"/>
      <p:regular r:id="rId8"/>
      <p:bold r:id="rId8"/>
    </p:embeddedFont>
    <p:embeddedFont>
      <p:font typeface="Poppins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font" Target="fonts/Font_1_Proxima_Nova_Regular.fntdata"/><Relationship Id="rId6" Type="http://schemas.openxmlformats.org/officeDocument/2006/relationships/font" Target="fonts/Font_2_Microsoft_YaHei_Regular.fntdata"/><Relationship Id="rId7" Type="http://schemas.openxmlformats.org/officeDocument/2006/relationships/font" Target="fonts/Font_3_Garet_Regular.fntdata"/><Relationship Id="rId8" Type="http://schemas.openxmlformats.org/officeDocument/2006/relationships/font" Target="fonts/Font_4_Montserra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8040" cy="584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0560" cy="584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0AF80F3-1451-4883-AE53-4F5C2B8E234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240" cy="113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0240" cy="451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6C408EA-A877-4077-80D2-89426E9FFF6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3040" cy="13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3040" cy="149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6416434-C3EB-477B-A612-80B239E4D7D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240" cy="113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9120" cy="451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9120" cy="451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7043201-396A-4095-B12E-F5476673098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240" cy="113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0920" cy="63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0920" cy="3942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2360" cy="63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2360" cy="3942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7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8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162B597-C4DF-4834-8DC3-FDEEC2BBA1C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240" cy="113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CED3D22-7F22-4895-9A44-ECFEF4EAC76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36B8C6B-BF44-43A9-B3C3-72F1EF0B4C0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title"/>
          </p:nvPr>
        </p:nvSpPr>
        <p:spPr>
          <a:xfrm>
            <a:off x="1068480" y="1207800"/>
            <a:ext cx="19230480" cy="505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body"/>
          </p:nvPr>
        </p:nvSpPr>
        <p:spPr>
          <a:xfrm>
            <a:off x="1068480" y="7084440"/>
            <a:ext cx="19230480" cy="175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8800" cy="115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2280" cy="584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8800" cy="468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7C710BC-B86D-45B7-8D23-B0E5B228E26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7040" cy="55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7040" cy="4105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7040" cy="79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F3D1400-57E0-4C29-9750-AD4A4A507D5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3040" cy="146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C17DD05-63DF-4617-93BA-DB3CD481264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240" cy="113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0240" cy="451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74D6D5B-30D4-494E-A60D-BCBACD938C5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2"/>
          <p:cNvSpPr/>
          <p:nvPr/>
        </p:nvSpPr>
        <p:spPr>
          <a:xfrm>
            <a:off x="720000" y="-178560"/>
            <a:ext cx="2015784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80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  {{name}}</a:t>
            </a:r>
            <a:endParaRPr lang="es-A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3"/>
          <p:cNvSpPr/>
          <p:nvPr/>
        </p:nvSpPr>
        <p:spPr>
          <a:xfrm>
            <a:off x="8971920" y="3600000"/>
            <a:ext cx="33350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8"/>
          <p:cNvSpPr/>
          <p:nvPr/>
        </p:nvSpPr>
        <p:spPr>
          <a:xfrm>
            <a:off x="986400" y="4336560"/>
            <a:ext cx="191754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"/>
              </a:rPr>
              <a:t>{{about}}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14"/>
          <p:cNvSpPr/>
          <p:nvPr/>
        </p:nvSpPr>
        <p:spPr>
          <a:xfrm>
            <a:off x="7299720" y="6920280"/>
            <a:ext cx="66794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5"/>
          <p:cNvSpPr/>
          <p:nvPr/>
        </p:nvSpPr>
        <p:spPr>
          <a:xfrm>
            <a:off x="947160" y="7934760"/>
            <a:ext cx="108460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6"/>
          <p:cNvSpPr/>
          <p:nvPr/>
        </p:nvSpPr>
        <p:spPr>
          <a:xfrm>
            <a:off x="720000" y="7785360"/>
            <a:ext cx="19293480" cy="970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{{exp_1_role}} {{exp_1_company}}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{{exp_1_dates}}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{{exp_1_bullets_block}}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{{exp_2_role}} {{exp_2_company}}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{{exp_2_dates}}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{{exp_2_bullets_block}}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{{exp_3_role}} {{exp_3_company}}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{{exp_3_dates}}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{{exp_3_bullets_block}}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85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85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{{exp_4_role}} {{exp_4_company}}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{{exp_4_dates}}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{{exp_4_bullets_block}}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{{exp_5_role}} {{exp_5_company}}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{{exp_5_dates}}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{{exp_5_bullets_block}}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7"/>
          <p:cNvSpPr/>
          <p:nvPr/>
        </p:nvSpPr>
        <p:spPr>
          <a:xfrm>
            <a:off x="15945840" y="7912800"/>
            <a:ext cx="4216320" cy="52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19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8" name="Group 18"/>
          <p:cNvGrpSpPr/>
          <p:nvPr/>
        </p:nvGrpSpPr>
        <p:grpSpPr>
          <a:xfrm>
            <a:off x="1157040" y="4295160"/>
            <a:ext cx="19175760" cy="17640"/>
            <a:chOff x="1157040" y="4295160"/>
            <a:chExt cx="19175760" cy="17640"/>
          </a:xfrm>
        </p:grpSpPr>
        <p:sp>
          <p:nvSpPr>
            <p:cNvPr id="69" name="Freeform 19"/>
            <p:cNvSpPr/>
            <p:nvPr/>
          </p:nvSpPr>
          <p:spPr>
            <a:xfrm>
              <a:off x="1157040" y="4295160"/>
              <a:ext cx="19175760" cy="17640"/>
            </a:xfrm>
            <a:custGeom>
              <a:avLst/>
              <a:gdLst>
                <a:gd name="textAreaLeft" fmla="*/ 0 w 19175760"/>
                <a:gd name="textAreaRight" fmla="*/ 19185120 w 19175760"/>
                <a:gd name="textAreaTop" fmla="*/ 0 h 17640"/>
                <a:gd name="textAreaBottom" fmla="*/ 27000 h 1764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0" name="Group 20"/>
          <p:cNvGrpSpPr/>
          <p:nvPr/>
        </p:nvGrpSpPr>
        <p:grpSpPr>
          <a:xfrm>
            <a:off x="986400" y="7886880"/>
            <a:ext cx="19175760" cy="17640"/>
            <a:chOff x="986400" y="7886880"/>
            <a:chExt cx="19175760" cy="17640"/>
          </a:xfrm>
        </p:grpSpPr>
        <p:sp>
          <p:nvSpPr>
            <p:cNvPr id="71" name="Freeform 21"/>
            <p:cNvSpPr/>
            <p:nvPr/>
          </p:nvSpPr>
          <p:spPr>
            <a:xfrm>
              <a:off x="986400" y="7886880"/>
              <a:ext cx="19175760" cy="17640"/>
            </a:xfrm>
            <a:custGeom>
              <a:avLst/>
              <a:gdLst>
                <a:gd name="textAreaLeft" fmla="*/ 0 w 19175760"/>
                <a:gd name="textAreaRight" fmla="*/ 19185120 w 19175760"/>
                <a:gd name="textAreaTop" fmla="*/ 0 h 17640"/>
                <a:gd name="textAreaBottom" fmla="*/ 27000 h 1764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2" name="TextBox 7"/>
          <p:cNvSpPr/>
          <p:nvPr/>
        </p:nvSpPr>
        <p:spPr>
          <a:xfrm>
            <a:off x="1800360" y="1440360"/>
            <a:ext cx="1817712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"/>
          <p:cNvSpPr/>
          <p:nvPr/>
        </p:nvSpPr>
        <p:spPr>
          <a:xfrm>
            <a:off x="644400" y="790200"/>
            <a:ext cx="19509480" cy="38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{{exp_6_role}} {{exp_6_company}}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{{exp_6_dates}}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{{exp_6_bullets_block}}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85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85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{{exp_7_role}} {{exp_7_company}}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{{exp_7_dates}}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{{exp_7_bullets_block}}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5"/>
          <p:cNvSpPr/>
          <p:nvPr/>
        </p:nvSpPr>
        <p:spPr>
          <a:xfrm>
            <a:off x="3420360" y="21921120"/>
            <a:ext cx="13938840" cy="66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9"/>
          <p:cNvSpPr/>
          <p:nvPr/>
        </p:nvSpPr>
        <p:spPr>
          <a:xfrm>
            <a:off x="1093680" y="17836560"/>
            <a:ext cx="149886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0"/>
          <p:cNvSpPr/>
          <p:nvPr/>
        </p:nvSpPr>
        <p:spPr>
          <a:xfrm>
            <a:off x="1229400" y="22659120"/>
            <a:ext cx="19645920" cy="33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2"/>
          <p:cNvSpPr/>
          <p:nvPr/>
        </p:nvSpPr>
        <p:spPr>
          <a:xfrm>
            <a:off x="1132920" y="18566280"/>
            <a:ext cx="1494936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3"/>
          <p:cNvSpPr/>
          <p:nvPr/>
        </p:nvSpPr>
        <p:spPr>
          <a:xfrm>
            <a:off x="15835680" y="17836560"/>
            <a:ext cx="44359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oup 22"/>
          <p:cNvGrpSpPr/>
          <p:nvPr/>
        </p:nvGrpSpPr>
        <p:grpSpPr>
          <a:xfrm>
            <a:off x="1093680" y="17750880"/>
            <a:ext cx="19178280" cy="20160"/>
            <a:chOff x="1093680" y="17750880"/>
            <a:chExt cx="19178280" cy="20160"/>
          </a:xfrm>
        </p:grpSpPr>
        <p:sp>
          <p:nvSpPr>
            <p:cNvPr id="80" name="Freeform 23"/>
            <p:cNvSpPr/>
            <p:nvPr/>
          </p:nvSpPr>
          <p:spPr>
            <a:xfrm>
              <a:off x="1093680" y="17750880"/>
              <a:ext cx="19178280" cy="20160"/>
            </a:xfrm>
            <a:custGeom>
              <a:avLst/>
              <a:gdLst>
                <a:gd name="textAreaLeft" fmla="*/ 0 w 19178280"/>
                <a:gd name="textAreaRight" fmla="*/ 19185120 w 19178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1" name="Group 24"/>
          <p:cNvGrpSpPr/>
          <p:nvPr/>
        </p:nvGrpSpPr>
        <p:grpSpPr>
          <a:xfrm>
            <a:off x="1080000" y="20120760"/>
            <a:ext cx="19178280" cy="20160"/>
            <a:chOff x="1080000" y="20120760"/>
            <a:chExt cx="19178280" cy="20160"/>
          </a:xfrm>
        </p:grpSpPr>
        <p:sp>
          <p:nvSpPr>
            <p:cNvPr id="82" name="Freeform 25"/>
            <p:cNvSpPr/>
            <p:nvPr/>
          </p:nvSpPr>
          <p:spPr>
            <a:xfrm>
              <a:off x="1080000" y="20120760"/>
              <a:ext cx="19178280" cy="20160"/>
            </a:xfrm>
            <a:custGeom>
              <a:avLst/>
              <a:gdLst>
                <a:gd name="textAreaLeft" fmla="*/ 0 w 19178280"/>
                <a:gd name="textAreaRight" fmla="*/ 19185120 w 19178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3" name="Group 26"/>
          <p:cNvGrpSpPr/>
          <p:nvPr/>
        </p:nvGrpSpPr>
        <p:grpSpPr>
          <a:xfrm>
            <a:off x="1080360" y="22633200"/>
            <a:ext cx="19178280" cy="20160"/>
            <a:chOff x="1080360" y="22633200"/>
            <a:chExt cx="19178280" cy="20160"/>
          </a:xfrm>
        </p:grpSpPr>
        <p:sp>
          <p:nvSpPr>
            <p:cNvPr id="84" name="Freeform 27"/>
            <p:cNvSpPr/>
            <p:nvPr/>
          </p:nvSpPr>
          <p:spPr>
            <a:xfrm>
              <a:off x="1080360" y="22633200"/>
              <a:ext cx="19178280" cy="20160"/>
            </a:xfrm>
            <a:custGeom>
              <a:avLst/>
              <a:gdLst>
                <a:gd name="textAreaLeft" fmla="*/ 0 w 19178280"/>
                <a:gd name="textAreaRight" fmla="*/ 19185120 w 19178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" name="TextBox 31"/>
          <p:cNvSpPr/>
          <p:nvPr/>
        </p:nvSpPr>
        <p:spPr>
          <a:xfrm>
            <a:off x="1080360" y="18915120"/>
            <a:ext cx="151819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32"/>
          <p:cNvSpPr/>
          <p:nvPr/>
        </p:nvSpPr>
        <p:spPr>
          <a:xfrm>
            <a:off x="1119240" y="19008000"/>
            <a:ext cx="1496268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3"/>
          <p:cNvSpPr/>
          <p:nvPr/>
        </p:nvSpPr>
        <p:spPr>
          <a:xfrm>
            <a:off x="15359400" y="18915120"/>
            <a:ext cx="48988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20"/>
          <p:cNvSpPr/>
          <p:nvPr/>
        </p:nvSpPr>
        <p:spPr>
          <a:xfrm>
            <a:off x="3537000" y="21818880"/>
            <a:ext cx="13938840" cy="66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1061640" y="20125800"/>
            <a:ext cx="19093680" cy="198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{{curso_4}}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11"/>
          <p:cNvSpPr/>
          <p:nvPr/>
        </p:nvSpPr>
        <p:spPr>
          <a:xfrm>
            <a:off x="1017360" y="26508600"/>
            <a:ext cx="19359360" cy="33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{{skill_4}}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{{skill_5}}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{{skill_6}}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1" name="Group 1"/>
          <p:cNvGrpSpPr/>
          <p:nvPr/>
        </p:nvGrpSpPr>
        <p:grpSpPr>
          <a:xfrm>
            <a:off x="914400" y="26483760"/>
            <a:ext cx="19178280" cy="20160"/>
            <a:chOff x="914400" y="26483760"/>
            <a:chExt cx="19178280" cy="20160"/>
          </a:xfrm>
        </p:grpSpPr>
        <p:sp>
          <p:nvSpPr>
            <p:cNvPr id="92" name="Freeform 1"/>
            <p:cNvSpPr/>
            <p:nvPr/>
          </p:nvSpPr>
          <p:spPr>
            <a:xfrm>
              <a:off x="914400" y="26483760"/>
              <a:ext cx="19178280" cy="20160"/>
            </a:xfrm>
            <a:custGeom>
              <a:avLst/>
              <a:gdLst>
                <a:gd name="textAreaLeft" fmla="*/ 0 w 19178280"/>
                <a:gd name="textAreaRight" fmla="*/ 19185120 w 19178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3" name=""/>
          <p:cNvSpPr/>
          <p:nvPr/>
        </p:nvSpPr>
        <p:spPr>
          <a:xfrm>
            <a:off x="7305120" y="22048920"/>
            <a:ext cx="718020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IDIOMAS E INFORMATICA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7449480" y="25829280"/>
            <a:ext cx="718020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7305480" y="19565280"/>
            <a:ext cx="718020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7305840" y="17189640"/>
            <a:ext cx="718020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2026-03-08T22:47:34Z</dcterms:modified>
  <cp:revision>27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