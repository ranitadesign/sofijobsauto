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Lato"/>
      <p:regular r:id="rId7"/>
      <p:bold r:id="rId7"/>
    </p:embeddedFont>
    <p:embeddedFont>
      <p:font typeface="Now"/>
      <p:regular r:id="rId8"/>
      <p:bold r:id="rId8"/>
    </p:embeddedFont>
    <p:embeddedFont>
      <p:font typeface="Now Bold"/>
    </p:embeddedFont>
    <p:embeddedFont>
      <p:font typeface="Montserrat Bold"/>
    </p:embeddedFont>
    <p:embeddedFont>
      <p:font typeface="Lato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Lato_Regular.fntdata"/><Relationship Id="rId8" Type="http://schemas.openxmlformats.org/officeDocument/2006/relationships/font" Target="fonts/Font_5_Now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FE6123-299F-43C5-B176-53E65CFE0B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89F661-5B42-425A-B778-1B0BD8D4B3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BA0E50-561F-4062-A568-FEF5F13553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8B44E5-9C9A-445D-AD03-F741573A21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AA9E78-205D-4E69-8383-86E9F57A4B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A7FA92-C23C-40EA-B625-59BEAE9D1C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7BC545-E148-46BE-B7C9-4A65936168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E4B645-F223-4623-9B63-30C9D244BA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A9AD66-4940-452E-8219-86CC89B3CE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F6CE59-6AF6-4FFA-8B78-F5C24C0E5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3D15B2-59B2-4C3F-B002-08BF4F8A5B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08840" cy="30301200"/>
          </a:xfrm>
          <a:custGeom>
            <a:avLst/>
            <a:gdLst>
              <a:gd name="textAreaLeft" fmla="*/ 0 w 7008840"/>
              <a:gd name="textAreaRight" fmla="*/ 7020360 w 7008840"/>
              <a:gd name="textAreaTop" fmla="*/ 0 h 30301200"/>
              <a:gd name="textAreaBottom" fmla="*/ 30312360 h 3030120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7800" cy="6840"/>
            <a:chOff x="7767000" y="2985480"/>
            <a:chExt cx="1747800" cy="684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7800" cy="6840"/>
            </a:xfrm>
            <a:custGeom>
              <a:avLst/>
              <a:gdLst>
                <a:gd name="textAreaLeft" fmla="*/ 0 w 1747800"/>
                <a:gd name="textAreaRight" fmla="*/ 1759680 w 1747800"/>
                <a:gd name="textAreaTop" fmla="*/ 0 h 6840"/>
                <a:gd name="textAreaBottom" fmla="*/ 18360 h 684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740000" y="8599320"/>
            <a:ext cx="12508920" cy="18720"/>
            <a:chOff x="7740000" y="8599320"/>
            <a:chExt cx="12508920" cy="18720"/>
          </a:xfrm>
        </p:grpSpPr>
        <p:sp>
          <p:nvSpPr>
            <p:cNvPr id="63" name="Freeform 18"/>
            <p:cNvSpPr/>
            <p:nvPr/>
          </p:nvSpPr>
          <p:spPr>
            <a:xfrm>
              <a:off x="7740000" y="8599320"/>
              <a:ext cx="12508920" cy="18720"/>
            </a:xfrm>
            <a:custGeom>
              <a:avLst/>
              <a:gdLst>
                <a:gd name="textAreaLeft" fmla="*/ 0 w 12508920"/>
                <a:gd name="textAreaRight" fmla="*/ 12520800 w 12508920"/>
                <a:gd name="textAreaTop" fmla="*/ 0 h 18720"/>
                <a:gd name="textAreaBottom" fmla="*/ 30600 h 187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89200"/>
            <a:ext cx="12477240" cy="18720"/>
            <a:chOff x="7825680" y="4489200"/>
            <a:chExt cx="12477240" cy="18720"/>
          </a:xfrm>
        </p:grpSpPr>
        <p:sp>
          <p:nvSpPr>
            <p:cNvPr id="65" name="Freeform 20"/>
            <p:cNvSpPr/>
            <p:nvPr/>
          </p:nvSpPr>
          <p:spPr>
            <a:xfrm>
              <a:off x="7825680" y="4489200"/>
              <a:ext cx="12477240" cy="18720"/>
            </a:xfrm>
            <a:custGeom>
              <a:avLst/>
              <a:gdLst>
                <a:gd name="textAreaLeft" fmla="*/ 0 w 12477240"/>
                <a:gd name="textAreaRight" fmla="*/ 12489120 w 12477240"/>
                <a:gd name="textAreaTop" fmla="*/ 0 h 18720"/>
                <a:gd name="textAreaBottom" fmla="*/ 30600 h 187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507440" y="9081360"/>
            <a:ext cx="36000" cy="19648080"/>
            <a:chOff x="7507440" y="9081360"/>
            <a:chExt cx="36000" cy="1964808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2298600" y="18887400"/>
              <a:ext cx="19648080" cy="36000"/>
            </a:xfrm>
            <a:custGeom>
              <a:avLst/>
              <a:gdLst>
                <a:gd name="textAreaLeft" fmla="*/ 0 w 19648080"/>
                <a:gd name="textAreaRight" fmla="*/ 19659960 w 19648080"/>
                <a:gd name="textAreaTop" fmla="*/ 0 h 36000"/>
                <a:gd name="textAreaBottom" fmla="*/ 47880 h 3600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2744360" cy="17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28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592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72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724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3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{{about}}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380000" y="8678160"/>
            <a:ext cx="13546440" cy="69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{{exp_1_role}}</a:t>
            </a: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{{exp_1_company}}  {{exp_1_dates}}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{{exp_2_role}}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{{exp_2_company}}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{{exp_3_role}}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{{exp_3_company}}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00000" y="891360"/>
            <a:ext cx="50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52000" y="5760000"/>
            <a:ext cx="6330960" cy="40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3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2026-02-13T13:29:22Z</dcterms:modified>
  <cp:revision>35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