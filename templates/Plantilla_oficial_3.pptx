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 Bold"/>
    </p:embeddedFont>
    <p:embeddedFont>
      <p:font typeface="Lato"/>
      <p:regular r:id="rId4"/>
    </p:embeddedFont>
    <p:embeddedFont>
      <p:font typeface="Poppins"/>
      <p:regular r:id="rId5"/>
    </p:embeddedFont>
    <p:embeddedFont>
      <p:font typeface="Microsoft YaHei"/>
    </p:embeddedFont>
    <p:embeddedFont>
      <p:font typeface="Montserrat Bold"/>
    </p:embeddedFont>
    <p:embeddedFont>
      <p:font typeface="Now Bold"/>
    </p:embeddedFont>
    <p:embeddedFont>
      <p:font typeface="Now"/>
      <p:regular r:id="rId6"/>
    </p:embeddedFont>
    <p:embeddedFont>
      <p:font typeface="Montserrat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Now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72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72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160" cy="63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160" cy="394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9B15BD-AD5B-4149-9E16-C8DD7879F9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CE6E30-EC59-4038-8AD6-DBF6C41B06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881CDB-AA33-4EBA-9DDA-2FE502C436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600" cy="115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08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600" cy="46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EA8E79-DF3E-4796-9DBB-2EC8EB64E9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840" cy="5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840" cy="410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840" cy="79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E6F516-DA99-4442-9791-C2011471AA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840" cy="146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DF8B91-2D9E-4DEE-AFB5-08220B6BBD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3BE645-A6A0-4A46-80FD-6E84A22CC0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84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36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71919D-F7B7-444E-A17F-2E9D8C814C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04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BA8BD2-6694-49DE-B21E-6357FC4B66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840" cy="13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840" cy="14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2720DA-F0EA-4712-8BE5-5538A48879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040" cy="113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920" cy="451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1EC684-4FE7-44C4-9133-B02FF44487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-28440" y="0"/>
            <a:ext cx="7013160" cy="30305520"/>
          </a:xfrm>
          <a:custGeom>
            <a:avLst/>
            <a:gdLst>
              <a:gd name="textAreaLeft" fmla="*/ 0 w 7013160"/>
              <a:gd name="textAreaRight" fmla="*/ 7020360 w 7013160"/>
              <a:gd name="textAreaTop" fmla="*/ 0 h 30305520"/>
              <a:gd name="textAreaBottom" fmla="*/ 30312360 h 3030552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52120" cy="11160"/>
            <a:chOff x="7767000" y="2985480"/>
            <a:chExt cx="1752120" cy="1116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52120" cy="11160"/>
            </a:xfrm>
            <a:custGeom>
              <a:avLst/>
              <a:gdLst>
                <a:gd name="textAreaLeft" fmla="*/ 0 w 1752120"/>
                <a:gd name="textAreaRight" fmla="*/ 1759680 w 1752120"/>
                <a:gd name="textAreaTop" fmla="*/ 0 h 11160"/>
                <a:gd name="textAreaBottom" fmla="*/ 18360 h 1116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Freeform 5"/>
          <p:cNvSpPr/>
          <p:nvPr/>
        </p:nvSpPr>
        <p:spPr>
          <a:xfrm>
            <a:off x="619920" y="8272080"/>
            <a:ext cx="346680" cy="377280"/>
          </a:xfrm>
          <a:custGeom>
            <a:avLst/>
            <a:gdLst>
              <a:gd name="textAreaLeft" fmla="*/ 0 w 346680"/>
              <a:gd name="textAreaRight" fmla="*/ 354240 w 346680"/>
              <a:gd name="textAreaTop" fmla="*/ 0 h 377280"/>
              <a:gd name="textAreaBottom" fmla="*/ 384840 h 37728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614160" y="9246240"/>
            <a:ext cx="358560" cy="254880"/>
          </a:xfrm>
          <a:custGeom>
            <a:avLst/>
            <a:gdLst>
              <a:gd name="textAreaLeft" fmla="*/ 0 w 358560"/>
              <a:gd name="textAreaRight" fmla="*/ 366120 w 358560"/>
              <a:gd name="textAreaTop" fmla="*/ 0 h 254880"/>
              <a:gd name="textAreaBottom" fmla="*/ 262440 h 25488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653400" y="10054080"/>
            <a:ext cx="291600" cy="451800"/>
          </a:xfrm>
          <a:custGeom>
            <a:avLst/>
            <a:gdLst>
              <a:gd name="textAreaLeft" fmla="*/ 0 w 291600"/>
              <a:gd name="textAreaRight" fmla="*/ 299160 w 291600"/>
              <a:gd name="textAreaTop" fmla="*/ 0 h 451800"/>
              <a:gd name="textAreaBottom" fmla="*/ 459360 h 45180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8"/>
          <p:cNvGrpSpPr/>
          <p:nvPr/>
        </p:nvGrpSpPr>
        <p:grpSpPr>
          <a:xfrm>
            <a:off x="470520" y="7646400"/>
            <a:ext cx="5109480" cy="23040"/>
            <a:chOff x="470520" y="7646400"/>
            <a:chExt cx="5109480" cy="23040"/>
          </a:xfrm>
        </p:grpSpPr>
        <p:sp>
          <p:nvSpPr>
            <p:cNvPr id="66" name="Freeform 9"/>
            <p:cNvSpPr/>
            <p:nvPr/>
          </p:nvSpPr>
          <p:spPr>
            <a:xfrm>
              <a:off x="470520" y="7646400"/>
              <a:ext cx="5109480" cy="23040"/>
            </a:xfrm>
            <a:custGeom>
              <a:avLst/>
              <a:gdLst>
                <a:gd name="textAreaLeft" fmla="*/ 0 w 5109480"/>
                <a:gd name="textAreaRight" fmla="*/ 5117040 w 5109480"/>
                <a:gd name="textAreaTop" fmla="*/ 0 h 23040"/>
                <a:gd name="textAreaBottom" fmla="*/ 30600 h 2304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17"/>
          <p:cNvGrpSpPr/>
          <p:nvPr/>
        </p:nvGrpSpPr>
        <p:grpSpPr>
          <a:xfrm>
            <a:off x="7380000" y="8619480"/>
            <a:ext cx="12513240" cy="23040"/>
            <a:chOff x="7380000" y="8619480"/>
            <a:chExt cx="12513240" cy="23040"/>
          </a:xfrm>
        </p:grpSpPr>
        <p:sp>
          <p:nvSpPr>
            <p:cNvPr id="68" name="Freeform 18"/>
            <p:cNvSpPr/>
            <p:nvPr/>
          </p:nvSpPr>
          <p:spPr>
            <a:xfrm>
              <a:off x="7380000" y="8619480"/>
              <a:ext cx="12513240" cy="23040"/>
            </a:xfrm>
            <a:custGeom>
              <a:avLst/>
              <a:gdLst>
                <a:gd name="textAreaLeft" fmla="*/ 0 w 12513240"/>
                <a:gd name="textAreaRight" fmla="*/ 12520800 w 12513240"/>
                <a:gd name="textAreaTop" fmla="*/ 0 h 23040"/>
                <a:gd name="textAreaBottom" fmla="*/ 30600 h 2304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19"/>
          <p:cNvGrpSpPr/>
          <p:nvPr/>
        </p:nvGrpSpPr>
        <p:grpSpPr>
          <a:xfrm>
            <a:off x="7825680" y="4489200"/>
            <a:ext cx="12481560" cy="23040"/>
            <a:chOff x="7825680" y="4489200"/>
            <a:chExt cx="12481560" cy="23040"/>
          </a:xfrm>
        </p:grpSpPr>
        <p:sp>
          <p:nvSpPr>
            <p:cNvPr id="70" name="Freeform 20"/>
            <p:cNvSpPr/>
            <p:nvPr/>
          </p:nvSpPr>
          <p:spPr>
            <a:xfrm>
              <a:off x="7825680" y="4489200"/>
              <a:ext cx="12481560" cy="23040"/>
            </a:xfrm>
            <a:custGeom>
              <a:avLst/>
              <a:gdLst>
                <a:gd name="textAreaLeft" fmla="*/ 0 w 12481560"/>
                <a:gd name="textAreaRight" fmla="*/ 12489120 w 12481560"/>
                <a:gd name="textAreaTop" fmla="*/ 0 h 23040"/>
                <a:gd name="textAreaBottom" fmla="*/ 30600 h 2304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21"/>
          <p:cNvGrpSpPr/>
          <p:nvPr/>
        </p:nvGrpSpPr>
        <p:grpSpPr>
          <a:xfrm>
            <a:off x="7503120" y="9081360"/>
            <a:ext cx="40320" cy="19652400"/>
            <a:chOff x="7503120" y="9081360"/>
            <a:chExt cx="40320" cy="19652400"/>
          </a:xfrm>
        </p:grpSpPr>
        <p:sp>
          <p:nvSpPr>
            <p:cNvPr id="72" name="Freeform 22"/>
            <p:cNvSpPr/>
            <p:nvPr/>
          </p:nvSpPr>
          <p:spPr>
            <a:xfrm rot="5400000">
              <a:off x="-2302920" y="18887400"/>
              <a:ext cx="19652400" cy="40320"/>
            </a:xfrm>
            <a:custGeom>
              <a:avLst/>
              <a:gdLst>
                <a:gd name="textAreaLeft" fmla="*/ 0 w 19652400"/>
                <a:gd name="textAreaRight" fmla="*/ 19659960 w 19652400"/>
                <a:gd name="textAreaTop" fmla="*/ 0 h 40320"/>
                <a:gd name="textAreaBottom" fmla="*/ 47880 h 4032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26"/>
          <p:cNvSpPr/>
          <p:nvPr/>
        </p:nvSpPr>
        <p:spPr>
          <a:xfrm>
            <a:off x="7767000" y="681120"/>
            <a:ext cx="1274868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7"/>
          <p:cNvSpPr/>
          <p:nvPr/>
        </p:nvSpPr>
        <p:spPr>
          <a:xfrm>
            <a:off x="7767000" y="1932480"/>
            <a:ext cx="120380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5941"/>
              </a:lnSpc>
            </a:pPr>
            <a:r>
              <a:rPr lang="en-US" sz="3200" b="0" u="none" strike="noStrike">
                <a:solidFill>
                  <a:srgbClr val="1c1c1c"/>
                </a:solidFill>
                <a:effectLst/>
                <a:uFillTx/>
                <a:latin typeface="Lato"/>
                <a:ea typeface="Now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9"/>
          <p:cNvSpPr/>
          <p:nvPr/>
        </p:nvSpPr>
        <p:spPr>
          <a:xfrm>
            <a:off x="1260000" y="8161920"/>
            <a:ext cx="4674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960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0"/>
          <p:cNvSpPr/>
          <p:nvPr/>
        </p:nvSpPr>
        <p:spPr>
          <a:xfrm>
            <a:off x="1260000" y="9060120"/>
            <a:ext cx="5875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{{contact_email}}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1"/>
          <p:cNvSpPr/>
          <p:nvPr/>
        </p:nvSpPr>
        <p:spPr>
          <a:xfrm>
            <a:off x="1105920" y="10087920"/>
            <a:ext cx="30290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95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7"/>
          <p:cNvSpPr/>
          <p:nvPr/>
        </p:nvSpPr>
        <p:spPr>
          <a:xfrm>
            <a:off x="7767000" y="7687440"/>
            <a:ext cx="1254024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8"/>
          <p:cNvSpPr/>
          <p:nvPr/>
        </p:nvSpPr>
        <p:spPr>
          <a:xfrm>
            <a:off x="7825680" y="3617640"/>
            <a:ext cx="124815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9"/>
          <p:cNvSpPr/>
          <p:nvPr/>
        </p:nvSpPr>
        <p:spPr>
          <a:xfrm>
            <a:off x="7825680" y="4489200"/>
            <a:ext cx="1248156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0"/>
          <p:cNvSpPr/>
          <p:nvPr/>
        </p:nvSpPr>
        <p:spPr>
          <a:xfrm>
            <a:off x="7878600" y="8892720"/>
            <a:ext cx="13178160" cy="76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6"/>
              </a:lnSpc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{{exp_1_role}}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{{exp_1_company}}  {{exp_1_dates}}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6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6"/>
              </a:lnSpc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{{exp_2_role}}</a:t>
            </a:r>
            <a:r>
              <a:rPr lang="en-US" sz="3340" b="1" u="none" strike="noStrike">
                <a:solidFill>
                  <a:srgbClr val="000000"/>
                </a:solidFill>
                <a:effectLst/>
                <a:uFillTx/>
                <a:latin typeface="Lato Bold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{{exp_2_company}}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6"/>
              </a:lnSpc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{{exp_3_role}}</a:t>
            </a:r>
            <a:r>
              <a:rPr lang="en-US" sz="3340" b="1" u="none" strike="noStrike">
                <a:solidFill>
                  <a:srgbClr val="000000"/>
                </a:solidFill>
                <a:effectLst/>
                <a:uFillTx/>
                <a:latin typeface="Lato Bold"/>
                <a:ea typeface="Lato Bold"/>
              </a:rPr>
              <a:t> </a:t>
            </a:r>
            <a:r>
              <a:rPr lang="en-US" sz="334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{{exp_3_company}}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6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900000" y="1255320"/>
            <a:ext cx="503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360000" y="11700000"/>
            <a:ext cx="597348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360000" y="7045920"/>
            <a:ext cx="3780000" cy="69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2026-01-14T16:31:52Z</dcterms:modified>
  <cp:revision>22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