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Montserrat"/>
      <p:regular r:id="rId5"/>
      <p:bold r:id="rId5"/>
    </p:embeddedFont>
    <p:embeddedFont>
      <p:font typeface="Microsoft YaHei"/>
      <p:regular r:id="rId6"/>
    </p:embeddedFont>
    <p:embeddedFont>
      <p:font typeface="Montserrat Bold"/>
    </p:embeddedFont>
    <p:embeddedFont>
      <p:font typeface="Now Bold"/>
    </p:embeddedFont>
    <p:embeddedFont>
      <p:font typeface="Now"/>
      <p:regular r:id="rId7"/>
      <p:bold r:id="rId7"/>
    </p:embeddedFont>
    <p:embeddedFont>
      <p:font typeface="Lato"/>
      <p:regular r:id="rId8"/>
      <p:bold r:id="rId8"/>
    </p:embeddedFont>
    <p:embeddedFont>
      <p:font typeface="Lato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ontserrat_Regular.fntdata"/><Relationship Id="rId6" Type="http://schemas.openxmlformats.org/officeDocument/2006/relationships/font" Target="fonts/Font_3_Microsoft_YaHei_Regular.fntdata"/><Relationship Id="rId7" Type="http://schemas.openxmlformats.org/officeDocument/2006/relationships/font" Target="fonts/Font_4_Now_Regular.fntdata"/><Relationship Id="rId8" Type="http://schemas.openxmlformats.org/officeDocument/2006/relationships/font" Target="fonts/Font_5_Lato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FBF026-2DD2-4D5F-B1C8-BF48CF05C7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5560" cy="114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9040" cy="584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5560" cy="467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A970FC-08A0-462C-9421-B7C52E06DD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3800" cy="55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3800" cy="410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380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514176-A1A3-4233-804A-EBCAD64F47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9800" cy="14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FA606D-DA5A-4DF4-BB92-E40C6E9F41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700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7FBC56-3122-4299-BB96-DD1677FC84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4800" cy="58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7320" cy="58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100D9E-5C9A-4C54-855A-D775778BA2C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700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88B23E-F17E-43A1-9EF2-7D7424C573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9800" cy="13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9800" cy="14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DDC481-5E53-4E91-86CB-79A4574FDC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588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588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B50C89-41F3-4F0A-8C72-69D5478D57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7680" cy="62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7680" cy="393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9120" cy="62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9120" cy="393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EE2472-570D-482D-8DA7-703DBB6247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6A283E-CC59-401A-8CAB-F43CAE8A4B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-28440" y="0"/>
            <a:ext cx="7008120" cy="30300480"/>
          </a:xfrm>
          <a:custGeom>
            <a:avLst/>
            <a:gdLst>
              <a:gd name="textAreaLeft" fmla="*/ 0 w 7008120"/>
              <a:gd name="textAreaRight" fmla="*/ 7020360 w 7008120"/>
              <a:gd name="textAreaTop" fmla="*/ 0 h 30300480"/>
              <a:gd name="textAreaBottom" fmla="*/ 30312360 h 30300480"/>
            </a:gdLst>
            <a:ahLst/>
            <a:cxnLst/>
            <a:rect l="textAreaLeft" t="textAreaTop" r="textAreaRight" b="textAreaBottom"/>
            <a:pathLst>
              <a:path w="8625412" h="31806316">
                <a:moveTo>
                  <a:pt x="0" y="0"/>
                </a:moveTo>
                <a:lnTo>
                  <a:pt x="8625412" y="0"/>
                </a:lnTo>
                <a:lnTo>
                  <a:pt x="8625412" y="31806316"/>
                </a:lnTo>
                <a:lnTo>
                  <a:pt x="0" y="31806316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3"/>
          <p:cNvGrpSpPr/>
          <p:nvPr/>
        </p:nvGrpSpPr>
        <p:grpSpPr>
          <a:xfrm>
            <a:off x="7767000" y="2985480"/>
            <a:ext cx="1747080" cy="6120"/>
            <a:chOff x="7767000" y="2985480"/>
            <a:chExt cx="1747080" cy="6120"/>
          </a:xfrm>
        </p:grpSpPr>
        <p:sp>
          <p:nvSpPr>
            <p:cNvPr id="61" name="Freeform 4"/>
            <p:cNvSpPr/>
            <p:nvPr/>
          </p:nvSpPr>
          <p:spPr>
            <a:xfrm>
              <a:off x="7767000" y="2985480"/>
              <a:ext cx="1747080" cy="6120"/>
            </a:xfrm>
            <a:custGeom>
              <a:avLst/>
              <a:gdLst>
                <a:gd name="textAreaLeft" fmla="*/ 0 w 1747080"/>
                <a:gd name="textAreaRight" fmla="*/ 1759680 w 1747080"/>
                <a:gd name="textAreaTop" fmla="*/ 0 h 6120"/>
                <a:gd name="textAreaBottom" fmla="*/ 18360 h 6120"/>
              </a:gdLst>
              <a:ahLst/>
              <a:cxnLst/>
              <a:rect l="textAreaLeft" t="textAreaTop" r="textAreaRight" b="textAreaBottom"/>
              <a:pathLst>
                <a:path w="2346198" h="143764">
                  <a:moveTo>
                    <a:pt x="0" y="0"/>
                  </a:moveTo>
                  <a:lnTo>
                    <a:pt x="2346198" y="0"/>
                  </a:lnTo>
                  <a:lnTo>
                    <a:pt x="2346198" y="143764"/>
                  </a:lnTo>
                  <a:lnTo>
                    <a:pt x="0" y="143764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" name="Group 17"/>
          <p:cNvGrpSpPr/>
          <p:nvPr/>
        </p:nvGrpSpPr>
        <p:grpSpPr>
          <a:xfrm>
            <a:off x="7740000" y="8383320"/>
            <a:ext cx="12508200" cy="18000"/>
            <a:chOff x="7740000" y="8383320"/>
            <a:chExt cx="12508200" cy="18000"/>
          </a:xfrm>
        </p:grpSpPr>
        <p:sp>
          <p:nvSpPr>
            <p:cNvPr id="63" name="Freeform 18"/>
            <p:cNvSpPr/>
            <p:nvPr/>
          </p:nvSpPr>
          <p:spPr>
            <a:xfrm>
              <a:off x="7740000" y="8383320"/>
              <a:ext cx="12508200" cy="18000"/>
            </a:xfrm>
            <a:custGeom>
              <a:avLst/>
              <a:gdLst>
                <a:gd name="textAreaLeft" fmla="*/ 0 w 12508200"/>
                <a:gd name="textAreaRight" fmla="*/ 12520800 w 12508200"/>
                <a:gd name="textAreaTop" fmla="*/ 0 h 18000"/>
                <a:gd name="textAreaBottom" fmla="*/ 30600 h 18000"/>
              </a:gdLst>
              <a:ahLst/>
              <a:cxnLst/>
              <a:rect l="textAreaLeft" t="textAreaTop" r="textAreaRight" b="textAreaBottom"/>
              <a:pathLst>
                <a:path w="16694277" h="40640">
                  <a:moveTo>
                    <a:pt x="16525239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94277" y="40640"/>
                  </a:lnTo>
                  <a:lnTo>
                    <a:pt x="16694277" y="0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4" name="Group 19"/>
          <p:cNvGrpSpPr/>
          <p:nvPr/>
        </p:nvGrpSpPr>
        <p:grpSpPr>
          <a:xfrm>
            <a:off x="7825680" y="4489200"/>
            <a:ext cx="12476520" cy="18000"/>
            <a:chOff x="7825680" y="4489200"/>
            <a:chExt cx="12476520" cy="18000"/>
          </a:xfrm>
        </p:grpSpPr>
        <p:sp>
          <p:nvSpPr>
            <p:cNvPr id="65" name="Freeform 20"/>
            <p:cNvSpPr/>
            <p:nvPr/>
          </p:nvSpPr>
          <p:spPr>
            <a:xfrm>
              <a:off x="7825680" y="4489200"/>
              <a:ext cx="12476520" cy="18000"/>
            </a:xfrm>
            <a:custGeom>
              <a:avLst/>
              <a:gdLst>
                <a:gd name="textAreaLeft" fmla="*/ 0 w 12476520"/>
                <a:gd name="textAreaRight" fmla="*/ 12489120 w 12476520"/>
                <a:gd name="textAreaTop" fmla="*/ 0 h 18000"/>
                <a:gd name="textAreaBottom" fmla="*/ 30600 h 18000"/>
              </a:gdLst>
              <a:ahLst/>
              <a:cxnLst/>
              <a:rect l="textAreaLeft" t="textAreaTop" r="textAreaRight" b="textAreaBottom"/>
              <a:pathLst>
                <a:path w="16652239" h="40640">
                  <a:moveTo>
                    <a:pt x="16483076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52239" y="40640"/>
                  </a:lnTo>
                  <a:lnTo>
                    <a:pt x="16652239" y="0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6" name="Group 21"/>
          <p:cNvGrpSpPr/>
          <p:nvPr/>
        </p:nvGrpSpPr>
        <p:grpSpPr>
          <a:xfrm>
            <a:off x="7508160" y="9081360"/>
            <a:ext cx="35280" cy="19647360"/>
            <a:chOff x="7508160" y="9081360"/>
            <a:chExt cx="35280" cy="19647360"/>
          </a:xfrm>
        </p:grpSpPr>
        <p:sp>
          <p:nvSpPr>
            <p:cNvPr id="67" name="Freeform 22"/>
            <p:cNvSpPr/>
            <p:nvPr/>
          </p:nvSpPr>
          <p:spPr>
            <a:xfrm rot="5400000">
              <a:off x="-2297880" y="18887400"/>
              <a:ext cx="19647360" cy="35280"/>
            </a:xfrm>
            <a:custGeom>
              <a:avLst/>
              <a:gdLst>
                <a:gd name="textAreaLeft" fmla="*/ 0 w 19647360"/>
                <a:gd name="textAreaRight" fmla="*/ 19659960 w 19647360"/>
                <a:gd name="textAreaTop" fmla="*/ 0 h 35280"/>
                <a:gd name="textAreaBottom" fmla="*/ 47880 h 35280"/>
              </a:gdLst>
              <a:ahLst/>
              <a:cxnLst/>
              <a:rect l="textAreaLeft" t="textAreaTop" r="textAreaRight" b="textAreaBottom"/>
              <a:pathLst>
                <a:path w="26213308" h="63754">
                  <a:moveTo>
                    <a:pt x="25947751" y="0"/>
                  </a:moveTo>
                  <a:lnTo>
                    <a:pt x="0" y="0"/>
                  </a:lnTo>
                  <a:lnTo>
                    <a:pt x="0" y="63754"/>
                  </a:lnTo>
                  <a:lnTo>
                    <a:pt x="26213308" y="63754"/>
                  </a:lnTo>
                  <a:lnTo>
                    <a:pt x="26213308" y="0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80" bIns="288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" name="TextBox 26"/>
          <p:cNvSpPr/>
          <p:nvPr/>
        </p:nvSpPr>
        <p:spPr>
          <a:xfrm>
            <a:off x="7767000" y="681120"/>
            <a:ext cx="12743640" cy="172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645"/>
              </a:lnSpc>
            </a:pPr>
            <a:r>
              <a:rPr lang="en-US" sz="7650" b="0" u="none" strike="noStrike">
                <a:solidFill>
                  <a:srgbClr val="c0504d"/>
                </a:solidFill>
                <a:effectLst/>
                <a:uFillTx/>
                <a:latin typeface="Poppins"/>
                <a:ea typeface="Now Bold"/>
              </a:rPr>
              <a:t>{{name}}</a:t>
            </a:r>
            <a:endParaRPr lang="es-AR" sz="7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5941"/>
              </a:lnSpc>
            </a:pPr>
            <a:r>
              <a:rPr lang="en-US" sz="2800" b="0" u="none" strike="noStrike">
                <a:solidFill>
                  <a:srgbClr val="1c1c1c"/>
                </a:solidFill>
                <a:effectLst/>
                <a:uFillTx/>
                <a:latin typeface="Poppins"/>
                <a:ea typeface="Now"/>
              </a:rPr>
              <a:t>{{title}}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7"/>
          <p:cNvSpPr/>
          <p:nvPr/>
        </p:nvSpPr>
        <p:spPr>
          <a:xfrm>
            <a:off x="7767000" y="7687440"/>
            <a:ext cx="12535200" cy="70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7"/>
              </a:lnSpc>
            </a:pPr>
            <a:r>
              <a:rPr lang="en-US" sz="3959" b="1" u="none" spc="468" strike="noStrike">
                <a:solidFill>
                  <a:srgbClr val="1c1c1c"/>
                </a:solidFill>
                <a:effectLst/>
                <a:uFillTx/>
                <a:latin typeface="Poppins"/>
                <a:ea typeface="Now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8"/>
          <p:cNvSpPr/>
          <p:nvPr/>
        </p:nvSpPr>
        <p:spPr>
          <a:xfrm>
            <a:off x="7825680" y="3617640"/>
            <a:ext cx="1247652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2"/>
              </a:lnSpc>
            </a:pPr>
            <a:r>
              <a:rPr lang="en-US" sz="3959" b="1" u="none" spc="468" strike="noStrike">
                <a:solidFill>
                  <a:srgbClr val="1c1c1c"/>
                </a:solidFill>
                <a:effectLst/>
                <a:uFillTx/>
                <a:latin typeface="Poppins"/>
                <a:ea typeface="Now Bold"/>
              </a:rPr>
              <a:t>PERFIL PROFESIONAL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9"/>
          <p:cNvSpPr/>
          <p:nvPr/>
        </p:nvSpPr>
        <p:spPr>
          <a:xfrm>
            <a:off x="7825680" y="4489200"/>
            <a:ext cx="124765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201"/>
              </a:lnSpc>
            </a:pPr>
            <a:r>
              <a:rPr lang="en-US" sz="2300" b="0" u="none" strike="noStrike">
                <a:solidFill>
                  <a:srgbClr val="1c1c1c"/>
                </a:solidFill>
                <a:effectLst/>
                <a:uFillTx/>
                <a:latin typeface="Poppins"/>
                <a:ea typeface="Lato"/>
              </a:rPr>
              <a:t>{{about}}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40"/>
          <p:cNvSpPr/>
          <p:nvPr/>
        </p:nvSpPr>
        <p:spPr>
          <a:xfrm>
            <a:off x="7380000" y="8668080"/>
            <a:ext cx="13545720" cy="75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686"/>
              </a:lnSpc>
              <a:buClr>
                <a:srgbClr val="c4c4be"/>
              </a:buClr>
              <a:buFont typeface="Wingdings" charset="2"/>
              <a:buChar char=""/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Lato Bold"/>
              </a:rPr>
              <a:t>[[EXPERIENCE_BLOCK]] 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686"/>
              </a:lnSpc>
              <a:buClr>
                <a:srgbClr val="c4c4be"/>
              </a:buClr>
              <a:buFont typeface="Wingdings" charset="2"/>
              <a:buChar char=""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Lato Bold"/>
              </a:rPr>
              <a:t>{{exp_1_role}}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Lato Bold"/>
              </a:rPr>
              <a:t> </a:t>
            </a:r>
            <a:r>
              <a:rPr lang="en-US" sz="334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Lato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Lato"/>
              </a:rPr>
              <a:t>{{exp_1_company}}  {{exp_1_dates}} 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86"/>
              </a:lnSpc>
            </a:pPr>
            <a:r>
              <a:rPr lang="es-AR" sz="23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{{exp_1_bullets_block}}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701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701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819"/>
              </a:lnSpc>
            </a:pPr>
            <a:endParaRPr lang="es-AR" sz="3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686"/>
              </a:lnSpc>
              <a:buClr>
                <a:srgbClr val="c4c4be"/>
              </a:buClr>
              <a:buFont typeface="Wingdings" charset="2"/>
              <a:buChar char=""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Lato Bold"/>
              </a:rPr>
              <a:t> {{exp_2_role}}</a:t>
            </a:r>
            <a:r>
              <a:rPr lang="en-US" sz="334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Lato Bold"/>
              </a:rPr>
              <a:t> </a:t>
            </a:r>
            <a:r>
              <a:rPr lang="en-US" sz="334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Lato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Lato"/>
              </a:rPr>
              <a:t>{{exp_2_company}} {{exp_2_dates}}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06"/>
              </a:lnSpc>
            </a:pPr>
            <a:r>
              <a:rPr lang="es-AR" sz="23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{{exp_2_bullets_block}}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06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819"/>
              </a:lnSpc>
            </a:pPr>
            <a:endParaRPr lang="es-AR" sz="3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686"/>
              </a:lnSpc>
              <a:buClr>
                <a:srgbClr val="c4c4be"/>
              </a:buClr>
              <a:buFont typeface="Wingdings" charset="2"/>
              <a:buChar char=""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Lato Bold"/>
              </a:rPr>
              <a:t> {{exp_3_role}}</a:t>
            </a:r>
            <a:r>
              <a:rPr lang="en-US" sz="334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Lato Bold"/>
              </a:rPr>
              <a:t> </a:t>
            </a:r>
            <a:r>
              <a:rPr lang="en-US" sz="334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Lato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Lato"/>
              </a:rPr>
              <a:t>{{exp_3_company}} {{exp_3_dates}}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06"/>
              </a:lnSpc>
            </a:pPr>
            <a:r>
              <a:rPr lang="es-AR" sz="23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{{exp_3_bullets_block}}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86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8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900000" y="891360"/>
            <a:ext cx="5033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52000" y="5760000"/>
            <a:ext cx="6330240" cy="46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4535"/>
              </a:lnSpc>
            </a:pPr>
            <a:r>
              <a:rPr lang="es-AR" sz="22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[[SIDEBAR_BLOCK]]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{{#sidebar_sections_full}}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937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268"/>
              </a:lnSpc>
            </a:pPr>
            <a:r>
              <a:rPr lang="es-AR" sz="2000" b="1" u="none" spc="-300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685"/>
              </a:lnSpc>
            </a:pPr>
            <a:r>
              <a:rPr lang="es-AR" sz="23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{{body}}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DAG9j18jp5c</dc:identifier>
  <dc:language>es-AR</dc:language>
  <cp:lastModifiedBy/>
  <dcterms:modified xsi:type="dcterms:W3CDTF">2026-03-09T19:51:28Z</dcterms:modified>
  <cp:revision>37</cp:revision>
  <dc:subject/>
  <dc:title>Plantilla_oficial_3.pptx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