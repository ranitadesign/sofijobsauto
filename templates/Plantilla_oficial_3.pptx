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</p:embeddedFont>
    <p:embeddedFont>
      <p:font typeface="Microsoft YaHei"/>
    </p:embeddedFont>
    <p:embeddedFont>
      <p:font typeface="Lato Bold"/>
    </p:embeddedFont>
    <p:embeddedFont>
      <p:font typeface="Now Bold"/>
    </p:embeddedFont>
    <p:embeddedFont>
      <p:font typeface="Now"/>
      <p:regular r:id="rId5"/>
    </p:embeddedFont>
    <p:embeddedFont>
      <p:font typeface="Montserrat"/>
      <p:regular r:id="rId6"/>
    </p:embeddedFont>
    <p:embeddedFont>
      <p:font typeface="Lato"/>
      <p:regular r:id="rId7"/>
    </p:embeddedFont>
    <p:embeddedFont>
      <p:font typeface="Montserrat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Now_Regular.fntdata"/><Relationship Id="rId6" Type="http://schemas.openxmlformats.org/officeDocument/2006/relationships/font" Target="fonts/Font_3_Montserrat_Regular.fntdata"/><Relationship Id="rId7" Type="http://schemas.openxmlformats.org/officeDocument/2006/relationships/font" Target="fonts/Font_4_Lato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0160" cy="145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0A848CE-6018-4B1D-8BDC-D24FD2F0DAD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360" cy="113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7360" cy="451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418DD0A-9BFA-4BD7-8A1A-DC75E40E478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5160" cy="583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7680" cy="583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90D0FDE-AAE2-4E1C-AD83-FAE54A11F7F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360" cy="113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7360" cy="451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3C53839-9342-4FFE-ACCF-CE237BF65C4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0160" cy="135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0160" cy="148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2F317D6-E204-4957-8C73-65F18BE09B4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360" cy="113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6240" cy="451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6240" cy="451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D6DA97D-9637-4539-9565-0306755466D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360" cy="113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8040" cy="62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8040" cy="393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9480" cy="62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9480" cy="393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297C2A9-7BD5-4406-860F-24A66FE419B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360" cy="113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98ED25E-D3C6-452D-AEB3-EFACD1D4233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1697974-5706-4337-A868-F5E89BD5CEC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5920" cy="114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9400" cy="584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5920" cy="467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E52E9DE-75DF-4793-9DD8-BB0196C2DA2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4160" cy="55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4160" cy="4102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4160" cy="79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26E5153-11AA-4301-9988-11E0314736E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Freeform 2"/>
          <p:cNvSpPr/>
          <p:nvPr/>
        </p:nvSpPr>
        <p:spPr>
          <a:xfrm>
            <a:off x="-28440" y="0"/>
            <a:ext cx="7008480" cy="30300840"/>
          </a:xfrm>
          <a:custGeom>
            <a:avLst/>
            <a:gdLst>
              <a:gd name="textAreaLeft" fmla="*/ 0 w 7008480"/>
              <a:gd name="textAreaRight" fmla="*/ 7020360 w 7008480"/>
              <a:gd name="textAreaTop" fmla="*/ 0 h 30300840"/>
              <a:gd name="textAreaBottom" fmla="*/ 30312360 h 30300840"/>
            </a:gdLst>
            <a:ahLst/>
            <a:cxnLst/>
            <a:rect l="textAreaLeft" t="textAreaTop" r="textAreaRight" b="textAreaBottom"/>
            <a:pathLst>
              <a:path w="8625412" h="31806316">
                <a:moveTo>
                  <a:pt x="0" y="0"/>
                </a:moveTo>
                <a:lnTo>
                  <a:pt x="8625412" y="0"/>
                </a:lnTo>
                <a:lnTo>
                  <a:pt x="8625412" y="31806316"/>
                </a:lnTo>
                <a:lnTo>
                  <a:pt x="0" y="31806316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0" name="Group 3"/>
          <p:cNvGrpSpPr/>
          <p:nvPr/>
        </p:nvGrpSpPr>
        <p:grpSpPr>
          <a:xfrm>
            <a:off x="7767000" y="2985480"/>
            <a:ext cx="1747440" cy="6480"/>
            <a:chOff x="7767000" y="2985480"/>
            <a:chExt cx="1747440" cy="6480"/>
          </a:xfrm>
        </p:grpSpPr>
        <p:sp>
          <p:nvSpPr>
            <p:cNvPr id="61" name="Freeform 4"/>
            <p:cNvSpPr/>
            <p:nvPr/>
          </p:nvSpPr>
          <p:spPr>
            <a:xfrm>
              <a:off x="7767000" y="2985480"/>
              <a:ext cx="1747440" cy="6480"/>
            </a:xfrm>
            <a:custGeom>
              <a:avLst/>
              <a:gdLst>
                <a:gd name="textAreaLeft" fmla="*/ 0 w 1747440"/>
                <a:gd name="textAreaRight" fmla="*/ 1759680 w 1747440"/>
                <a:gd name="textAreaTop" fmla="*/ 0 h 6480"/>
                <a:gd name="textAreaBottom" fmla="*/ 18360 h 6480"/>
              </a:gdLst>
              <a:ahLst/>
              <a:cxnLst/>
              <a:rect l="textAreaLeft" t="textAreaTop" r="textAreaRight" b="textAreaBottom"/>
              <a:pathLst>
                <a:path w="2346198" h="143764">
                  <a:moveTo>
                    <a:pt x="0" y="0"/>
                  </a:moveTo>
                  <a:lnTo>
                    <a:pt x="2346198" y="0"/>
                  </a:lnTo>
                  <a:lnTo>
                    <a:pt x="2346198" y="143764"/>
                  </a:lnTo>
                  <a:lnTo>
                    <a:pt x="0" y="143764"/>
                  </a:lnTo>
                  <a:close/>
                </a:path>
              </a:pathLst>
            </a:custGeom>
            <a:solidFill>
              <a:srgbClr val="c4c4b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6640" bIns="-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2" name="Group 17"/>
          <p:cNvGrpSpPr/>
          <p:nvPr/>
        </p:nvGrpSpPr>
        <p:grpSpPr>
          <a:xfrm>
            <a:off x="7740000" y="8599320"/>
            <a:ext cx="12508560" cy="18360"/>
            <a:chOff x="7740000" y="8599320"/>
            <a:chExt cx="12508560" cy="18360"/>
          </a:xfrm>
        </p:grpSpPr>
        <p:sp>
          <p:nvSpPr>
            <p:cNvPr id="63" name="Freeform 18"/>
            <p:cNvSpPr/>
            <p:nvPr/>
          </p:nvSpPr>
          <p:spPr>
            <a:xfrm>
              <a:off x="7740000" y="8599320"/>
              <a:ext cx="12508560" cy="18360"/>
            </a:xfrm>
            <a:custGeom>
              <a:avLst/>
              <a:gdLst>
                <a:gd name="textAreaLeft" fmla="*/ 0 w 12508560"/>
                <a:gd name="textAreaRight" fmla="*/ 12520800 w 12508560"/>
                <a:gd name="textAreaTop" fmla="*/ 0 h 18360"/>
                <a:gd name="textAreaBottom" fmla="*/ 30600 h 18360"/>
              </a:gdLst>
              <a:ahLst/>
              <a:cxnLst/>
              <a:rect l="textAreaLeft" t="textAreaTop" r="textAreaRight" b="textAreaBottom"/>
              <a:pathLst>
                <a:path w="16694277" h="40640">
                  <a:moveTo>
                    <a:pt x="16525239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16694277" y="40640"/>
                  </a:lnTo>
                  <a:lnTo>
                    <a:pt x="16694277" y="0"/>
                  </a:lnTo>
                  <a:close/>
                </a:path>
              </a:pathLst>
            </a:custGeom>
            <a:solidFill>
              <a:srgbClr val="c4c4b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4" name="Group 19"/>
          <p:cNvGrpSpPr/>
          <p:nvPr/>
        </p:nvGrpSpPr>
        <p:grpSpPr>
          <a:xfrm>
            <a:off x="7825680" y="4489200"/>
            <a:ext cx="12476880" cy="18360"/>
            <a:chOff x="7825680" y="4489200"/>
            <a:chExt cx="12476880" cy="18360"/>
          </a:xfrm>
        </p:grpSpPr>
        <p:sp>
          <p:nvSpPr>
            <p:cNvPr id="65" name="Freeform 20"/>
            <p:cNvSpPr/>
            <p:nvPr/>
          </p:nvSpPr>
          <p:spPr>
            <a:xfrm>
              <a:off x="7825680" y="4489200"/>
              <a:ext cx="12476880" cy="18360"/>
            </a:xfrm>
            <a:custGeom>
              <a:avLst/>
              <a:gdLst>
                <a:gd name="textAreaLeft" fmla="*/ 0 w 12476880"/>
                <a:gd name="textAreaRight" fmla="*/ 12489120 w 12476880"/>
                <a:gd name="textAreaTop" fmla="*/ 0 h 18360"/>
                <a:gd name="textAreaBottom" fmla="*/ 30600 h 18360"/>
              </a:gdLst>
              <a:ahLst/>
              <a:cxnLst/>
              <a:rect l="textAreaLeft" t="textAreaTop" r="textAreaRight" b="textAreaBottom"/>
              <a:pathLst>
                <a:path w="16652239" h="40640">
                  <a:moveTo>
                    <a:pt x="16483076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16652239" y="40640"/>
                  </a:lnTo>
                  <a:lnTo>
                    <a:pt x="16652239" y="0"/>
                  </a:lnTo>
                  <a:close/>
                </a:path>
              </a:pathLst>
            </a:custGeom>
            <a:solidFill>
              <a:srgbClr val="c4c4b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6" name="Group 21"/>
          <p:cNvGrpSpPr/>
          <p:nvPr/>
        </p:nvGrpSpPr>
        <p:grpSpPr>
          <a:xfrm>
            <a:off x="7507800" y="9081360"/>
            <a:ext cx="35640" cy="19647720"/>
            <a:chOff x="7507800" y="9081360"/>
            <a:chExt cx="35640" cy="19647720"/>
          </a:xfrm>
        </p:grpSpPr>
        <p:sp>
          <p:nvSpPr>
            <p:cNvPr id="67" name="Freeform 22"/>
            <p:cNvSpPr/>
            <p:nvPr/>
          </p:nvSpPr>
          <p:spPr>
            <a:xfrm rot="5400000">
              <a:off x="-2298240" y="18887400"/>
              <a:ext cx="19647720" cy="35640"/>
            </a:xfrm>
            <a:custGeom>
              <a:avLst/>
              <a:gdLst>
                <a:gd name="textAreaLeft" fmla="*/ 0 w 19647720"/>
                <a:gd name="textAreaRight" fmla="*/ 19659960 w 19647720"/>
                <a:gd name="textAreaTop" fmla="*/ 0 h 35640"/>
                <a:gd name="textAreaBottom" fmla="*/ 47880 h 35640"/>
              </a:gdLst>
              <a:ahLst/>
              <a:cxnLst/>
              <a:rect l="textAreaLeft" t="textAreaTop" r="textAreaRight" b="textAreaBottom"/>
              <a:pathLst>
                <a:path w="26213308" h="63754">
                  <a:moveTo>
                    <a:pt x="25947751" y="0"/>
                  </a:moveTo>
                  <a:lnTo>
                    <a:pt x="0" y="0"/>
                  </a:lnTo>
                  <a:lnTo>
                    <a:pt x="0" y="63754"/>
                  </a:lnTo>
                  <a:lnTo>
                    <a:pt x="26213308" y="63754"/>
                  </a:lnTo>
                  <a:lnTo>
                    <a:pt x="26213308" y="0"/>
                  </a:lnTo>
                  <a:close/>
                </a:path>
              </a:pathLst>
            </a:custGeom>
            <a:solidFill>
              <a:srgbClr val="c4c4b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880" bIns="288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8" name="TextBox 26"/>
          <p:cNvSpPr/>
          <p:nvPr/>
        </p:nvSpPr>
        <p:spPr>
          <a:xfrm>
            <a:off x="7767000" y="681120"/>
            <a:ext cx="12744000" cy="172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7645"/>
              </a:lnSpc>
            </a:pPr>
            <a:r>
              <a:rPr lang="en-US" sz="7650" b="0" u="none" strike="noStrike">
                <a:solidFill>
                  <a:srgbClr val="c0504d"/>
                </a:solidFill>
                <a:effectLst/>
                <a:uFillTx/>
                <a:latin typeface="Poppins"/>
                <a:ea typeface="Now Bold"/>
              </a:rPr>
              <a:t>{{name}}</a:t>
            </a:r>
            <a:endParaRPr lang="es-AR" sz="7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5941"/>
              </a:lnSpc>
            </a:pPr>
            <a:r>
              <a:rPr lang="en-US" sz="2800" b="0" u="none" strike="noStrike">
                <a:solidFill>
                  <a:srgbClr val="1c1c1c"/>
                </a:solidFill>
                <a:effectLst/>
                <a:uFillTx/>
                <a:latin typeface="Poppins"/>
                <a:ea typeface="Now"/>
              </a:rPr>
              <a:t>{{title}}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37"/>
          <p:cNvSpPr/>
          <p:nvPr/>
        </p:nvSpPr>
        <p:spPr>
          <a:xfrm>
            <a:off x="7767000" y="7687440"/>
            <a:ext cx="12535560" cy="70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7"/>
              </a:lnSpc>
            </a:pPr>
            <a:r>
              <a:rPr lang="en-US" sz="3959" b="1" u="none" spc="468" strike="noStrike">
                <a:solidFill>
                  <a:srgbClr val="1c1c1c"/>
                </a:solidFill>
                <a:effectLst/>
                <a:uFillTx/>
                <a:latin typeface="Poppins"/>
                <a:ea typeface="Now Bold"/>
              </a:rPr>
              <a:t>EXPERIENCIA LABORAL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38"/>
          <p:cNvSpPr/>
          <p:nvPr/>
        </p:nvSpPr>
        <p:spPr>
          <a:xfrm>
            <a:off x="7825680" y="3617640"/>
            <a:ext cx="12476880" cy="70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2"/>
              </a:lnSpc>
            </a:pPr>
            <a:r>
              <a:rPr lang="en-US" sz="3959" b="1" u="none" spc="468" strike="noStrike">
                <a:solidFill>
                  <a:srgbClr val="1c1c1c"/>
                </a:solidFill>
                <a:effectLst/>
                <a:uFillTx/>
                <a:latin typeface="Poppins"/>
                <a:ea typeface="Now Bold"/>
              </a:rPr>
              <a:t>PERFIL PROFESIONAL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39"/>
          <p:cNvSpPr/>
          <p:nvPr/>
        </p:nvSpPr>
        <p:spPr>
          <a:xfrm>
            <a:off x="7825680" y="4489200"/>
            <a:ext cx="124768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201"/>
              </a:lnSpc>
            </a:pPr>
            <a:r>
              <a:rPr lang="en-US" sz="2300" b="0" u="none" strike="noStrike">
                <a:solidFill>
                  <a:srgbClr val="1c1c1c"/>
                </a:solidFill>
                <a:effectLst/>
                <a:uFillTx/>
                <a:latin typeface="Poppins"/>
                <a:ea typeface="Lato"/>
              </a:rPr>
              <a:t>{{about}}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40"/>
          <p:cNvSpPr/>
          <p:nvPr/>
        </p:nvSpPr>
        <p:spPr>
          <a:xfrm>
            <a:off x="7380000" y="8282160"/>
            <a:ext cx="13546080" cy="757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686"/>
              </a:lnSpc>
              <a:buClr>
                <a:srgbClr val="c4c4be"/>
              </a:buClr>
              <a:buFont typeface="Wingdings" charset="2"/>
              <a:buChar char=""/>
            </a:pPr>
            <a:r>
              <a:rPr lang="en-US" sz="2100" b="1" u="none" strike="noStrike">
                <a:solidFill>
                  <a:srgbClr val="000000"/>
                </a:solidFill>
                <a:effectLst/>
                <a:uFillTx/>
                <a:latin typeface="Poppins"/>
                <a:ea typeface="Lato Bold"/>
              </a:rPr>
              <a:t>[[EXPERIENCE_BLOCK]] 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686"/>
              </a:lnSpc>
              <a:buClr>
                <a:srgbClr val="c4c4be"/>
              </a:buClr>
              <a:buFont typeface="Wingdings" charset="2"/>
              <a:buChar char=""/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oppins"/>
                <a:ea typeface="Lato Bold"/>
              </a:rPr>
              <a:t>{{exp_1_role}}</a:t>
            </a:r>
            <a:r>
              <a:rPr lang="en-US" sz="3000" b="1" u="none" strike="noStrike">
                <a:solidFill>
                  <a:srgbClr val="000000"/>
                </a:solidFill>
                <a:effectLst/>
                <a:uFillTx/>
                <a:latin typeface="Poppins"/>
                <a:ea typeface="Lato Bold"/>
              </a:rPr>
              <a:t> </a:t>
            </a:r>
            <a:r>
              <a:rPr lang="en-US" sz="334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Lato"/>
              </a:rPr>
              <a:t> 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Lato"/>
              </a:rPr>
              <a:t>{{exp_1_company}}  {{exp_1_dates}} 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4686"/>
              </a:lnSpc>
            </a:pPr>
            <a:r>
              <a:rPr lang="es-AR" sz="23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{{exp_1_bullets_block}}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1701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1701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4819"/>
              </a:lnSpc>
            </a:pPr>
            <a:endParaRPr lang="es-AR" sz="3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686"/>
              </a:lnSpc>
              <a:buClr>
                <a:srgbClr val="c4c4be"/>
              </a:buClr>
              <a:buFont typeface="Wingdings" charset="2"/>
              <a:buChar char=""/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oppins"/>
                <a:ea typeface="Lato Bold"/>
              </a:rPr>
              <a:t> {{exp_2_role}}</a:t>
            </a:r>
            <a:r>
              <a:rPr lang="en-US" sz="3340" b="1" u="none" strike="noStrike">
                <a:solidFill>
                  <a:srgbClr val="000000"/>
                </a:solidFill>
                <a:effectLst/>
                <a:uFillTx/>
                <a:latin typeface="Poppins"/>
                <a:ea typeface="Lato Bold"/>
              </a:rPr>
              <a:t> </a:t>
            </a:r>
            <a:r>
              <a:rPr lang="en-US" sz="334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Lato"/>
              </a:rPr>
              <a:t> 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Lato"/>
              </a:rPr>
              <a:t>{{exp_2_company}} {{exp_2_dates}}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4606"/>
              </a:lnSpc>
            </a:pPr>
            <a:r>
              <a:rPr lang="es-AR" sz="23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{{exp_2_bullets_block}}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4606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4819"/>
              </a:lnSpc>
            </a:pPr>
            <a:endParaRPr lang="es-AR" sz="3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686"/>
              </a:lnSpc>
              <a:buClr>
                <a:srgbClr val="c4c4be"/>
              </a:buClr>
              <a:buFont typeface="Wingdings" charset="2"/>
              <a:buChar char=""/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oppins"/>
                <a:ea typeface="Lato Bold"/>
              </a:rPr>
              <a:t> {{exp_3_role}}</a:t>
            </a:r>
            <a:r>
              <a:rPr lang="en-US" sz="3340" b="1" u="none" strike="noStrike">
                <a:solidFill>
                  <a:srgbClr val="000000"/>
                </a:solidFill>
                <a:effectLst/>
                <a:uFillTx/>
                <a:latin typeface="Poppins"/>
                <a:ea typeface="Lato Bold"/>
              </a:rPr>
              <a:t> </a:t>
            </a:r>
            <a:r>
              <a:rPr lang="en-US" sz="334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Lato"/>
              </a:rPr>
              <a:t> 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Lato"/>
              </a:rPr>
              <a:t>{{exp_3_company}} {{exp_3_dates}}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4606"/>
              </a:lnSpc>
            </a:pPr>
            <a:r>
              <a:rPr lang="es-AR" sz="23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{{exp_3_bullets_block}}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4686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468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900000" y="891360"/>
            <a:ext cx="5033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252000" y="5760000"/>
            <a:ext cx="6330600" cy="461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ts val="4535"/>
              </a:lnSpc>
            </a:pPr>
            <a:r>
              <a:rPr lang="es-AR" sz="22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[[SIDEBAR_BLOCK]]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{{#sidebar_sections_full}}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7937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268"/>
              </a:lnSpc>
            </a:pPr>
            <a:r>
              <a:rPr lang="es-AR" sz="2000" b="1" u="none" spc="-300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3685"/>
              </a:lnSpc>
            </a:pPr>
            <a:r>
              <a:rPr lang="es-AR" sz="230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{{body}}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79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DAG9j18jp5c</dc:identifier>
  <dc:language>es-AR</dc:language>
  <cp:lastModifiedBy/>
  <dcterms:modified xsi:type="dcterms:W3CDTF">2026-03-05T01:05:29Z</dcterms:modified>
  <cp:revision>36</cp:revision>
  <dc:subject/>
  <dc:title>Plantilla_oficial_3.pptx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