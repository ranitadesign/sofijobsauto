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 "/>
    </p:embeddedFont>
    <p:embeddedFont>
      <p:font typeface="Proxima Nova"/>
      <p:regular r:id="rId5"/>
      <p:bold r:id="rId5"/>
    </p:embeddedFont>
    <p:embeddedFont>
      <p:font typeface="Proxima Nova Bold"/>
    </p:embeddedFont>
    <p:embeddedFont>
      <p:font typeface="Proxima nova"/>
      <p:regular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Garet"/>
      <p:regular r:id="rId8"/>
      <p:bold r:id="rId8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roxima_Nova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Montserrat_Regular.fntdata"/><Relationship Id="rId8" Type="http://schemas.openxmlformats.org/officeDocument/2006/relationships/font" Target="fonts/Font_4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72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72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16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16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24B20B-FA77-4731-A10A-9265000555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DD6FDE-5F1F-44AF-9EDC-6F296F6236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F419D6-DA70-4FAD-BF8E-2AED1A1089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2280" cy="505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2280" cy="175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600" cy="115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08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600" cy="46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4FE2F0-5601-4494-AF99-6699512AE5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840" cy="5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840" cy="410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840" cy="79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744186-1E37-45E0-80A3-E818A8B05E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840" cy="14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079B2D-A10B-455B-990F-38204958A1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1636D0-9EF3-457A-BE92-CCC5B7EC70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84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36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73F3AD-71C0-4F71-A07A-9C6BFC7FF2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AC6DB7-B118-45ED-9A1D-413F6561BA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840" cy="13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840" cy="14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F3184D-2978-425E-B184-15FBD678D3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2353E3-B000-4652-9954-B9B189E13F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720000" y="-178560"/>
            <a:ext cx="2015856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971920" y="3600000"/>
            <a:ext cx="3336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4336560"/>
            <a:ext cx="19177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7299720" y="6920280"/>
            <a:ext cx="66812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47160" y="7934760"/>
            <a:ext cx="108478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5945840" y="7912800"/>
            <a:ext cx="421812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157040" y="4295160"/>
            <a:ext cx="19177560" cy="19440"/>
            <a:chOff x="1157040" y="4295160"/>
            <a:chExt cx="19177560" cy="19440"/>
          </a:xfrm>
        </p:grpSpPr>
        <p:sp>
          <p:nvSpPr>
            <p:cNvPr id="68" name="Freeform 19"/>
            <p:cNvSpPr/>
            <p:nvPr/>
          </p:nvSpPr>
          <p:spPr>
            <a:xfrm>
              <a:off x="1157040" y="4295160"/>
              <a:ext cx="19177560" cy="19440"/>
            </a:xfrm>
            <a:custGeom>
              <a:avLst/>
              <a:gdLst>
                <a:gd name="textAreaLeft" fmla="*/ 0 w 19177560"/>
                <a:gd name="textAreaRight" fmla="*/ 19185120 w 19177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7886880"/>
            <a:ext cx="19177560" cy="19440"/>
            <a:chOff x="986400" y="7886880"/>
            <a:chExt cx="19177560" cy="19440"/>
          </a:xfrm>
        </p:grpSpPr>
        <p:sp>
          <p:nvSpPr>
            <p:cNvPr id="70" name="Freeform 21"/>
            <p:cNvSpPr/>
            <p:nvPr/>
          </p:nvSpPr>
          <p:spPr>
            <a:xfrm>
              <a:off x="986400" y="7886880"/>
              <a:ext cx="19177560" cy="19440"/>
            </a:xfrm>
            <a:custGeom>
              <a:avLst/>
              <a:gdLst>
                <a:gd name="textAreaLeft" fmla="*/ 0 w 19177560"/>
                <a:gd name="textAreaRight" fmla="*/ 19185120 w 19177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6"/>
          <p:cNvSpPr/>
          <p:nvPr/>
        </p:nvSpPr>
        <p:spPr>
          <a:xfrm>
            <a:off x="720360" y="7749360"/>
            <a:ext cx="19294200" cy="82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{{exp_1_role}} {{exp_1_company}}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{{exp_1_dates}}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{{exp_2_role}} {{exp_2_company}}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{{exp_2_dates}}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{{exp_3_role}} {{exp_3_company}}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{{exp_3_dates}}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{{exp_4_role}} {{exp_4_company}}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{{exp_4_dates}}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{{exp_5_role}} {{exp_5_company}}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{{exp_5_dates}}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1800360" y="1440360"/>
            <a:ext cx="181778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>
            <a:off x="644400" y="552240"/>
            <a:ext cx="19511280" cy="16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{{exp_6_role}} {{exp_6_company}}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{{exp_6_dates}}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3420360" y="2192112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093680" y="17836560"/>
            <a:ext cx="149889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1229400" y="22659120"/>
            <a:ext cx="196462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1132920" y="18566280"/>
            <a:ext cx="1494972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15835680" y="17836560"/>
            <a:ext cx="4436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2"/>
          <p:cNvGrpSpPr/>
          <p:nvPr/>
        </p:nvGrpSpPr>
        <p:grpSpPr>
          <a:xfrm>
            <a:off x="1093680" y="17750880"/>
            <a:ext cx="19178640" cy="20520"/>
            <a:chOff x="1093680" y="17750880"/>
            <a:chExt cx="19178640" cy="20520"/>
          </a:xfrm>
        </p:grpSpPr>
        <p:sp>
          <p:nvSpPr>
            <p:cNvPr id="80" name="Freeform 23"/>
            <p:cNvSpPr/>
            <p:nvPr/>
          </p:nvSpPr>
          <p:spPr>
            <a:xfrm>
              <a:off x="1093680" y="1775088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80000" y="20120760"/>
            <a:ext cx="19178640" cy="20520"/>
            <a:chOff x="1080000" y="20120760"/>
            <a:chExt cx="19178640" cy="20520"/>
          </a:xfrm>
        </p:grpSpPr>
        <p:sp>
          <p:nvSpPr>
            <p:cNvPr id="82" name="Freeform 25"/>
            <p:cNvSpPr/>
            <p:nvPr/>
          </p:nvSpPr>
          <p:spPr>
            <a:xfrm>
              <a:off x="1080000" y="20120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1080360" y="22633200"/>
            <a:ext cx="19178640" cy="20520"/>
            <a:chOff x="1080360" y="22633200"/>
            <a:chExt cx="19178640" cy="20520"/>
          </a:xfrm>
        </p:grpSpPr>
        <p:sp>
          <p:nvSpPr>
            <p:cNvPr id="84" name="Freeform 27"/>
            <p:cNvSpPr/>
            <p:nvPr/>
          </p:nvSpPr>
          <p:spPr>
            <a:xfrm>
              <a:off x="1080360" y="2263320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31"/>
          <p:cNvSpPr/>
          <p:nvPr/>
        </p:nvSpPr>
        <p:spPr>
          <a:xfrm>
            <a:off x="1080360" y="18915120"/>
            <a:ext cx="15182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2"/>
          <p:cNvSpPr/>
          <p:nvPr/>
        </p:nvSpPr>
        <p:spPr>
          <a:xfrm>
            <a:off x="1119240" y="19008000"/>
            <a:ext cx="1496304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3"/>
          <p:cNvSpPr/>
          <p:nvPr/>
        </p:nvSpPr>
        <p:spPr>
          <a:xfrm>
            <a:off x="15359400" y="18915120"/>
            <a:ext cx="48992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3537000" y="2181888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1061640" y="20125800"/>
            <a:ext cx="1909404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1"/>
          <p:cNvSpPr/>
          <p:nvPr/>
        </p:nvSpPr>
        <p:spPr>
          <a:xfrm>
            <a:off x="1017360" y="26508600"/>
            <a:ext cx="1935972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Group 1"/>
          <p:cNvGrpSpPr/>
          <p:nvPr/>
        </p:nvGrpSpPr>
        <p:grpSpPr>
          <a:xfrm>
            <a:off x="914400" y="26483760"/>
            <a:ext cx="19178640" cy="20520"/>
            <a:chOff x="914400" y="26483760"/>
            <a:chExt cx="19178640" cy="20520"/>
          </a:xfrm>
        </p:grpSpPr>
        <p:sp>
          <p:nvSpPr>
            <p:cNvPr id="92" name="Freeform 1"/>
            <p:cNvSpPr/>
            <p:nvPr/>
          </p:nvSpPr>
          <p:spPr>
            <a:xfrm>
              <a:off x="914400" y="26483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"/>
          <p:cNvSpPr/>
          <p:nvPr/>
        </p:nvSpPr>
        <p:spPr>
          <a:xfrm>
            <a:off x="7305120" y="2204892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449480" y="25829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305480" y="19565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305840" y="1718964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2026-03-08T22:30:44Z</dcterms:modified>
  <cp:revision>22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