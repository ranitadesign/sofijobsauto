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roxima Nova"/>
      <p:regular r:id="rId5"/>
      <p:bold r:id="rId5"/>
    </p:embeddedFont>
    <p:embeddedFont>
      <p:font typeface="Proxima Nova "/>
    </p:embeddedFont>
    <p:embeddedFont>
      <p:font typeface="Proxima Nova Bold"/>
    </p:embeddedFont>
    <p:embeddedFont>
      <p:font typeface="Proxima nova"/>
      <p:regular r:id="rId5"/>
    </p:embeddedFont>
    <p:embeddedFont>
      <p:font typeface="Microsoft YaHei"/>
      <p:regular r:id="rId6"/>
    </p:embeddedFont>
    <p:embeddedFont>
      <p:font typeface="Garet"/>
      <p:regular r:id="rId7"/>
      <p:bold r:id="rId7"/>
    </p:embeddedFont>
    <p:embeddedFont>
      <p:font typeface="Montserrat"/>
      <p:regular r:id="rId8"/>
      <p:bold r:id="rId8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roxima_Nova_Regular.fntdata"/><Relationship Id="rId6" Type="http://schemas.openxmlformats.org/officeDocument/2006/relationships/font" Target="fonts/Font_2_Microsoft_YaHei_Regular.fntdata"/><Relationship Id="rId7" Type="http://schemas.openxmlformats.org/officeDocument/2006/relationships/font" Target="fonts/Font_3_Garet_Regular.fntdata"/><Relationship Id="rId8" Type="http://schemas.openxmlformats.org/officeDocument/2006/relationships/font" Target="fonts/Font_4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92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920" cy="149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FA1B1D-BA64-4E16-BB52-5C40A258A9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2CDAAF-38C0-4DB7-803D-0F96D7D9C4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80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80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24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24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152BA5-A696-4AFA-9CEA-061D66E563B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8E1B8A-9D77-40AE-92EE-FEBBBDB3E1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F23FA3-9EA9-41E7-80F8-A90879FAEF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3360" cy="505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3360" cy="1755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680" cy="115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16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680" cy="468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D3E88B-EF82-4FEA-9A81-403C0EFAAD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9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920" cy="410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92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3B96518-51B4-447D-9B61-F3F566BCA7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920" cy="14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36FFB3-F621-4289-B94F-70D0E05F00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4044CCF-7244-487A-A6D5-CCE9849B999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92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44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7E2644-1B3E-4BCC-BC43-2DC5456946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F8F3EB-C901-4887-9BAE-C1EE92A449A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"/>
          <p:cNvSpPr/>
          <p:nvPr/>
        </p:nvSpPr>
        <p:spPr>
          <a:xfrm>
            <a:off x="720000" y="-178560"/>
            <a:ext cx="2015964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8971920" y="3600000"/>
            <a:ext cx="3337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8"/>
          <p:cNvSpPr/>
          <p:nvPr/>
        </p:nvSpPr>
        <p:spPr>
          <a:xfrm>
            <a:off x="986400" y="4336560"/>
            <a:ext cx="191782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4"/>
          <p:cNvSpPr/>
          <p:nvPr/>
        </p:nvSpPr>
        <p:spPr>
          <a:xfrm>
            <a:off x="7299720" y="6920280"/>
            <a:ext cx="66823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5"/>
          <p:cNvSpPr/>
          <p:nvPr/>
        </p:nvSpPr>
        <p:spPr>
          <a:xfrm>
            <a:off x="947160" y="7934760"/>
            <a:ext cx="10848960" cy="5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7"/>
          <p:cNvSpPr/>
          <p:nvPr/>
        </p:nvSpPr>
        <p:spPr>
          <a:xfrm>
            <a:off x="15945840" y="7912800"/>
            <a:ext cx="421920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8"/>
          <p:cNvGrpSpPr/>
          <p:nvPr/>
        </p:nvGrpSpPr>
        <p:grpSpPr>
          <a:xfrm>
            <a:off x="1157040" y="4295160"/>
            <a:ext cx="19178640" cy="20520"/>
            <a:chOff x="1157040" y="4295160"/>
            <a:chExt cx="19178640" cy="20520"/>
          </a:xfrm>
        </p:grpSpPr>
        <p:sp>
          <p:nvSpPr>
            <p:cNvPr id="68" name="Freeform 19"/>
            <p:cNvSpPr/>
            <p:nvPr/>
          </p:nvSpPr>
          <p:spPr>
            <a:xfrm>
              <a:off x="1157040" y="429516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20"/>
          <p:cNvGrpSpPr/>
          <p:nvPr/>
        </p:nvGrpSpPr>
        <p:grpSpPr>
          <a:xfrm>
            <a:off x="986400" y="7886880"/>
            <a:ext cx="19178640" cy="20520"/>
            <a:chOff x="986400" y="7886880"/>
            <a:chExt cx="19178640" cy="20520"/>
          </a:xfrm>
        </p:grpSpPr>
        <p:sp>
          <p:nvSpPr>
            <p:cNvPr id="70" name="Freeform 21"/>
            <p:cNvSpPr/>
            <p:nvPr/>
          </p:nvSpPr>
          <p:spPr>
            <a:xfrm>
              <a:off x="986400" y="788688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16"/>
          <p:cNvSpPr/>
          <p:nvPr/>
        </p:nvSpPr>
        <p:spPr>
          <a:xfrm>
            <a:off x="720360" y="7605360"/>
            <a:ext cx="19295280" cy="82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{{exp_1_role}} {{exp_1_company}}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{{exp_1_dates}}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{{exp_2_role}} {{exp_2_company}}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{{exp_2_dates}}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{{exp_3_role}} {{exp_3_company}}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{{exp_3_dates}}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85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{{exp_4_role}} {{exp_4_company}}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{{exp_4_dates}}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{{exp_4_bullets_block}}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roxima Nova Bold"/>
              </a:rPr>
              <a:t>{{exp_5_role}} {{exp_5_company}}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"/>
                <a:ea typeface="Poppins Bold"/>
              </a:rPr>
              <a:t>{{exp_5_dates}}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 "/>
                <a:ea typeface="Montserrat"/>
              </a:rPr>
              <a:t>{{exp_5_bullets_block}}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7"/>
          <p:cNvSpPr/>
          <p:nvPr/>
        </p:nvSpPr>
        <p:spPr>
          <a:xfrm>
            <a:off x="1800360" y="1440360"/>
            <a:ext cx="181789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51"/>
          <p:cNvSpPr/>
          <p:nvPr/>
        </p:nvSpPr>
        <p:spPr>
          <a:xfrm>
            <a:off x="3696480" y="18156600"/>
            <a:ext cx="13938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52"/>
          <p:cNvSpPr/>
          <p:nvPr/>
        </p:nvSpPr>
        <p:spPr>
          <a:xfrm>
            <a:off x="3600360" y="27360000"/>
            <a:ext cx="13938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53"/>
          <p:cNvSpPr/>
          <p:nvPr/>
        </p:nvSpPr>
        <p:spPr>
          <a:xfrm>
            <a:off x="3876480" y="22321080"/>
            <a:ext cx="13938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54"/>
          <p:cNvSpPr/>
          <p:nvPr/>
        </p:nvSpPr>
        <p:spPr>
          <a:xfrm>
            <a:off x="1093320" y="19201680"/>
            <a:ext cx="1498860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55"/>
          <p:cNvSpPr/>
          <p:nvPr/>
        </p:nvSpPr>
        <p:spPr>
          <a:xfrm>
            <a:off x="1049400" y="28260000"/>
            <a:ext cx="196459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56"/>
          <p:cNvSpPr/>
          <p:nvPr/>
        </p:nvSpPr>
        <p:spPr>
          <a:xfrm>
            <a:off x="1080000" y="25879680"/>
            <a:ext cx="193593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57"/>
          <p:cNvSpPr/>
          <p:nvPr/>
        </p:nvSpPr>
        <p:spPr>
          <a:xfrm>
            <a:off x="17680680" y="19201680"/>
            <a:ext cx="25905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Group 4"/>
          <p:cNvGrpSpPr/>
          <p:nvPr/>
        </p:nvGrpSpPr>
        <p:grpSpPr>
          <a:xfrm>
            <a:off x="1092960" y="19080000"/>
            <a:ext cx="19178280" cy="20160"/>
            <a:chOff x="1092960" y="19080000"/>
            <a:chExt cx="19178280" cy="20160"/>
          </a:xfrm>
        </p:grpSpPr>
        <p:sp>
          <p:nvSpPr>
            <p:cNvPr id="81" name="Freeform 4"/>
            <p:cNvSpPr/>
            <p:nvPr/>
          </p:nvSpPr>
          <p:spPr>
            <a:xfrm>
              <a:off x="1092960" y="1908000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2" name="Group 5"/>
          <p:cNvGrpSpPr/>
          <p:nvPr/>
        </p:nvGrpSpPr>
        <p:grpSpPr>
          <a:xfrm>
            <a:off x="1080000" y="23015160"/>
            <a:ext cx="19178280" cy="20160"/>
            <a:chOff x="1080000" y="23015160"/>
            <a:chExt cx="19178280" cy="20160"/>
          </a:xfrm>
        </p:grpSpPr>
        <p:sp>
          <p:nvSpPr>
            <p:cNvPr id="83" name="Freeform 5"/>
            <p:cNvSpPr/>
            <p:nvPr/>
          </p:nvSpPr>
          <p:spPr>
            <a:xfrm>
              <a:off x="1080000" y="2301516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4" name="Group 6"/>
          <p:cNvGrpSpPr/>
          <p:nvPr/>
        </p:nvGrpSpPr>
        <p:grpSpPr>
          <a:xfrm>
            <a:off x="900360" y="28054080"/>
            <a:ext cx="19178280" cy="20160"/>
            <a:chOff x="900360" y="28054080"/>
            <a:chExt cx="19178280" cy="20160"/>
          </a:xfrm>
        </p:grpSpPr>
        <p:sp>
          <p:nvSpPr>
            <p:cNvPr id="85" name="Freeform 6"/>
            <p:cNvSpPr/>
            <p:nvPr/>
          </p:nvSpPr>
          <p:spPr>
            <a:xfrm>
              <a:off x="900360" y="2805408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58"/>
          <p:cNvSpPr/>
          <p:nvPr/>
        </p:nvSpPr>
        <p:spPr>
          <a:xfrm>
            <a:off x="1080000" y="20833200"/>
            <a:ext cx="1518192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59"/>
          <p:cNvSpPr/>
          <p:nvPr/>
        </p:nvSpPr>
        <p:spPr>
          <a:xfrm>
            <a:off x="17568720" y="20833200"/>
            <a:ext cx="2689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60"/>
          <p:cNvSpPr/>
          <p:nvPr/>
        </p:nvSpPr>
        <p:spPr>
          <a:xfrm>
            <a:off x="3780000" y="25020000"/>
            <a:ext cx="13938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7"/>
          <p:cNvGrpSpPr/>
          <p:nvPr/>
        </p:nvGrpSpPr>
        <p:grpSpPr>
          <a:xfrm>
            <a:off x="977040" y="25714080"/>
            <a:ext cx="19178280" cy="20160"/>
            <a:chOff x="977040" y="25714080"/>
            <a:chExt cx="19178280" cy="20160"/>
          </a:xfrm>
        </p:grpSpPr>
        <p:sp>
          <p:nvSpPr>
            <p:cNvPr id="90" name="Freeform 7"/>
            <p:cNvSpPr/>
            <p:nvPr/>
          </p:nvSpPr>
          <p:spPr>
            <a:xfrm>
              <a:off x="977040" y="2571408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"/>
          <p:cNvSpPr/>
          <p:nvPr/>
        </p:nvSpPr>
        <p:spPr>
          <a:xfrm>
            <a:off x="1080000" y="23201640"/>
            <a:ext cx="1909368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644400" y="552240"/>
            <a:ext cx="19512360" cy="16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{{exp_6_role}} {{exp_6_company}}  </a:t>
            </a: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{{exp_6_dates}}</a:t>
            </a: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68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{{exp_6_bullets_block}}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2026-03-05T15:30:01Z</dcterms:modified>
  <cp:revision>19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