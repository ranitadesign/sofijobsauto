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roxima Nova"/>
      <p:regular r:id="rId5"/>
      <p:bold r:id="rId5"/>
    </p:embeddedFont>
    <p:embeddedFont>
      <p:font typeface="Proxima Nova Bold"/>
    </p:embeddedFont>
    <p:embeddedFont>
      <p:font typeface="Proxima Nova "/>
    </p:embeddedFont>
    <p:embeddedFont>
      <p:font typeface="Proxima nova"/>
      <p:regular r:id="rId5"/>
    </p:embeddedFont>
    <p:embeddedFont>
      <p:font typeface="Microsoft YaHei"/>
      <p:regular r:id="rId6"/>
    </p:embeddedFont>
    <p:embeddedFont>
      <p:font typeface="Poppins Bold"/>
    </p:embeddedFont>
    <p:embeddedFont>
      <p:font typeface="Montserrat"/>
      <p:regular r:id="rId7"/>
      <p:bold r:id="rId7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roxima_Nova_Regular.fntdata"/><Relationship Id="rId6" Type="http://schemas.openxmlformats.org/officeDocument/2006/relationships/font" Target="fonts/Font_2_Microsoft_YaHei_Regular.fntdata"/><Relationship Id="rId7" Type="http://schemas.openxmlformats.org/officeDocument/2006/relationships/font" Target="fonts/Font_3_Montserrat_Regular.fntdata"/><Relationship Id="rId8" Type="http://schemas.openxmlformats.org/officeDocument/2006/relationships/font" Target="fonts/Font_4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960" cy="115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4440" cy="584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960" cy="468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B7F1E5-C7FB-497B-A243-671731C104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200" cy="5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200" cy="410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200" cy="79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F0796-489C-43E1-BAC6-3483549BEE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20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D05549-52C3-483E-A3D4-F8DD642DE2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E0AAA3-A1F5-4FBA-9375-BC505F164E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20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72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BB7DA-1374-4810-BB0B-40A0F3D145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4FD780-E2C4-4BEE-ABA6-94C014BCA4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200" cy="13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20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1B208D-2D28-4092-B3F5-2024F3F199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1F26B5-0BC2-4781-AA74-4189ADE9AB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08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08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452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452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1AFCBF-BA3F-43DA-9E67-1A7BE52F49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DD4925-C7D0-4DAB-89B9-5C00E6CD48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FC787-0820-416C-A5A4-9B9E939830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2640" cy="505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2640" cy="175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720000" y="-178560"/>
            <a:ext cx="2015892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8971920" y="3600000"/>
            <a:ext cx="33372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986400" y="4336560"/>
            <a:ext cx="191775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4"/>
          <p:cNvSpPr/>
          <p:nvPr/>
        </p:nvSpPr>
        <p:spPr>
          <a:xfrm>
            <a:off x="7299720" y="6920280"/>
            <a:ext cx="66816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5"/>
          <p:cNvSpPr/>
          <p:nvPr/>
        </p:nvSpPr>
        <p:spPr>
          <a:xfrm>
            <a:off x="947160" y="7934760"/>
            <a:ext cx="108482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15945840" y="7912800"/>
            <a:ext cx="42184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19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18"/>
          <p:cNvGrpSpPr/>
          <p:nvPr/>
        </p:nvGrpSpPr>
        <p:grpSpPr>
          <a:xfrm>
            <a:off x="1157040" y="4295160"/>
            <a:ext cx="19177920" cy="19800"/>
            <a:chOff x="1157040" y="4295160"/>
            <a:chExt cx="19177920" cy="19800"/>
          </a:xfrm>
        </p:grpSpPr>
        <p:sp>
          <p:nvSpPr>
            <p:cNvPr id="68" name="Freeform 19"/>
            <p:cNvSpPr/>
            <p:nvPr/>
          </p:nvSpPr>
          <p:spPr>
            <a:xfrm>
              <a:off x="1157040" y="4295160"/>
              <a:ext cx="19177920" cy="19800"/>
            </a:xfrm>
            <a:custGeom>
              <a:avLst/>
              <a:gdLst>
                <a:gd name="textAreaLeft" fmla="*/ 0 w 19177920"/>
                <a:gd name="textAreaRight" fmla="*/ 19185120 w 19177920"/>
                <a:gd name="textAreaTop" fmla="*/ 0 h 19800"/>
                <a:gd name="textAreaBottom" fmla="*/ 27000 h 1980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20"/>
          <p:cNvGrpSpPr/>
          <p:nvPr/>
        </p:nvGrpSpPr>
        <p:grpSpPr>
          <a:xfrm>
            <a:off x="986400" y="7886880"/>
            <a:ext cx="19177920" cy="19800"/>
            <a:chOff x="986400" y="7886880"/>
            <a:chExt cx="19177920" cy="19800"/>
          </a:xfrm>
        </p:grpSpPr>
        <p:sp>
          <p:nvSpPr>
            <p:cNvPr id="70" name="Freeform 21"/>
            <p:cNvSpPr/>
            <p:nvPr/>
          </p:nvSpPr>
          <p:spPr>
            <a:xfrm>
              <a:off x="986400" y="7886880"/>
              <a:ext cx="19177920" cy="19800"/>
            </a:xfrm>
            <a:custGeom>
              <a:avLst/>
              <a:gdLst>
                <a:gd name="textAreaLeft" fmla="*/ 0 w 19177920"/>
                <a:gd name="textAreaRight" fmla="*/ 19185120 w 19177920"/>
                <a:gd name="textAreaTop" fmla="*/ 0 h 19800"/>
                <a:gd name="textAreaBottom" fmla="*/ 27000 h 1980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16"/>
          <p:cNvSpPr/>
          <p:nvPr/>
        </p:nvSpPr>
        <p:spPr>
          <a:xfrm>
            <a:off x="720360" y="7749360"/>
            <a:ext cx="19294560" cy="82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roxima Nova Bold"/>
              </a:rPr>
              <a:t>{{exp_1_role}} {{exp_1_company}}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oppins Bold"/>
              </a:rPr>
              <a:t>{{exp_1_dates}}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roxima Nova Bold"/>
              </a:rPr>
              <a:t>{{exp_2_role}} {{exp_2_company}}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oppins Bold"/>
              </a:rPr>
              <a:t>{{exp_2_dates}}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roxima Nova Bold"/>
              </a:rPr>
              <a:t>{{exp_3_role}} {{exp_3_company}}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oppins Bold"/>
              </a:rPr>
              <a:t>{{exp_3_dates}}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ontserrat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roxima Nova Bold"/>
              </a:rPr>
              <a:t>{{exp_4_role}} {{exp_4_company}}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oppins Bold"/>
              </a:rPr>
              <a:t>{{exp_4_dates}}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ontserrat"/>
              </a:rPr>
              <a:t>{{exp_4_bullets_block}}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roxima Nova Bold"/>
              </a:rPr>
              <a:t>{{exp_5_role}} {{exp_5_company}}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"/>
                <a:ea typeface="Poppins Bold"/>
              </a:rPr>
              <a:t>{{exp_5_dates}}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 "/>
                <a:ea typeface="Montserrat"/>
              </a:rPr>
              <a:t>{{exp_5_bullets_block}}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1800360" y="1440360"/>
            <a:ext cx="1817820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644400" y="552240"/>
            <a:ext cx="19511640" cy="16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{{exp_6_role}} {{exp_6_company}} 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{{exp_6_dates}}</a:t>
            </a: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{{exp_6_bullets_block}}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3420360" y="21921120"/>
            <a:ext cx="139395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1093680" y="17836560"/>
            <a:ext cx="149893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1229400" y="22659120"/>
            <a:ext cx="1964664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{{it_1}}}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{{it_3}}}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1132920" y="18566280"/>
            <a:ext cx="149500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15835680" y="17836560"/>
            <a:ext cx="44366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oup 22"/>
          <p:cNvGrpSpPr/>
          <p:nvPr/>
        </p:nvGrpSpPr>
        <p:grpSpPr>
          <a:xfrm>
            <a:off x="1093680" y="17750880"/>
            <a:ext cx="19179000" cy="20880"/>
            <a:chOff x="1093680" y="17750880"/>
            <a:chExt cx="19179000" cy="20880"/>
          </a:xfrm>
        </p:grpSpPr>
        <p:sp>
          <p:nvSpPr>
            <p:cNvPr id="80" name="Freeform 23"/>
            <p:cNvSpPr/>
            <p:nvPr/>
          </p:nvSpPr>
          <p:spPr>
            <a:xfrm>
              <a:off x="1093680" y="17750880"/>
              <a:ext cx="19179000" cy="20880"/>
            </a:xfrm>
            <a:custGeom>
              <a:avLst/>
              <a:gdLst>
                <a:gd name="textAreaLeft" fmla="*/ 0 w 19179000"/>
                <a:gd name="textAreaRight" fmla="*/ 19185120 w 19179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24"/>
          <p:cNvGrpSpPr/>
          <p:nvPr/>
        </p:nvGrpSpPr>
        <p:grpSpPr>
          <a:xfrm>
            <a:off x="1080000" y="20120760"/>
            <a:ext cx="19179000" cy="20880"/>
            <a:chOff x="1080000" y="20120760"/>
            <a:chExt cx="19179000" cy="20880"/>
          </a:xfrm>
        </p:grpSpPr>
        <p:sp>
          <p:nvSpPr>
            <p:cNvPr id="82" name="Freeform 25"/>
            <p:cNvSpPr/>
            <p:nvPr/>
          </p:nvSpPr>
          <p:spPr>
            <a:xfrm>
              <a:off x="1080000" y="20120760"/>
              <a:ext cx="19179000" cy="20880"/>
            </a:xfrm>
            <a:custGeom>
              <a:avLst/>
              <a:gdLst>
                <a:gd name="textAreaLeft" fmla="*/ 0 w 19179000"/>
                <a:gd name="textAreaRight" fmla="*/ 19185120 w 19179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26"/>
          <p:cNvGrpSpPr/>
          <p:nvPr/>
        </p:nvGrpSpPr>
        <p:grpSpPr>
          <a:xfrm>
            <a:off x="1080360" y="22633200"/>
            <a:ext cx="19179000" cy="20880"/>
            <a:chOff x="1080360" y="22633200"/>
            <a:chExt cx="19179000" cy="20880"/>
          </a:xfrm>
        </p:grpSpPr>
        <p:sp>
          <p:nvSpPr>
            <p:cNvPr id="84" name="Freeform 27"/>
            <p:cNvSpPr/>
            <p:nvPr/>
          </p:nvSpPr>
          <p:spPr>
            <a:xfrm>
              <a:off x="1080360" y="22633200"/>
              <a:ext cx="19179000" cy="20880"/>
            </a:xfrm>
            <a:custGeom>
              <a:avLst/>
              <a:gdLst>
                <a:gd name="textAreaLeft" fmla="*/ 0 w 19179000"/>
                <a:gd name="textAreaRight" fmla="*/ 19185120 w 19179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31"/>
          <p:cNvSpPr/>
          <p:nvPr/>
        </p:nvSpPr>
        <p:spPr>
          <a:xfrm>
            <a:off x="1080360" y="18915120"/>
            <a:ext cx="151826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2"/>
          <p:cNvSpPr/>
          <p:nvPr/>
        </p:nvSpPr>
        <p:spPr>
          <a:xfrm>
            <a:off x="1119240" y="19008000"/>
            <a:ext cx="1496340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3"/>
          <p:cNvSpPr/>
          <p:nvPr/>
        </p:nvSpPr>
        <p:spPr>
          <a:xfrm>
            <a:off x="15359400" y="18915120"/>
            <a:ext cx="48996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3537000" y="21818880"/>
            <a:ext cx="139395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061640" y="20125800"/>
            <a:ext cx="19094400" cy="19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1017360" y="26508600"/>
            <a:ext cx="1936008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{{skill_5}}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{{skill_6}}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1"/>
          <p:cNvGrpSpPr/>
          <p:nvPr/>
        </p:nvGrpSpPr>
        <p:grpSpPr>
          <a:xfrm>
            <a:off x="914400" y="26483760"/>
            <a:ext cx="19179000" cy="20880"/>
            <a:chOff x="914400" y="26483760"/>
            <a:chExt cx="19179000" cy="20880"/>
          </a:xfrm>
        </p:grpSpPr>
        <p:sp>
          <p:nvSpPr>
            <p:cNvPr id="92" name="Freeform 1"/>
            <p:cNvSpPr/>
            <p:nvPr/>
          </p:nvSpPr>
          <p:spPr>
            <a:xfrm>
              <a:off x="914400" y="26483760"/>
              <a:ext cx="19179000" cy="20880"/>
            </a:xfrm>
            <a:custGeom>
              <a:avLst/>
              <a:gdLst>
                <a:gd name="textAreaLeft" fmla="*/ 0 w 19179000"/>
                <a:gd name="textAreaRight" fmla="*/ 19185120 w 19179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"/>
          <p:cNvSpPr txBox="1"/>
          <p:nvPr/>
        </p:nvSpPr>
        <p:spPr>
          <a:xfrm>
            <a:off x="7305120" y="22048920"/>
            <a:ext cx="7180920" cy="79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IDIOMAS E INFORMATICA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449480" y="25829280"/>
            <a:ext cx="7180920" cy="79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305480" y="19565280"/>
            <a:ext cx="7180920" cy="79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305840" y="17189640"/>
            <a:ext cx="7180920" cy="79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2026-03-08T20:35:02Z</dcterms:modified>
  <cp:revision>21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