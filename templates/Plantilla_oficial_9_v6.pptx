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5"/>
      <p:bold r:id="rId5"/>
    </p:embeddedFont>
    <p:embeddedFont>
      <p:font typeface="Proxima Nova "/>
    </p:embeddedFont>
    <p:embeddedFont>
      <p:font typeface="Proxima nova"/>
      <p:regular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Poppins Bold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Montserrat_Regular.fntdata"/><Relationship Id="rId8" Type="http://schemas.openxmlformats.org/officeDocument/2006/relationships/font" Target="fonts/Font_4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C46800-2087-4DE7-B35A-5EFBDC4C56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BA9324-3D2A-4B26-AB02-A28C8009C9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9CC43D-561E-4E65-9973-9D62070291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4A58F4-8226-4935-98CC-06C157147F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C3090F-812A-4865-A291-7A0765F9C3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21D02A-8297-421D-A33B-2814E7138B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CCB2D6-F45D-43D6-AC5B-C9454D1E84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9E9134-9533-4588-A50B-01DAC2116E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3000" cy="505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3000" cy="175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500DB4-F976-4676-AAA6-E2B6DA292E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386937-7CF2-468A-9CBF-7B54A6D185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AB3547-D2A2-4CE7-919C-FEBA662EAA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928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7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7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819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860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5945840" y="7912800"/>
            <a:ext cx="421884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157040" y="4295160"/>
            <a:ext cx="19178280" cy="20160"/>
            <a:chOff x="1157040" y="4295160"/>
            <a:chExt cx="19178280" cy="20160"/>
          </a:xfrm>
        </p:grpSpPr>
        <p:sp>
          <p:nvSpPr>
            <p:cNvPr id="68" name="Freeform 19"/>
            <p:cNvSpPr/>
            <p:nvPr/>
          </p:nvSpPr>
          <p:spPr>
            <a:xfrm>
              <a:off x="1157040" y="42951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7886880"/>
            <a:ext cx="19178280" cy="20160"/>
            <a:chOff x="986400" y="7886880"/>
            <a:chExt cx="19178280" cy="20160"/>
          </a:xfrm>
        </p:grpSpPr>
        <p:sp>
          <p:nvSpPr>
            <p:cNvPr id="70" name="Freeform 21"/>
            <p:cNvSpPr/>
            <p:nvPr/>
          </p:nvSpPr>
          <p:spPr>
            <a:xfrm>
              <a:off x="986400" y="78868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6"/>
          <p:cNvSpPr/>
          <p:nvPr/>
        </p:nvSpPr>
        <p:spPr>
          <a:xfrm>
            <a:off x="720360" y="7749360"/>
            <a:ext cx="19294920" cy="82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1800360" y="1440360"/>
            <a:ext cx="18178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51"/>
          <p:cNvSpPr/>
          <p:nvPr/>
        </p:nvSpPr>
        <p:spPr>
          <a:xfrm>
            <a:off x="3696480" y="1815660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2"/>
          <p:cNvSpPr/>
          <p:nvPr/>
        </p:nvSpPr>
        <p:spPr>
          <a:xfrm>
            <a:off x="3600360" y="2736000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53"/>
          <p:cNvSpPr/>
          <p:nvPr/>
        </p:nvSpPr>
        <p:spPr>
          <a:xfrm>
            <a:off x="3876480" y="2232108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54"/>
          <p:cNvSpPr/>
          <p:nvPr/>
        </p:nvSpPr>
        <p:spPr>
          <a:xfrm>
            <a:off x="1093320" y="19201680"/>
            <a:ext cx="1498824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5"/>
          <p:cNvSpPr/>
          <p:nvPr/>
        </p:nvSpPr>
        <p:spPr>
          <a:xfrm>
            <a:off x="1049400" y="28260000"/>
            <a:ext cx="19645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6"/>
          <p:cNvSpPr/>
          <p:nvPr/>
        </p:nvSpPr>
        <p:spPr>
          <a:xfrm>
            <a:off x="1080000" y="25879680"/>
            <a:ext cx="193590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57"/>
          <p:cNvSpPr/>
          <p:nvPr/>
        </p:nvSpPr>
        <p:spPr>
          <a:xfrm>
            <a:off x="17680680" y="19201680"/>
            <a:ext cx="2590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4"/>
          <p:cNvGrpSpPr/>
          <p:nvPr/>
        </p:nvGrpSpPr>
        <p:grpSpPr>
          <a:xfrm>
            <a:off x="1092960" y="19080000"/>
            <a:ext cx="19177920" cy="19800"/>
            <a:chOff x="1092960" y="19080000"/>
            <a:chExt cx="19177920" cy="19800"/>
          </a:xfrm>
        </p:grpSpPr>
        <p:sp>
          <p:nvSpPr>
            <p:cNvPr id="81" name="Freeform 4"/>
            <p:cNvSpPr/>
            <p:nvPr/>
          </p:nvSpPr>
          <p:spPr>
            <a:xfrm>
              <a:off x="1092960" y="1908000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5"/>
          <p:cNvGrpSpPr/>
          <p:nvPr/>
        </p:nvGrpSpPr>
        <p:grpSpPr>
          <a:xfrm>
            <a:off x="1080000" y="23015160"/>
            <a:ext cx="19177920" cy="19800"/>
            <a:chOff x="1080000" y="23015160"/>
            <a:chExt cx="19177920" cy="19800"/>
          </a:xfrm>
        </p:grpSpPr>
        <p:sp>
          <p:nvSpPr>
            <p:cNvPr id="83" name="Freeform 5"/>
            <p:cNvSpPr/>
            <p:nvPr/>
          </p:nvSpPr>
          <p:spPr>
            <a:xfrm>
              <a:off x="1080000" y="2301516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6"/>
          <p:cNvGrpSpPr/>
          <p:nvPr/>
        </p:nvGrpSpPr>
        <p:grpSpPr>
          <a:xfrm>
            <a:off x="900360" y="28054080"/>
            <a:ext cx="19177920" cy="19800"/>
            <a:chOff x="900360" y="28054080"/>
            <a:chExt cx="19177920" cy="19800"/>
          </a:xfrm>
        </p:grpSpPr>
        <p:sp>
          <p:nvSpPr>
            <p:cNvPr id="85" name="Freeform 6"/>
            <p:cNvSpPr/>
            <p:nvPr/>
          </p:nvSpPr>
          <p:spPr>
            <a:xfrm>
              <a:off x="900360" y="2805408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58"/>
          <p:cNvSpPr/>
          <p:nvPr/>
        </p:nvSpPr>
        <p:spPr>
          <a:xfrm>
            <a:off x="1080000" y="20833200"/>
            <a:ext cx="1518156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59"/>
          <p:cNvSpPr/>
          <p:nvPr/>
        </p:nvSpPr>
        <p:spPr>
          <a:xfrm>
            <a:off x="17568720" y="20833200"/>
            <a:ext cx="26888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60"/>
          <p:cNvSpPr/>
          <p:nvPr/>
        </p:nvSpPr>
        <p:spPr>
          <a:xfrm>
            <a:off x="3780000" y="2502000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7"/>
          <p:cNvGrpSpPr/>
          <p:nvPr/>
        </p:nvGrpSpPr>
        <p:grpSpPr>
          <a:xfrm>
            <a:off x="977040" y="25714080"/>
            <a:ext cx="19177920" cy="19800"/>
            <a:chOff x="977040" y="25714080"/>
            <a:chExt cx="19177920" cy="19800"/>
          </a:xfrm>
        </p:grpSpPr>
        <p:sp>
          <p:nvSpPr>
            <p:cNvPr id="90" name="Freeform 7"/>
            <p:cNvSpPr/>
            <p:nvPr/>
          </p:nvSpPr>
          <p:spPr>
            <a:xfrm>
              <a:off x="977040" y="2571408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"/>
          <p:cNvSpPr/>
          <p:nvPr/>
        </p:nvSpPr>
        <p:spPr>
          <a:xfrm>
            <a:off x="1080000" y="23201640"/>
            <a:ext cx="190933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44400" y="552240"/>
            <a:ext cx="19512000" cy="16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2026-03-05T22:00:06Z</dcterms:modified>
  <cp:revision>20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