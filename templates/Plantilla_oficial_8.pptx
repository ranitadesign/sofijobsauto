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embedTrueTypeFonts="1">
  <p:sldMasterIdLst>
    <p:sldMasterId id="2147483648" r:id="rId2"/>
  </p:sldMasterIdLst>
  <p:sldIdLst>
    <p:sldId id="256" r:id="rId3"/>
  </p:sldIdLst>
  <p:sldSz cx="21374100" cy="30276800"/>
  <p:notesSz cx="7559675" cy="10691813"/>
  <p:embeddedFontLst>
    <p:embeddedFont>
      <p:font typeface="Carelia"/>
      <p:regular r:id="rId4"/>
      <p:bold r:id="rId4"/>
    </p:embeddedFont>
    <p:embeddedFont>
      <p:font typeface="Garet"/>
      <p:regular r:id="rId5"/>
      <p:bold r:id="rId5"/>
    </p:embeddedFont>
    <p:embeddedFont>
      <p:font typeface="Poppins"/>
      <p:regular r:id="rId6"/>
      <p:bold r:id="rId6"/>
    </p:embeddedFont>
    <p:embeddedFont>
      <p:font typeface="TT Drugs Bold"/>
    </p:embeddedFont>
    <p:embeddedFont>
      <p:font typeface="Microsoft YaHei"/>
      <p:regular r:id="rId7"/>
    </p:embeddedFont>
    <p:embeddedFont>
      <p:font typeface="Garet Bold"/>
    </p:embeddedFont>
    <p:embeddedFont>
      <p:font typeface="Montserrat"/>
      <p:regular r:id="rId8"/>
      <p:bold r:id="rId8"/>
    </p:embeddedFont>
  </p:embeddedFontLst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font" Target="fonts/Font_1_Carelia_Regular.fntdata"/><Relationship Id="rId5" Type="http://schemas.openxmlformats.org/officeDocument/2006/relationships/font" Target="fonts/Font_2_Garet_Regular.fntdata"/><Relationship Id="rId6" Type="http://schemas.openxmlformats.org/officeDocument/2006/relationships/font" Target="fonts/Font_3_Poppins_Regular.fntdata"/><Relationship Id="rId7" Type="http://schemas.openxmlformats.org/officeDocument/2006/relationships/font" Target="fonts/Font_4_Microsoft_YaHei_Regular.fntdata"/><Relationship Id="rId8" Type="http://schemas.openxmlformats.org/officeDocument/2006/relationships/font" Target="fonts/Font_5_Montserrat_Regular.fntdata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12680" cy="1126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21560" cy="450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21560" cy="450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16800" cy="34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78560" cy="34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16800" cy="34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2C51500-591A-4945-947C-84A31975453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12680" cy="1126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23360" cy="622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23360" cy="393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24800" cy="622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24800" cy="393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6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16800" cy="34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7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78560" cy="34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8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16800" cy="34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806F67D-CA2F-43CA-9F6B-56FCDDD6FEB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12680" cy="1126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16800" cy="34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78560" cy="34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16800" cy="34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F1D64C2-E8EB-4F19-AC65-51E3F80ED6D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16800" cy="34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78560" cy="34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16800" cy="34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DFD576F-FFE0-46CB-AD2D-132461706BB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2991240" cy="114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094720" cy="5836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2991240" cy="467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16800" cy="34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78560" cy="34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PlaceHolder 6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16800" cy="34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0B43429-0B8A-4213-9845-BCE0234CF94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69480" cy="549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69480" cy="4097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Pulse para editar el formato de texto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Sexto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Séptimo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69480" cy="788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16800" cy="34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78560" cy="34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16800" cy="34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C4D66F7-1EF6-4FC7-AD36-E0D253152AA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55480" cy="1452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16800" cy="34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78560" cy="34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16800" cy="34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AF51806-9A6C-438D-B42A-A736A74F87F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12680" cy="1126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12680" cy="450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16800" cy="34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78560" cy="34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16800" cy="34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4600C7B-09F1-4500-8752-01C225AC82A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40480" cy="5834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03000" cy="5834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16800" cy="34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78560" cy="34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16800" cy="34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3AE4802-B972-4A64-9E00-DBAF798A802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12680" cy="1126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12680" cy="450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16800" cy="34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78560" cy="34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16800" cy="34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6FC80B8-810E-4C34-9CEF-469D85ADA8A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55480" cy="1345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55480" cy="1483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16800" cy="34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78560" cy="34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16800" cy="34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13B486B-6D1B-4542-B04E-43AC1EA1A90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"/>
          <p:cNvSpPr/>
          <p:nvPr/>
        </p:nvSpPr>
        <p:spPr>
          <a:xfrm>
            <a:off x="0" y="0"/>
            <a:ext cx="8638200" cy="30260520"/>
          </a:xfrm>
          <a:prstGeom prst="flowChartProcess">
            <a:avLst/>
          </a:prstGeom>
          <a:solidFill>
            <a:srgbClr val="c0504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" name=""/>
          <p:cNvSpPr/>
          <p:nvPr/>
        </p:nvSpPr>
        <p:spPr>
          <a:xfrm>
            <a:off x="945360" y="7200000"/>
            <a:ext cx="6332760" cy="1068480"/>
          </a:xfrm>
          <a:prstGeom prst="roundRect">
            <a:avLst>
              <a:gd name="adj" fmla="val 16667"/>
            </a:avLst>
          </a:prstGeom>
          <a:solidFill>
            <a:srgbClr val="eeeeee">
              <a:alpha val="33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ffffff"/>
              </a:solidFill>
              <a:effectLst/>
              <a:uFillTx/>
              <a:latin typeface="Poppins"/>
            </a:endParaRPr>
          </a:p>
        </p:txBody>
      </p:sp>
      <p:sp>
        <p:nvSpPr>
          <p:cNvPr id="61" name="TextBox 13"/>
          <p:cNvSpPr/>
          <p:nvPr/>
        </p:nvSpPr>
        <p:spPr>
          <a:xfrm>
            <a:off x="765360" y="7416000"/>
            <a:ext cx="6657480" cy="55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4357"/>
              </a:lnSpc>
            </a:pPr>
            <a:r>
              <a:rPr lang="en-US" sz="3100" b="0" u="none" strike="noStrike">
                <a:solidFill>
                  <a:srgbClr val="543f3f"/>
                </a:solidFill>
                <a:effectLst/>
                <a:uFillTx/>
                <a:latin typeface="Garet"/>
                <a:ea typeface="Garet Bold"/>
              </a:rPr>
              <a:t>INFORMACIÓN DE CONTACTO</a:t>
            </a:r>
            <a:endParaRPr lang="es-AR" sz="3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Box 14"/>
          <p:cNvSpPr/>
          <p:nvPr/>
        </p:nvSpPr>
        <p:spPr>
          <a:xfrm>
            <a:off x="1073160" y="8460000"/>
            <a:ext cx="6940800" cy="208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957"/>
              </a:lnSpc>
            </a:pPr>
            <a:r>
              <a:rPr lang="en-US" sz="2500" b="0" u="none" strike="noStrike">
                <a:solidFill>
                  <a:srgbClr val="543f3f"/>
                </a:solidFill>
                <a:effectLst/>
                <a:uFillTx/>
                <a:latin typeface="Garet"/>
                <a:ea typeface="Garet"/>
              </a:rPr>
              <a:t>{{contact_location}}</a:t>
            </a:r>
            <a:endParaRPr lang="es-AR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4167"/>
              </a:lnSpc>
            </a:pPr>
            <a:r>
              <a:rPr lang="en-US" sz="2500" b="0" u="none" strike="noStrike">
                <a:solidFill>
                  <a:srgbClr val="543f3f"/>
                </a:solidFill>
                <a:effectLst/>
                <a:uFillTx/>
                <a:latin typeface="Garet"/>
                <a:ea typeface="Garet"/>
              </a:rPr>
              <a:t>{{contact_phone}}</a:t>
            </a:r>
            <a:endParaRPr lang="es-AR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4167"/>
              </a:lnSpc>
            </a:pPr>
            <a:r>
              <a:rPr lang="en-US" sz="2500" b="0" u="none" strike="noStrike">
                <a:solidFill>
                  <a:srgbClr val="543f3f"/>
                </a:solidFill>
                <a:effectLst/>
                <a:uFillTx/>
                <a:latin typeface="Garet"/>
                <a:ea typeface="Garet"/>
              </a:rPr>
              <a:t>{{contact_email}}</a:t>
            </a:r>
            <a:endParaRPr lang="es-AR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4167"/>
              </a:lnSpc>
            </a:pPr>
            <a:endParaRPr lang="es-AR" sz="2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"/>
          <p:cNvSpPr/>
          <p:nvPr/>
        </p:nvSpPr>
        <p:spPr>
          <a:xfrm>
            <a:off x="945360" y="10795320"/>
            <a:ext cx="6284520" cy="1068480"/>
          </a:xfrm>
          <a:prstGeom prst="roundRect">
            <a:avLst>
              <a:gd name="adj" fmla="val 16667"/>
            </a:avLst>
          </a:prstGeom>
          <a:solidFill>
            <a:srgbClr val="eeeeee">
              <a:alpha val="33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" name="TextBox 17"/>
          <p:cNvSpPr/>
          <p:nvPr/>
        </p:nvSpPr>
        <p:spPr>
          <a:xfrm>
            <a:off x="720000" y="10987920"/>
            <a:ext cx="6657480" cy="55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4357"/>
              </a:lnSpc>
            </a:pPr>
            <a:r>
              <a:rPr lang="en-US" sz="3110" b="0" u="none" strike="noStrike">
                <a:solidFill>
                  <a:srgbClr val="543f3f"/>
                </a:solidFill>
                <a:effectLst/>
                <a:uFillTx/>
                <a:latin typeface="Garet"/>
                <a:ea typeface="Garet Bold"/>
              </a:rPr>
              <a:t>RESUMEN PROFESIONAL</a:t>
            </a:r>
            <a:endParaRPr lang="es-AR" sz="3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Box 18"/>
          <p:cNvSpPr/>
          <p:nvPr/>
        </p:nvSpPr>
        <p:spPr>
          <a:xfrm>
            <a:off x="983880" y="12061800"/>
            <a:ext cx="7212600" cy="45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566"/>
              </a:lnSpc>
            </a:pPr>
            <a:r>
              <a:rPr lang="en-US" sz="2550" b="0" u="none" strike="noStrike">
                <a:solidFill>
                  <a:srgbClr val="543f3f"/>
                </a:solidFill>
                <a:effectLst/>
                <a:uFillTx/>
                <a:latin typeface="Garet"/>
                <a:ea typeface="Garet"/>
              </a:rPr>
              <a:t>{{about}}</a:t>
            </a:r>
            <a:endParaRPr lang="es-AR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Box 21"/>
          <p:cNvSpPr/>
          <p:nvPr/>
        </p:nvSpPr>
        <p:spPr>
          <a:xfrm>
            <a:off x="9000000" y="4632120"/>
            <a:ext cx="12058200" cy="450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470"/>
              </a:lnSpc>
            </a:pPr>
            <a:r>
              <a:rPr lang="en-US" sz="2500" b="1" u="none" strike="noStrike">
                <a:solidFill>
                  <a:srgbClr val="000000"/>
                </a:solidFill>
                <a:effectLst/>
                <a:uFillTx/>
                <a:latin typeface="Garet"/>
                <a:ea typeface="Garet"/>
              </a:rPr>
              <a:t>[[EXPERIENCE_BLOCK]]</a:t>
            </a:r>
            <a:endParaRPr lang="es-AR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4470"/>
              </a:lnSpc>
            </a:pPr>
            <a:r>
              <a:rPr lang="en-US" sz="2500" b="1" u="none" strike="noStrike">
                <a:solidFill>
                  <a:srgbClr val="000000"/>
                </a:solidFill>
                <a:effectLst/>
                <a:uFillTx/>
                <a:latin typeface="Garet"/>
                <a:ea typeface="Garet"/>
              </a:rPr>
              <a:t>{{exp_1_role}}</a:t>
            </a:r>
            <a:r>
              <a:rPr lang="en-US" sz="2500" b="0" u="none" strike="noStrike">
                <a:solidFill>
                  <a:srgbClr val="000000"/>
                </a:solidFill>
                <a:effectLst/>
                <a:uFillTx/>
                <a:latin typeface="Garet"/>
                <a:ea typeface="Garet"/>
              </a:rPr>
              <a:t>  {{exp_1_company}} {{exp_1_dates}}</a:t>
            </a:r>
            <a:endParaRPr lang="es-AR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17"/>
              </a:lnSpc>
            </a:pPr>
            <a:endParaRPr lang="es-AR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3118"/>
              </a:lnSpc>
            </a:pPr>
            <a:r>
              <a:rPr lang="es-AR" sz="2500" b="0" u="none" strike="noStrike">
                <a:solidFill>
                  <a:srgbClr val="000000"/>
                </a:solidFill>
                <a:effectLst/>
                <a:uFillTx/>
                <a:latin typeface="Garet"/>
                <a:ea typeface="Montserrat"/>
              </a:rPr>
              <a:t>{{exp_1_bullets_block}}</a:t>
            </a:r>
            <a:endParaRPr lang="es-AR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3685"/>
              </a:lnSpc>
            </a:pPr>
            <a:endParaRPr lang="es-AR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2500" b="1" u="none" strike="noStrike">
                <a:solidFill>
                  <a:srgbClr val="000000"/>
                </a:solidFill>
                <a:effectLst/>
                <a:uFillTx/>
                <a:latin typeface="Garet"/>
                <a:ea typeface="Garet"/>
              </a:rPr>
              <a:t>{{exp_2_role}}</a:t>
            </a:r>
            <a:r>
              <a:rPr lang="en-US" sz="2500" b="0" u="none" strike="noStrike">
                <a:solidFill>
                  <a:srgbClr val="000000"/>
                </a:solidFill>
                <a:effectLst/>
                <a:uFillTx/>
                <a:latin typeface="Garet"/>
                <a:ea typeface="Garet"/>
              </a:rPr>
              <a:t>  {{exp_2_company}} {{exp_2_dates}}</a:t>
            </a:r>
            <a:endParaRPr lang="es-AR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17"/>
              </a:lnSpc>
            </a:pPr>
            <a:endParaRPr lang="es-AR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3118"/>
              </a:lnSpc>
            </a:pPr>
            <a:r>
              <a:rPr lang="es-AR" sz="2500" b="0" u="none" strike="noStrike">
                <a:solidFill>
                  <a:srgbClr val="000000"/>
                </a:solidFill>
                <a:effectLst/>
                <a:uFillTx/>
                <a:latin typeface="Garet"/>
                <a:ea typeface="Montserrat"/>
              </a:rPr>
              <a:t>{{exp_2_bullets_block}}</a:t>
            </a:r>
            <a:endParaRPr lang="es-AR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s-AR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83"/>
              </a:lnSpc>
            </a:pPr>
            <a:endParaRPr lang="es-AR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2500" b="1" u="none" strike="noStrike">
                <a:solidFill>
                  <a:srgbClr val="000000"/>
                </a:solidFill>
                <a:effectLst/>
                <a:uFillTx/>
                <a:latin typeface="Garet"/>
                <a:ea typeface="Garet"/>
              </a:rPr>
              <a:t>{{exp_3_role}}</a:t>
            </a:r>
            <a:r>
              <a:rPr lang="en-US" sz="2500" b="0" u="none" strike="noStrike">
                <a:solidFill>
                  <a:srgbClr val="000000"/>
                </a:solidFill>
                <a:effectLst/>
                <a:uFillTx/>
                <a:latin typeface="Garet"/>
                <a:ea typeface="Garet"/>
              </a:rPr>
              <a:t>  {{exp_3_company}} {{exp_3_dates}}</a:t>
            </a:r>
            <a:endParaRPr lang="es-AR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17"/>
              </a:lnSpc>
            </a:pPr>
            <a:endParaRPr lang="es-AR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3118"/>
              </a:lnSpc>
            </a:pPr>
            <a:r>
              <a:rPr lang="es-AR" sz="2500" b="0" u="none" strike="noStrike">
                <a:solidFill>
                  <a:srgbClr val="000000"/>
                </a:solidFill>
                <a:effectLst/>
                <a:uFillTx/>
                <a:latin typeface="Garet"/>
                <a:ea typeface="Montserrat"/>
              </a:rPr>
              <a:t>{{exp_3_bullets_block}}</a:t>
            </a:r>
            <a:endParaRPr lang="es-AR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Box 29"/>
          <p:cNvSpPr/>
          <p:nvPr/>
        </p:nvSpPr>
        <p:spPr>
          <a:xfrm>
            <a:off x="9505440" y="11790720"/>
            <a:ext cx="11867040" cy="55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470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Box 31"/>
          <p:cNvSpPr/>
          <p:nvPr/>
        </p:nvSpPr>
        <p:spPr>
          <a:xfrm>
            <a:off x="9647640" y="18441360"/>
            <a:ext cx="11566440" cy="55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470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"/>
          <p:cNvSpPr/>
          <p:nvPr/>
        </p:nvSpPr>
        <p:spPr>
          <a:xfrm>
            <a:off x="1630440" y="1080000"/>
            <a:ext cx="41277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es-A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{{%photo}}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"/>
          <p:cNvSpPr/>
          <p:nvPr/>
        </p:nvSpPr>
        <p:spPr>
          <a:xfrm>
            <a:off x="821520" y="17060400"/>
            <a:ext cx="7195320" cy="261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es-AR" sz="1800" b="0" u="none" strike="noStrike">
                <a:solidFill>
                  <a:srgbClr val="000000"/>
                </a:solidFill>
                <a:effectLst/>
                <a:uFillTx/>
                <a:latin typeface="Garet"/>
              </a:rPr>
              <a:t> [[SIDEBAR_BLOCK]]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s-AR" sz="1800" b="0" u="none" strike="noStrike">
                <a:solidFill>
                  <a:srgbClr val="000000"/>
                </a:solidFill>
                <a:effectLst/>
                <a:uFillTx/>
                <a:latin typeface="Garet"/>
              </a:rPr>
              <a:t>{{#sidebar_sections_noedu}}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1134"/>
              </a:lnSpc>
            </a:pPr>
            <a:r>
              <a:rPr lang="es-AR" sz="3600" b="0" u="none" strike="noStrike">
                <a:solidFill>
                  <a:srgbClr val="543f3f"/>
                </a:solidFill>
                <a:effectLst/>
                <a:uFillTx/>
                <a:latin typeface="Garet"/>
              </a:rPr>
              <a:t>{{title}}</a:t>
            </a:r>
            <a:endParaRPr lang="es-AR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s-AR" sz="1800" b="0" u="none" spc="-300" strike="noStrike">
                <a:solidFill>
                  <a:srgbClr val="543f3f"/>
                </a:solidFill>
                <a:effectLst/>
                <a:uFillTx/>
                <a:latin typeface="Garet"/>
              </a:rPr>
              <a:t>{{line}}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s-AR" sz="2600" b="0" u="none" strike="noStrike">
                <a:solidFill>
                  <a:srgbClr val="543f3f"/>
                </a:solidFill>
                <a:effectLst/>
                <a:uFillTx/>
                <a:latin typeface="Garet"/>
              </a:rPr>
              <a:t>{{body}}</a:t>
            </a:r>
            <a:endParaRPr lang="es-AR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s-A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s-AR" sz="1800" b="0" u="none" strike="noStrike">
                <a:solidFill>
                  <a:srgbClr val="000000"/>
                </a:solidFill>
                <a:effectLst/>
                <a:uFillTx/>
                <a:latin typeface="Garet"/>
              </a:rPr>
              <a:t>{{/sidebar_sections_noedu}}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"/>
          <p:cNvSpPr/>
          <p:nvPr/>
        </p:nvSpPr>
        <p:spPr>
          <a:xfrm>
            <a:off x="8849880" y="25560000"/>
            <a:ext cx="11308320" cy="1068120"/>
          </a:xfrm>
          <a:prstGeom prst="roundRect">
            <a:avLst>
              <a:gd name="adj" fmla="val 16667"/>
            </a:avLst>
          </a:prstGeom>
          <a:solidFill>
            <a:srgbClr val="c0504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" name="TextBox 19"/>
          <p:cNvSpPr/>
          <p:nvPr/>
        </p:nvSpPr>
        <p:spPr>
          <a:xfrm>
            <a:off x="8930520" y="26989920"/>
            <a:ext cx="11047680" cy="217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16000" indent="-216000" defTabSz="914400">
              <a:lnSpc>
                <a:spcPts val="3563"/>
              </a:lnSpc>
              <a:buClr>
                <a:srgbClr val="543f3f"/>
              </a:buClr>
              <a:buSzPct val="45000"/>
              <a:buFont typeface="Wingdings" charset="2"/>
              <a:buChar char=""/>
            </a:pPr>
            <a:r>
              <a:rPr lang="en-US" sz="2550" b="0" u="none" strike="noStrike">
                <a:solidFill>
                  <a:srgbClr val="323232"/>
                </a:solidFill>
                <a:effectLst/>
                <a:uFillTx/>
                <a:latin typeface="Garet"/>
                <a:ea typeface="Garet"/>
              </a:rPr>
              <a:t>{{edu_1_degree}}  {{edu_1_school}}  {{edu_1_years}}</a:t>
            </a:r>
            <a:endParaRPr lang="es-AR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17"/>
              </a:lnSpc>
            </a:pPr>
            <a:endParaRPr lang="es-AR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ts val="3563"/>
              </a:lnSpc>
              <a:buClr>
                <a:srgbClr val="543f3f"/>
              </a:buClr>
              <a:buSzPct val="45000"/>
              <a:buFont typeface="Wingdings" charset="2"/>
              <a:buChar char=""/>
            </a:pPr>
            <a:r>
              <a:rPr lang="en-US" sz="2550" b="0" u="none" strike="noStrike">
                <a:solidFill>
                  <a:srgbClr val="323232"/>
                </a:solidFill>
                <a:effectLst/>
                <a:uFillTx/>
                <a:latin typeface="Garet"/>
                <a:ea typeface="Garet"/>
              </a:rPr>
              <a:t>{{edu_2_degree}}  {{edu_2_school}}  {{edu_2_years}}</a:t>
            </a:r>
            <a:endParaRPr lang="es-AR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17"/>
              </a:lnSpc>
            </a:pPr>
            <a:endParaRPr lang="es-AR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ts val="3563"/>
              </a:lnSpc>
              <a:buClr>
                <a:srgbClr val="543f3f"/>
              </a:buClr>
              <a:buSzPct val="45000"/>
              <a:buFont typeface="Wingdings" charset="2"/>
              <a:buChar char=""/>
            </a:pPr>
            <a:r>
              <a:rPr lang="en-US" sz="2550" b="0" u="none" strike="noStrike">
                <a:solidFill>
                  <a:srgbClr val="323232"/>
                </a:solidFill>
                <a:effectLst/>
                <a:uFillTx/>
                <a:latin typeface="Garet"/>
                <a:ea typeface="Garet"/>
              </a:rPr>
              <a:t>{{edu_3_degree}}  {{edu_3_school}}  {{edu_3_years}}</a:t>
            </a:r>
            <a:endParaRPr lang="es-AR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3566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Box 25"/>
          <p:cNvSpPr/>
          <p:nvPr/>
        </p:nvSpPr>
        <p:spPr>
          <a:xfrm>
            <a:off x="9614160" y="25852680"/>
            <a:ext cx="10391760" cy="55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357"/>
              </a:lnSpc>
            </a:pPr>
            <a:r>
              <a:rPr lang="en-US" sz="3110" b="0" u="none" strike="noStrike">
                <a:solidFill>
                  <a:srgbClr val="543f3f"/>
                </a:solidFill>
                <a:effectLst/>
                <a:uFillTx/>
                <a:latin typeface="Garet"/>
                <a:ea typeface="Garet Bold"/>
              </a:rPr>
              <a:t>FORMACIÓN ACADÉMICA</a:t>
            </a:r>
            <a:endParaRPr lang="es-AR" sz="3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"/>
          <p:cNvSpPr/>
          <p:nvPr/>
        </p:nvSpPr>
        <p:spPr>
          <a:xfrm>
            <a:off x="8849520" y="3610080"/>
            <a:ext cx="11308680" cy="1068120"/>
          </a:xfrm>
          <a:prstGeom prst="roundRect">
            <a:avLst>
              <a:gd name="adj" fmla="val 16667"/>
            </a:avLst>
          </a:prstGeom>
          <a:solidFill>
            <a:srgbClr val="c0504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" name="TextBox 12"/>
          <p:cNvSpPr/>
          <p:nvPr/>
        </p:nvSpPr>
        <p:spPr>
          <a:xfrm>
            <a:off x="8887320" y="219960"/>
            <a:ext cx="12171960" cy="176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8881"/>
              </a:lnSpc>
            </a:pPr>
            <a:r>
              <a:rPr lang="en-US" sz="9050" b="0" u="none" spc="-207" strike="noStrike">
                <a:solidFill>
                  <a:srgbClr val="c0504d"/>
                </a:solidFill>
                <a:effectLst/>
                <a:uFillTx/>
                <a:latin typeface="Carelia"/>
                <a:ea typeface="Carelia"/>
              </a:rPr>
              <a:t>{{name}}</a:t>
            </a:r>
            <a:endParaRPr lang="es-AR" sz="9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4980"/>
              </a:lnSpc>
            </a:pPr>
            <a:r>
              <a:rPr lang="en-US" sz="2400" b="0" u="none" spc="227" strike="noStrike">
                <a:solidFill>
                  <a:srgbClr val="000000"/>
                </a:solidFill>
                <a:effectLst/>
                <a:uFillTx/>
                <a:latin typeface="Garet"/>
                <a:ea typeface="TT Drugs Bold"/>
              </a:rPr>
              <a:t>{{title}}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Box 20"/>
          <p:cNvSpPr/>
          <p:nvPr/>
        </p:nvSpPr>
        <p:spPr>
          <a:xfrm>
            <a:off x="9577800" y="3816000"/>
            <a:ext cx="8154360" cy="55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357"/>
              </a:lnSpc>
            </a:pPr>
            <a:r>
              <a:rPr lang="en-US" sz="3110" b="0" u="none" strike="noStrike">
                <a:solidFill>
                  <a:srgbClr val="543f3f"/>
                </a:solidFill>
                <a:effectLst/>
                <a:uFillTx/>
                <a:latin typeface="Garet"/>
                <a:ea typeface="Garet Bold"/>
              </a:rPr>
              <a:t>EXPERIENCIA LABORAL</a:t>
            </a:r>
            <a:endParaRPr lang="es-AR" sz="3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Box 16"/>
          <p:cNvSpPr/>
          <p:nvPr/>
        </p:nvSpPr>
        <p:spPr>
          <a:xfrm>
            <a:off x="2048760" y="10795320"/>
            <a:ext cx="6700680" cy="52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167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145</TotalTime>
  <Application>LibreOffice/25.8.4.2$Windows_X86_64 LibreOffice_project/290daaa01b999472f0c7a3890eb6a550fd74c6df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/>
  <dc:description/>
  <dc:identifier>DAG9kcgXo98</dc:identifier>
  <dc:language>es-AR</dc:language>
  <cp:lastModifiedBy/>
  <dcterms:modified xsi:type="dcterms:W3CDTF">2026-03-09T19:57:27Z</dcterms:modified>
  <cp:revision>49</cp:revision>
  <dc:subject/>
  <dc:title>Plantilla_oficial_8.pptx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