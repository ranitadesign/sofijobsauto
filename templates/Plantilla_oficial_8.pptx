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</p:embeddedFont>
    <p:embeddedFont>
      <p:font typeface="Garet"/>
      <p:regular r:id="rId5"/>
      <p:bold r:id="rId5"/>
    </p:embeddedFont>
    <p:embeddedFont>
      <p:font typeface="Montserrat"/>
      <p:regular r:id="rId6"/>
      <p:bold r:id="rId6"/>
    </p:embeddedFont>
    <p:embeddedFont>
      <p:font typeface="Garet Bold"/>
    </p:embeddedFont>
    <p:embeddedFont>
      <p:font typeface="Microsoft YaHei"/>
      <p:regular r:id="rId7"/>
    </p:embeddedFont>
    <p:embeddedFont>
      <p:font typeface="Carelia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Garet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Carelia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FA6958-C1D8-4A03-98DC-2C28C5517E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BF44DC-2227-4B47-A67B-1F89C53283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858B17-E994-4503-B36F-A1552BFCC8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F41F37-BE67-44CA-A1D4-128DF3651D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5815AC-EA94-430D-8668-36CAA37CFA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40AA51-0E8A-4DC6-85D9-40C6F43B3D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885988-E551-428C-8A02-A4DCEE72BC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548539-5C40-481F-A6D3-23F7311375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454BD8-0994-467F-A246-2A2E393D9D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323AA1-7DCF-460E-BD94-5A0AE6303F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6DA465-831F-44F7-88C4-399D6B1283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9354240" cy="30270960"/>
          </a:xfrm>
          <a:prstGeom prst="flowChart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10176480" y="3594960"/>
            <a:ext cx="10697400" cy="107892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0176480" y="24480000"/>
            <a:ext cx="10697400" cy="107892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4"/>
          <p:cNvSpPr/>
          <p:nvPr/>
        </p:nvSpPr>
        <p:spPr>
          <a:xfrm>
            <a:off x="978480" y="8979480"/>
            <a:ext cx="702360" cy="702360"/>
          </a:xfrm>
          <a:custGeom>
            <a:avLst/>
            <a:gdLst>
              <a:gd name="textAreaLeft" fmla="*/ 0 w 702360"/>
              <a:gd name="textAreaRight" fmla="*/ 708840 w 702360"/>
              <a:gd name="textAreaTop" fmla="*/ 0 h 702360"/>
              <a:gd name="textAreaBottom" fmla="*/ 708840 h 70236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6"/>
                </a:lnTo>
                <a:lnTo>
                  <a:pt x="0" y="7087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5"/>
          <p:cNvSpPr/>
          <p:nvPr/>
        </p:nvSpPr>
        <p:spPr>
          <a:xfrm>
            <a:off x="978480" y="9879120"/>
            <a:ext cx="702360" cy="702360"/>
          </a:xfrm>
          <a:custGeom>
            <a:avLst/>
            <a:gdLst>
              <a:gd name="textAreaLeft" fmla="*/ 0 w 702360"/>
              <a:gd name="textAreaRight" fmla="*/ 708840 w 702360"/>
              <a:gd name="textAreaTop" fmla="*/ 0 h 702360"/>
              <a:gd name="textAreaBottom" fmla="*/ 708840 h 70236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5"/>
                </a:lnTo>
                <a:lnTo>
                  <a:pt x="0" y="7087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6"/>
          <p:cNvSpPr/>
          <p:nvPr/>
        </p:nvSpPr>
        <p:spPr>
          <a:xfrm>
            <a:off x="978480" y="10776600"/>
            <a:ext cx="702360" cy="702360"/>
          </a:xfrm>
          <a:custGeom>
            <a:avLst/>
            <a:gdLst>
              <a:gd name="textAreaLeft" fmla="*/ 0 w 702360"/>
              <a:gd name="textAreaRight" fmla="*/ 708840 w 702360"/>
              <a:gd name="textAreaTop" fmla="*/ 0 h 702360"/>
              <a:gd name="textAreaBottom" fmla="*/ 708840 h 70236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5"/>
                </a:lnTo>
                <a:lnTo>
                  <a:pt x="0" y="7087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2"/>
          <p:cNvSpPr/>
          <p:nvPr/>
        </p:nvSpPr>
        <p:spPr>
          <a:xfrm>
            <a:off x="10080000" y="1260000"/>
            <a:ext cx="10119240" cy="11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881"/>
              </a:lnSpc>
            </a:pPr>
            <a:r>
              <a:rPr lang="en-US" sz="10450" b="0" u="none" spc="-207" strike="noStrike">
                <a:solidFill>
                  <a:srgbClr val="c0504d"/>
                </a:solidFill>
                <a:effectLst/>
                <a:uFillTx/>
                <a:latin typeface="Poppins"/>
                <a:ea typeface="Carelia"/>
              </a:rPr>
              <a:t>{{name}}</a:t>
            </a:r>
            <a:endParaRPr lang="es-AR" sz="10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3"/>
          <p:cNvSpPr/>
          <p:nvPr/>
        </p:nvSpPr>
        <p:spPr>
          <a:xfrm>
            <a:off x="1023840" y="7475040"/>
            <a:ext cx="66679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INFORMACIÓN DE CONTACTO</a:t>
            </a: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1203840" y="7200000"/>
            <a:ext cx="6343200" cy="107892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Poppins"/>
            </a:endParaRPr>
          </a:p>
        </p:txBody>
      </p:sp>
      <p:sp>
        <p:nvSpPr>
          <p:cNvPr id="68" name="TextBox 14"/>
          <p:cNvSpPr/>
          <p:nvPr/>
        </p:nvSpPr>
        <p:spPr>
          <a:xfrm>
            <a:off x="2048760" y="9016200"/>
            <a:ext cx="69512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{{contact_location}}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2048760" y="9933840"/>
            <a:ext cx="68943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67"/>
              </a:lnSpc>
            </a:pPr>
            <a:r>
              <a:rPr lang="en-US" sz="298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+{{contact_phone}}</a:t>
            </a: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6"/>
          <p:cNvSpPr/>
          <p:nvPr/>
        </p:nvSpPr>
        <p:spPr>
          <a:xfrm>
            <a:off x="2048760" y="10794960"/>
            <a:ext cx="671112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67"/>
              </a:lnSpc>
            </a:pPr>
            <a:r>
              <a:rPr lang="en-US" sz="298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{{contact_email}}</a:t>
            </a: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7"/>
          <p:cNvSpPr/>
          <p:nvPr/>
        </p:nvSpPr>
        <p:spPr>
          <a:xfrm>
            <a:off x="978480" y="12252240"/>
            <a:ext cx="66679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RESUMEN PROFESIONAL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8"/>
          <p:cNvSpPr/>
          <p:nvPr/>
        </p:nvSpPr>
        <p:spPr>
          <a:xfrm>
            <a:off x="1242360" y="13326120"/>
            <a:ext cx="6622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9"/>
          <p:cNvSpPr/>
          <p:nvPr/>
        </p:nvSpPr>
        <p:spPr>
          <a:xfrm>
            <a:off x="10060200" y="26028360"/>
            <a:ext cx="10948320" cy="282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7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02"/>
              </a:lnSpc>
            </a:pP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7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7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0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0"/>
          <p:cNvSpPr/>
          <p:nvPr/>
        </p:nvSpPr>
        <p:spPr>
          <a:xfrm>
            <a:off x="10283760" y="3861720"/>
            <a:ext cx="102355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EXPERIENCIA LABORAL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1"/>
          <p:cNvSpPr/>
          <p:nvPr/>
        </p:nvSpPr>
        <p:spPr>
          <a:xfrm>
            <a:off x="9720000" y="5329440"/>
            <a:ext cx="11513520" cy="516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312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{{exp_1_role}}</a:t>
            </a:r>
            <a:r>
              <a:rPr lang="en-US" sz="312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{{exp_1_company}} ({{exp_1_dates}})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2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{{exp_2_role}}</a:t>
            </a:r>
            <a:r>
              <a:rPr lang="en-US" sz="312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{{exp_2_company}} ({{exp_2_dates}})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2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{{exp_3_role}}</a:t>
            </a:r>
            <a:r>
              <a:rPr lang="en-US" sz="312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{{exp_3_company}} ({{exp_3_dates}})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5"/>
          <p:cNvSpPr/>
          <p:nvPr/>
        </p:nvSpPr>
        <p:spPr>
          <a:xfrm>
            <a:off x="10689120" y="24731640"/>
            <a:ext cx="96501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FORMACIÓN ACADÉMICA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9"/>
          <p:cNvSpPr/>
          <p:nvPr/>
        </p:nvSpPr>
        <p:spPr>
          <a:xfrm>
            <a:off x="10011600" y="11790720"/>
            <a:ext cx="1122480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1"/>
          <p:cNvSpPr/>
          <p:nvPr/>
        </p:nvSpPr>
        <p:spPr>
          <a:xfrm>
            <a:off x="10145880" y="18441360"/>
            <a:ext cx="1094076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1203840" y="12059640"/>
            <a:ext cx="6294960" cy="107892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0230840" y="2754720"/>
            <a:ext cx="1064628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12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{{title}}</a:t>
            </a:r>
            <a:endParaRPr lang="es-AR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980000" y="1080000"/>
            <a:ext cx="4138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900000" y="18858240"/>
            <a:ext cx="5070960" cy="27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DAG9kcgXo98</dc:identifier>
  <dc:language>es-AR</dc:language>
  <cp:lastModifiedBy/>
  <dcterms:modified xsi:type="dcterms:W3CDTF">2026-01-14T15:06:50Z</dcterms:modified>
  <cp:revision>19</cp:revision>
  <dc:subject/>
  <dc:title>Plantilla_oficial_8.pptx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