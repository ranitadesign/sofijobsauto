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Poppins Bold"/>
    </p:embeddedFont>
    <p:embeddedFont>
      <p:font typeface="Poppins Italics"/>
    </p:embeddedFont>
    <p:embeddedFont>
      <p:font typeface="Montserrat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94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948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B618EF-A136-4A5A-91E9-137A3DD3D0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1280" cy="63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1280" cy="39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720" cy="63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720" cy="394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DFA9C4-0F5C-4ADC-AECF-FAFC44B4E1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D33FBB-41D4-4339-8958-8E4553C37B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78169A-CF43-41BF-9941-AB5EB324964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9160" cy="115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264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9160" cy="468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4BE4C0-CC61-4E46-B636-55381F4BC5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7400" cy="5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7400" cy="410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7400" cy="79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8203E8-FD9B-4D9D-87A6-A1101C01A4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3400" cy="14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7423A6-269C-4C03-AF39-ABE68B2AB77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60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D0B90E-CB4B-4D59-A964-33BF0175DC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840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92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B29FE9-0C46-4C81-975C-C83E5E820A4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600" cy="113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600" cy="45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FE19CD-4E11-4D4C-9275-7370423DF6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3400" cy="135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3400" cy="149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704C8E-AD7B-4996-9122-024BB0AEB1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5400" cy="18000"/>
            <a:chOff x="1225080" y="7717680"/>
            <a:chExt cx="17105400" cy="1800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3"/>
          <p:cNvSpPr/>
          <p:nvPr/>
        </p:nvSpPr>
        <p:spPr>
          <a:xfrm>
            <a:off x="1225080" y="6976080"/>
            <a:ext cx="14610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2"/>
          <p:cNvSpPr/>
          <p:nvPr/>
        </p:nvSpPr>
        <p:spPr>
          <a:xfrm>
            <a:off x="1225080" y="8174520"/>
            <a:ext cx="19114920" cy="56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r>
              <a:rPr lang="en-US" sz="276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7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3"/>
              </a:lnSpc>
            </a:pPr>
            <a:endParaRPr lang="es-AR" sz="2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872"/>
              </a:lnSpc>
            </a:pPr>
            <a:endParaRPr lang="es-AR" sz="2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3"/>
          <p:cNvSpPr/>
          <p:nvPr/>
        </p:nvSpPr>
        <p:spPr>
          <a:xfrm>
            <a:off x="5292720" y="8174520"/>
            <a:ext cx="1773936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6"/>
          <p:cNvSpPr/>
          <p:nvPr/>
        </p:nvSpPr>
        <p:spPr>
          <a:xfrm>
            <a:off x="5292000" y="12600000"/>
            <a:ext cx="1792008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9"/>
          <p:cNvSpPr/>
          <p:nvPr/>
        </p:nvSpPr>
        <p:spPr>
          <a:xfrm>
            <a:off x="5220000" y="16920000"/>
            <a:ext cx="17777880" cy="48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87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1440000" y="536400"/>
            <a:ext cx="4133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4"/>
          <p:cNvGrpSpPr/>
          <p:nvPr/>
        </p:nvGrpSpPr>
        <p:grpSpPr>
          <a:xfrm>
            <a:off x="1298520" y="21231000"/>
            <a:ext cx="17106120" cy="18720"/>
            <a:chOff x="1298520" y="21231000"/>
            <a:chExt cx="17106120" cy="18720"/>
          </a:xfrm>
        </p:grpSpPr>
        <p:sp>
          <p:nvSpPr>
            <p:cNvPr id="68" name="Freeform 1"/>
            <p:cNvSpPr/>
            <p:nvPr/>
          </p:nvSpPr>
          <p:spPr>
            <a:xfrm>
              <a:off x="1298520" y="21231000"/>
              <a:ext cx="17106120" cy="18720"/>
            </a:xfrm>
            <a:custGeom>
              <a:avLst/>
              <a:gdLst>
                <a:gd name="textAreaLeft" fmla="*/ 0 w 17106120"/>
                <a:gd name="textAreaRight" fmla="*/ 17114400 w 1710612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6"/>
          <p:cNvGrpSpPr/>
          <p:nvPr/>
        </p:nvGrpSpPr>
        <p:grpSpPr>
          <a:xfrm>
            <a:off x="1260720" y="26496720"/>
            <a:ext cx="17106120" cy="18720"/>
            <a:chOff x="1260720" y="26496720"/>
            <a:chExt cx="17106120" cy="18720"/>
          </a:xfrm>
        </p:grpSpPr>
        <p:sp>
          <p:nvSpPr>
            <p:cNvPr id="70" name="Freeform 7"/>
            <p:cNvSpPr/>
            <p:nvPr/>
          </p:nvSpPr>
          <p:spPr>
            <a:xfrm>
              <a:off x="1260720" y="26496720"/>
              <a:ext cx="17106120" cy="18720"/>
            </a:xfrm>
            <a:custGeom>
              <a:avLst/>
              <a:gdLst>
                <a:gd name="textAreaLeft" fmla="*/ 0 w 17106120"/>
                <a:gd name="textAreaRight" fmla="*/ 17114400 w 1710612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8"/>
          <p:cNvGrpSpPr/>
          <p:nvPr/>
        </p:nvGrpSpPr>
        <p:grpSpPr>
          <a:xfrm>
            <a:off x="1225800" y="24017400"/>
            <a:ext cx="17106120" cy="18720"/>
            <a:chOff x="1225800" y="24017400"/>
            <a:chExt cx="17106120" cy="18720"/>
          </a:xfrm>
        </p:grpSpPr>
        <p:sp>
          <p:nvSpPr>
            <p:cNvPr id="72" name="Freeform 9"/>
            <p:cNvSpPr/>
            <p:nvPr/>
          </p:nvSpPr>
          <p:spPr>
            <a:xfrm>
              <a:off x="1225800" y="24017400"/>
              <a:ext cx="17106120" cy="18720"/>
            </a:xfrm>
            <a:custGeom>
              <a:avLst/>
              <a:gdLst>
                <a:gd name="textAreaLeft" fmla="*/ 0 w 17106120"/>
                <a:gd name="textAreaRight" fmla="*/ 17114400 w 1710612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TextBox 14"/>
          <p:cNvSpPr/>
          <p:nvPr/>
        </p:nvSpPr>
        <p:spPr>
          <a:xfrm>
            <a:off x="1298520" y="20628000"/>
            <a:ext cx="65552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5"/>
          <p:cNvSpPr/>
          <p:nvPr/>
        </p:nvSpPr>
        <p:spPr>
          <a:xfrm>
            <a:off x="900360" y="21292200"/>
            <a:ext cx="1792800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6"/>
          <p:cNvSpPr/>
          <p:nvPr/>
        </p:nvSpPr>
        <p:spPr>
          <a:xfrm>
            <a:off x="1260720" y="25893720"/>
            <a:ext cx="115250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7"/>
          <p:cNvSpPr/>
          <p:nvPr/>
        </p:nvSpPr>
        <p:spPr>
          <a:xfrm>
            <a:off x="900360" y="26665560"/>
            <a:ext cx="1720800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9"/>
          <p:cNvSpPr/>
          <p:nvPr/>
        </p:nvSpPr>
        <p:spPr>
          <a:xfrm>
            <a:off x="1225800" y="23436720"/>
            <a:ext cx="65552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0"/>
          <p:cNvSpPr/>
          <p:nvPr/>
        </p:nvSpPr>
        <p:spPr>
          <a:xfrm>
            <a:off x="900360" y="24053040"/>
            <a:ext cx="1991376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5237280" y="3263760"/>
            <a:ext cx="15680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1"/>
          <p:cNvSpPr/>
          <p:nvPr/>
        </p:nvSpPr>
        <p:spPr>
          <a:xfrm>
            <a:off x="5338800" y="806040"/>
            <a:ext cx="1535760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8"/>
          <p:cNvSpPr/>
          <p:nvPr/>
        </p:nvSpPr>
        <p:spPr>
          <a:xfrm>
            <a:off x="1225440" y="4326840"/>
            <a:ext cx="182919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2026-02-14T18:29:30Z</dcterms:modified>
  <cp:revision>26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