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Proxima nova"/>
    </p:embeddedFont>
    <p:embeddedFont>
      <p:font typeface="Montserrat"/>
      <p:regular r:id="rId5"/>
      <p:bold r:id="rId5"/>
    </p:embeddedFont>
    <p:embeddedFont>
      <p:font typeface="Poppins Bold"/>
    </p:embeddedFont>
    <p:embeddedFont>
      <p:font typeface="Garet"/>
      <p:regular r:id="rId6"/>
      <p:bold r:id="rId6"/>
    </p:embeddedFont>
    <p:embeddedFont>
      <p:font typeface="Microsoft YaHei"/>
      <p:regular r:id="rId7"/>
    </p:embeddedFont>
    <p:embeddedFont>
      <p:font typeface="Poppins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ontserrat_Regular.fntdata"/><Relationship Id="rId6" Type="http://schemas.openxmlformats.org/officeDocument/2006/relationships/font" Target="fonts/Font_3_Garet_Regular.fntdata"/><Relationship Id="rId7" Type="http://schemas.openxmlformats.org/officeDocument/2006/relationships/font" Target="fonts/Font_4_Microsoft_YaHei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4A3875C-3F3C-4528-A21B-429FDE87FB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A5E1981-56D6-41CE-B778-AB784C4ECAA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8080" cy="115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560" cy="584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8080" cy="468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1D0698-56A5-40CE-8C6C-A10910426D1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6320" cy="55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6320" cy="4104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6320" cy="79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CBD8F36-014E-4FA6-924B-43F38E20DA5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2320" cy="145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70CC12A-35AD-417C-BA7C-5C6CE2A2C80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52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D5E667C-695D-4A0F-8C7F-31442B1BB22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732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984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D597E1-49B9-48A7-B13E-6A94BD763A1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52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97C323C-3100-4769-BA2D-0BFA1150F2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2320" cy="135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2320" cy="149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918094A-CE3C-49BF-9D0C-11944B88EDE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40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40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E1A24A7-F11A-46F6-A608-E58C85FDFFB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0200" cy="62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0200" cy="394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1640" cy="62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1640" cy="394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749AA8-2FF6-4403-9B39-615FAFD4D74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225080" y="7717680"/>
            <a:ext cx="17104320" cy="16920"/>
            <a:chOff x="1225080" y="7717680"/>
            <a:chExt cx="17104320" cy="16920"/>
          </a:xfrm>
        </p:grpSpPr>
        <p:sp>
          <p:nvSpPr>
            <p:cNvPr id="60" name="Freeform 3"/>
            <p:cNvSpPr/>
            <p:nvPr/>
          </p:nvSpPr>
          <p:spPr>
            <a:xfrm>
              <a:off x="1225080" y="7717680"/>
              <a:ext cx="17104320" cy="16920"/>
            </a:xfrm>
            <a:custGeom>
              <a:avLst/>
              <a:gdLst>
                <a:gd name="textAreaLeft" fmla="*/ 0 w 17104320"/>
                <a:gd name="textAreaRight" fmla="*/ 17114400 w 17104320"/>
                <a:gd name="textAreaTop" fmla="*/ 0 h 16920"/>
                <a:gd name="textAreaBottom" fmla="*/ 27000 h 1692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13"/>
          <p:cNvSpPr/>
          <p:nvPr/>
        </p:nvSpPr>
        <p:spPr>
          <a:xfrm>
            <a:off x="1225080" y="6976080"/>
            <a:ext cx="14609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2"/>
          <p:cNvSpPr/>
          <p:nvPr/>
        </p:nvSpPr>
        <p:spPr>
          <a:xfrm>
            <a:off x="1225080" y="7562520"/>
            <a:ext cx="19113840" cy="535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  <a:spcBef>
                <a:spcPts val="283"/>
              </a:spcBef>
              <a:spcAft>
                <a:spcPts val="283"/>
              </a:spcAft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  <a:spcBef>
                <a:spcPts val="283"/>
              </a:spcBef>
              <a:spcAft>
                <a:spcPts val="283"/>
              </a:spcAft>
            </a:pPr>
            <a:r>
              <a:rPr lang="en-US" sz="276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lang="es-AR" sz="226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  <a:spcBef>
                <a:spcPts val="283"/>
              </a:spcBef>
              <a:spcAft>
                <a:spcPts val="283"/>
              </a:spcAft>
            </a:pPr>
            <a:r>
              <a:rPr lang="en-US" sz="276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lang="es-AR" sz="226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  <a:spcBef>
                <a:spcPts val="283"/>
              </a:spcBef>
              <a:spcAft>
                <a:spcPts val="283"/>
              </a:spcAft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  <a:spcBef>
                <a:spcPts val="283"/>
              </a:spcBef>
              <a:spcAft>
                <a:spcPts val="283"/>
              </a:spcAft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  <a:spcBef>
                <a:spcPts val="283"/>
              </a:spcBef>
              <a:spcAft>
                <a:spcPts val="283"/>
              </a:spcAft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3"/>
              </a:lnSpc>
              <a:spcBef>
                <a:spcPts val="283"/>
              </a:spcBef>
              <a:spcAft>
                <a:spcPts val="283"/>
              </a:spcAft>
            </a:pPr>
            <a:endParaRPr lang="es-AR" sz="2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3"/>
              </a:lnSpc>
              <a:spcBef>
                <a:spcPts val="283"/>
              </a:spcBef>
              <a:spcAft>
                <a:spcPts val="283"/>
              </a:spcAft>
            </a:pPr>
            <a:endParaRPr lang="es-AR" sz="2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  <a:spcBef>
                <a:spcPts val="283"/>
              </a:spcBef>
              <a:spcAft>
                <a:spcPts val="283"/>
              </a:spcAft>
            </a:pP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23"/>
          <p:cNvSpPr/>
          <p:nvPr/>
        </p:nvSpPr>
        <p:spPr>
          <a:xfrm>
            <a:off x="5292720" y="8174520"/>
            <a:ext cx="17738280" cy="48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6"/>
          <p:cNvSpPr/>
          <p:nvPr/>
        </p:nvSpPr>
        <p:spPr>
          <a:xfrm>
            <a:off x="5292000" y="12600000"/>
            <a:ext cx="17919000" cy="48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1080000" y="320400"/>
            <a:ext cx="413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0"/>
          <p:cNvSpPr/>
          <p:nvPr/>
        </p:nvSpPr>
        <p:spPr>
          <a:xfrm>
            <a:off x="5237280" y="3263760"/>
            <a:ext cx="156790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2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{{contact_phone}} |  {{contact_email}} |  {{contact_location}} | {{licencia}}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1"/>
          <p:cNvSpPr/>
          <p:nvPr/>
        </p:nvSpPr>
        <p:spPr>
          <a:xfrm>
            <a:off x="5338800" y="806040"/>
            <a:ext cx="15356520" cy="21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6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148"/>
              </a:lnSpc>
            </a:pPr>
            <a:r>
              <a:rPr lang="en-US" sz="2600" b="0" u="none" spc="320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8"/>
          <p:cNvSpPr/>
          <p:nvPr/>
        </p:nvSpPr>
        <p:spPr>
          <a:xfrm>
            <a:off x="1225440" y="4326840"/>
            <a:ext cx="1829088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55"/>
              </a:lnSpc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9" name="Group 4"/>
          <p:cNvGrpSpPr/>
          <p:nvPr/>
        </p:nvGrpSpPr>
        <p:grpSpPr>
          <a:xfrm>
            <a:off x="1298520" y="18567360"/>
            <a:ext cx="17105040" cy="17640"/>
            <a:chOff x="1298520" y="18567360"/>
            <a:chExt cx="17105040" cy="17640"/>
          </a:xfrm>
        </p:grpSpPr>
        <p:sp>
          <p:nvSpPr>
            <p:cNvPr id="70" name="Freeform 1"/>
            <p:cNvSpPr/>
            <p:nvPr/>
          </p:nvSpPr>
          <p:spPr>
            <a:xfrm>
              <a:off x="1298520" y="18567360"/>
              <a:ext cx="17105040" cy="17640"/>
            </a:xfrm>
            <a:custGeom>
              <a:avLst/>
              <a:gdLst>
                <a:gd name="textAreaLeft" fmla="*/ 0 w 17105040"/>
                <a:gd name="textAreaRight" fmla="*/ 17114400 w 17105040"/>
                <a:gd name="textAreaTop" fmla="*/ 0 h 17640"/>
                <a:gd name="textAreaBottom" fmla="*/ 27000 h 1764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1" name="Group 6"/>
          <p:cNvGrpSpPr/>
          <p:nvPr/>
        </p:nvGrpSpPr>
        <p:grpSpPr>
          <a:xfrm>
            <a:off x="1260720" y="22789080"/>
            <a:ext cx="17105040" cy="17640"/>
            <a:chOff x="1260720" y="22789080"/>
            <a:chExt cx="17105040" cy="17640"/>
          </a:xfrm>
        </p:grpSpPr>
        <p:sp>
          <p:nvSpPr>
            <p:cNvPr id="72" name="Freeform 7"/>
            <p:cNvSpPr/>
            <p:nvPr/>
          </p:nvSpPr>
          <p:spPr>
            <a:xfrm>
              <a:off x="1260720" y="22789080"/>
              <a:ext cx="17105040" cy="17640"/>
            </a:xfrm>
            <a:custGeom>
              <a:avLst/>
              <a:gdLst>
                <a:gd name="textAreaLeft" fmla="*/ 0 w 17105040"/>
                <a:gd name="textAreaRight" fmla="*/ 17114400 w 17105040"/>
                <a:gd name="textAreaTop" fmla="*/ 0 h 17640"/>
                <a:gd name="textAreaBottom" fmla="*/ 27000 h 1764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3" name="Group 8"/>
          <p:cNvGrpSpPr/>
          <p:nvPr/>
        </p:nvGrpSpPr>
        <p:grpSpPr>
          <a:xfrm>
            <a:off x="1225800" y="20705760"/>
            <a:ext cx="17105040" cy="17640"/>
            <a:chOff x="1225800" y="20705760"/>
            <a:chExt cx="17105040" cy="17640"/>
          </a:xfrm>
        </p:grpSpPr>
        <p:sp>
          <p:nvSpPr>
            <p:cNvPr id="74" name="Freeform 9"/>
            <p:cNvSpPr/>
            <p:nvPr/>
          </p:nvSpPr>
          <p:spPr>
            <a:xfrm>
              <a:off x="1225800" y="20705760"/>
              <a:ext cx="17105040" cy="17640"/>
            </a:xfrm>
            <a:custGeom>
              <a:avLst/>
              <a:gdLst>
                <a:gd name="textAreaLeft" fmla="*/ 0 w 17105040"/>
                <a:gd name="textAreaRight" fmla="*/ 17114400 w 17105040"/>
                <a:gd name="textAreaTop" fmla="*/ 0 h 17640"/>
                <a:gd name="textAreaBottom" fmla="*/ 27000 h 1764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TextBox 14"/>
          <p:cNvSpPr/>
          <p:nvPr/>
        </p:nvSpPr>
        <p:spPr>
          <a:xfrm>
            <a:off x="1298520" y="17964360"/>
            <a:ext cx="65541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5"/>
          <p:cNvSpPr/>
          <p:nvPr/>
        </p:nvSpPr>
        <p:spPr>
          <a:xfrm>
            <a:off x="900360" y="18628560"/>
            <a:ext cx="1792692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6"/>
          <p:cNvSpPr/>
          <p:nvPr/>
        </p:nvSpPr>
        <p:spPr>
          <a:xfrm>
            <a:off x="1260720" y="22186080"/>
            <a:ext cx="115239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INFORMÁTICA E IDIOMAS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7"/>
          <p:cNvSpPr/>
          <p:nvPr/>
        </p:nvSpPr>
        <p:spPr>
          <a:xfrm>
            <a:off x="900360" y="22957920"/>
            <a:ext cx="17206920" cy="36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5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19"/>
          <p:cNvSpPr/>
          <p:nvPr/>
        </p:nvSpPr>
        <p:spPr>
          <a:xfrm>
            <a:off x="1225800" y="20125080"/>
            <a:ext cx="65541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CAPACITACIONES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20"/>
          <p:cNvSpPr/>
          <p:nvPr/>
        </p:nvSpPr>
        <p:spPr>
          <a:xfrm>
            <a:off x="900360" y="20741400"/>
            <a:ext cx="1991268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9"/>
          <p:cNvSpPr/>
          <p:nvPr/>
        </p:nvSpPr>
        <p:spPr>
          <a:xfrm>
            <a:off x="5220360" y="16920360"/>
            <a:ext cx="1777752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4"/>
          <p:cNvSpPr/>
          <p:nvPr/>
        </p:nvSpPr>
        <p:spPr>
          <a:xfrm>
            <a:off x="1390680" y="26800920"/>
            <a:ext cx="1927116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3" name="Group 1"/>
          <p:cNvGrpSpPr/>
          <p:nvPr/>
        </p:nvGrpSpPr>
        <p:grpSpPr>
          <a:xfrm>
            <a:off x="1261080" y="26785440"/>
            <a:ext cx="17105040" cy="17640"/>
            <a:chOff x="1261080" y="26785440"/>
            <a:chExt cx="17105040" cy="17640"/>
          </a:xfrm>
        </p:grpSpPr>
        <p:sp>
          <p:nvSpPr>
            <p:cNvPr id="84" name="Freeform 2"/>
            <p:cNvSpPr/>
            <p:nvPr/>
          </p:nvSpPr>
          <p:spPr>
            <a:xfrm>
              <a:off x="1261080" y="26785440"/>
              <a:ext cx="17105040" cy="17640"/>
            </a:xfrm>
            <a:custGeom>
              <a:avLst/>
              <a:gdLst>
                <a:gd name="textAreaLeft" fmla="*/ 0 w 17105040"/>
                <a:gd name="textAreaRight" fmla="*/ 17114400 w 17105040"/>
                <a:gd name="textAreaTop" fmla="*/ 0 h 17640"/>
                <a:gd name="textAreaBottom" fmla="*/ 27000 h 1764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TextBox 1"/>
          <p:cNvSpPr/>
          <p:nvPr/>
        </p:nvSpPr>
        <p:spPr>
          <a:xfrm>
            <a:off x="1261080" y="26182440"/>
            <a:ext cx="115239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COMPETENCIAS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DAG9ksXom68</dc:identifier>
  <dc:language>es-AR</dc:language>
  <cp:lastModifiedBy/>
  <dcterms:modified xsi:type="dcterms:W3CDTF">2026-03-09T20:01:46Z</dcterms:modified>
  <cp:revision>29</cp:revision>
  <dc:subject/>
  <dc:title>Plantilla_oficial_12.pptx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