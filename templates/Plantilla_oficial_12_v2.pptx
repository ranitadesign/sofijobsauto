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Proxima nova"/>
    </p:embeddedFont>
    <p:embeddedFont>
      <p:font typeface="Microsoft YaHei"/>
      <p:regular r:id="rId5"/>
    </p:embeddedFont>
    <p:embeddedFont>
      <p:font typeface="Poppins Bold"/>
    </p:embeddedFont>
    <p:embeddedFont>
      <p:font typeface="Montserrat"/>
    </p:embeddedFont>
    <p:embeddedFont>
      <p:font typeface="Poppins Italics"/>
    </p:embeddedFont>
    <p:embeddedFont>
      <p:font typeface="Garet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804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0560" cy="584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FA3F19-610D-4560-B794-DC84B56581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C8834E-A162-424B-81D5-8DC1A405C8A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3040" cy="13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3040" cy="14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EBA95A-CDD7-480E-B955-85ABFBCAAE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912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EFCAFC-F491-4F98-AA81-97008F07B1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092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092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2360" cy="6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2360" cy="394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F89B77-C80A-4CD7-B424-FDB53589B6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CD7871-449E-4713-B199-E5AC41466E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AF0A25-45EA-471B-A665-1F009BBCB4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8800" cy="115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2280" cy="584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8800" cy="468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BA12C1-6353-40A7-BA24-DCD6687712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704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7040" cy="410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7040" cy="79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5D9169-21A4-4C25-B032-96B341B2D3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3040" cy="146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03614C-C596-436A-BB43-D84E077CD6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2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240" cy="451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612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43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AC4F84-7122-44C6-B16C-D4D1D2F931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225080" y="7717680"/>
            <a:ext cx="17105040" cy="17640"/>
            <a:chOff x="1225080" y="7717680"/>
            <a:chExt cx="17105040" cy="17640"/>
          </a:xfrm>
        </p:grpSpPr>
        <p:sp>
          <p:nvSpPr>
            <p:cNvPr id="60" name="Freeform 3"/>
            <p:cNvSpPr/>
            <p:nvPr/>
          </p:nvSpPr>
          <p:spPr>
            <a:xfrm>
              <a:off x="1225080" y="7717680"/>
              <a:ext cx="17105040" cy="17640"/>
            </a:xfrm>
            <a:custGeom>
              <a:avLst/>
              <a:gdLst>
                <a:gd name="textAreaLeft" fmla="*/ 0 w 17105040"/>
                <a:gd name="textAreaRight" fmla="*/ 17114400 w 17105040"/>
                <a:gd name="textAreaTop" fmla="*/ 0 h 17640"/>
                <a:gd name="textAreaBottom" fmla="*/ 27000 h 1764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13"/>
          <p:cNvSpPr/>
          <p:nvPr/>
        </p:nvSpPr>
        <p:spPr>
          <a:xfrm>
            <a:off x="1225080" y="6976080"/>
            <a:ext cx="14610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2"/>
          <p:cNvSpPr/>
          <p:nvPr/>
        </p:nvSpPr>
        <p:spPr>
          <a:xfrm>
            <a:off x="1225080" y="7562520"/>
            <a:ext cx="19114560" cy="620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r>
              <a:rPr lang="en-US" sz="276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r>
              <a:rPr lang="en-US" sz="276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{{exp_2_role}}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{{exp_2_company}}   {{exp_2_dates}}</a:t>
            </a: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{{exp_2_bullets_block}}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3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3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3"/>
          <p:cNvSpPr/>
          <p:nvPr/>
        </p:nvSpPr>
        <p:spPr>
          <a:xfrm>
            <a:off x="5292720" y="8174520"/>
            <a:ext cx="177390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6"/>
          <p:cNvSpPr/>
          <p:nvPr/>
        </p:nvSpPr>
        <p:spPr>
          <a:xfrm>
            <a:off x="5292000" y="12600000"/>
            <a:ext cx="179197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9"/>
          <p:cNvSpPr/>
          <p:nvPr/>
        </p:nvSpPr>
        <p:spPr>
          <a:xfrm>
            <a:off x="5220000" y="16920000"/>
            <a:ext cx="177775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440000" y="536400"/>
            <a:ext cx="4133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" name="Group 4"/>
          <p:cNvGrpSpPr/>
          <p:nvPr/>
        </p:nvGrpSpPr>
        <p:grpSpPr>
          <a:xfrm>
            <a:off x="1298520" y="21231000"/>
            <a:ext cx="17105760" cy="18360"/>
            <a:chOff x="1298520" y="21231000"/>
            <a:chExt cx="17105760" cy="18360"/>
          </a:xfrm>
        </p:grpSpPr>
        <p:sp>
          <p:nvSpPr>
            <p:cNvPr id="68" name="Freeform 1"/>
            <p:cNvSpPr/>
            <p:nvPr/>
          </p:nvSpPr>
          <p:spPr>
            <a:xfrm>
              <a:off x="1298520" y="21231000"/>
              <a:ext cx="17105760" cy="18360"/>
            </a:xfrm>
            <a:custGeom>
              <a:avLst/>
              <a:gdLst>
                <a:gd name="textAreaLeft" fmla="*/ 0 w 17105760"/>
                <a:gd name="textAreaRight" fmla="*/ 17114400 w 17105760"/>
                <a:gd name="textAreaTop" fmla="*/ 0 h 18360"/>
                <a:gd name="textAreaBottom" fmla="*/ 27000 h 1836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" name="Group 6"/>
          <p:cNvGrpSpPr/>
          <p:nvPr/>
        </p:nvGrpSpPr>
        <p:grpSpPr>
          <a:xfrm>
            <a:off x="1260720" y="26496720"/>
            <a:ext cx="17105760" cy="18360"/>
            <a:chOff x="1260720" y="26496720"/>
            <a:chExt cx="17105760" cy="18360"/>
          </a:xfrm>
        </p:grpSpPr>
        <p:sp>
          <p:nvSpPr>
            <p:cNvPr id="70" name="Freeform 7"/>
            <p:cNvSpPr/>
            <p:nvPr/>
          </p:nvSpPr>
          <p:spPr>
            <a:xfrm>
              <a:off x="1260720" y="26496720"/>
              <a:ext cx="17105760" cy="18360"/>
            </a:xfrm>
            <a:custGeom>
              <a:avLst/>
              <a:gdLst>
                <a:gd name="textAreaLeft" fmla="*/ 0 w 17105760"/>
                <a:gd name="textAreaRight" fmla="*/ 17114400 w 17105760"/>
                <a:gd name="textAreaTop" fmla="*/ 0 h 18360"/>
                <a:gd name="textAreaBottom" fmla="*/ 27000 h 1836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1" name="Group 8"/>
          <p:cNvGrpSpPr/>
          <p:nvPr/>
        </p:nvGrpSpPr>
        <p:grpSpPr>
          <a:xfrm>
            <a:off x="1225800" y="24017400"/>
            <a:ext cx="17105760" cy="18360"/>
            <a:chOff x="1225800" y="24017400"/>
            <a:chExt cx="17105760" cy="18360"/>
          </a:xfrm>
        </p:grpSpPr>
        <p:sp>
          <p:nvSpPr>
            <p:cNvPr id="72" name="Freeform 9"/>
            <p:cNvSpPr/>
            <p:nvPr/>
          </p:nvSpPr>
          <p:spPr>
            <a:xfrm>
              <a:off x="1225800" y="24017400"/>
              <a:ext cx="17105760" cy="18360"/>
            </a:xfrm>
            <a:custGeom>
              <a:avLst/>
              <a:gdLst>
                <a:gd name="textAreaLeft" fmla="*/ 0 w 17105760"/>
                <a:gd name="textAreaRight" fmla="*/ 17114400 w 17105760"/>
                <a:gd name="textAreaTop" fmla="*/ 0 h 18360"/>
                <a:gd name="textAreaBottom" fmla="*/ 27000 h 1836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" name="TextBox 14"/>
          <p:cNvSpPr/>
          <p:nvPr/>
        </p:nvSpPr>
        <p:spPr>
          <a:xfrm>
            <a:off x="1298520" y="20628000"/>
            <a:ext cx="6554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5"/>
          <p:cNvSpPr/>
          <p:nvPr/>
        </p:nvSpPr>
        <p:spPr>
          <a:xfrm>
            <a:off x="900360" y="21292200"/>
            <a:ext cx="1792764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6"/>
          <p:cNvSpPr/>
          <p:nvPr/>
        </p:nvSpPr>
        <p:spPr>
          <a:xfrm>
            <a:off x="1260720" y="25893720"/>
            <a:ext cx="115246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INFORMÁTICA E IDIOMAS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7"/>
          <p:cNvSpPr/>
          <p:nvPr/>
        </p:nvSpPr>
        <p:spPr>
          <a:xfrm>
            <a:off x="900360" y="26665560"/>
            <a:ext cx="1720764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5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1225800" y="23436720"/>
            <a:ext cx="6554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CAPACITACIONES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900360" y="24053040"/>
            <a:ext cx="1991340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237280" y="3263760"/>
            <a:ext cx="15679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{{contact_phone}} |  {{contact_email}} |  {{contact_location}} | {{licencia}}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5338800" y="806040"/>
            <a:ext cx="15357240" cy="21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6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48"/>
              </a:lnSpc>
            </a:pPr>
            <a:r>
              <a:rPr lang="en-US" sz="2600" b="0" u="none" spc="320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8"/>
          <p:cNvSpPr/>
          <p:nvPr/>
        </p:nvSpPr>
        <p:spPr>
          <a:xfrm>
            <a:off x="1225440" y="4326840"/>
            <a:ext cx="1829160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55"/>
              </a:lnSpc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DAG9ksXom68</dc:identifier>
  <dc:language>es-AR</dc:language>
  <cp:lastModifiedBy/>
  <dcterms:modified xsi:type="dcterms:W3CDTF">2026-03-05T15:37:56Z</dcterms:modified>
  <cp:revision>27</cp:revision>
  <dc:subject/>
  <dc:title>Plantilla_oficial_12.pptx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