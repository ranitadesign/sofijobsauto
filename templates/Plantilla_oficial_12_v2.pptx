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Poppins Italics"/>
    </p:embeddedFont>
    <p:embeddedFont>
      <p:font typeface="Poppins Bold"/>
    </p:embeddedFont>
    <p:embeddedFont>
      <p:font typeface="Montserrat"/>
      <p:regular r:id="rId6"/>
      <p:bold r:id="rId6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680" cy="5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680" cy="4105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680" cy="79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4317F6-4C52-428F-ADF7-208D690DD70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680" cy="14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C1D601-FA5B-4B9E-89A4-123AA207BF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C72D7E-DA01-4653-8AD4-D3CC848D664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68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20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75B370-FBB6-4614-A78D-94265070C5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3FB9B6-B8F6-4CDD-87C6-A923A5A4B0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680" cy="13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680" cy="149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E75AE7-F434-41FA-B80F-992204C900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55BB88-E81E-4438-8358-D29E613A83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56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56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00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00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957D31-81BE-4175-8A3B-ADBA034FEEA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001FB0-7A38-4897-8348-34620725B9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3E38CB-B565-473D-A1C9-EF710C3FBA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440" cy="11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92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440" cy="468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B9BECA3-A5A8-495A-983C-DE10899631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7717680"/>
            <a:ext cx="17104680" cy="17280"/>
            <a:chOff x="1225080" y="7717680"/>
            <a:chExt cx="17104680" cy="17280"/>
          </a:xfrm>
        </p:grpSpPr>
        <p:sp>
          <p:nvSpPr>
            <p:cNvPr id="60" name="Freeform 3"/>
            <p:cNvSpPr/>
            <p:nvPr/>
          </p:nvSpPr>
          <p:spPr>
            <a:xfrm>
              <a:off x="1225080" y="7717680"/>
              <a:ext cx="17104680" cy="17280"/>
            </a:xfrm>
            <a:custGeom>
              <a:avLst/>
              <a:gdLst>
                <a:gd name="textAreaLeft" fmla="*/ 0 w 17104680"/>
                <a:gd name="textAreaRight" fmla="*/ 17114400 w 171046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3"/>
          <p:cNvSpPr/>
          <p:nvPr/>
        </p:nvSpPr>
        <p:spPr>
          <a:xfrm>
            <a:off x="1225080" y="6976080"/>
            <a:ext cx="14609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2"/>
          <p:cNvSpPr/>
          <p:nvPr/>
        </p:nvSpPr>
        <p:spPr>
          <a:xfrm>
            <a:off x="1225080" y="7562520"/>
            <a:ext cx="19114200" cy="535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  <a:spcBef>
                <a:spcPts val="283"/>
              </a:spcBef>
              <a:spcAft>
                <a:spcPts val="283"/>
              </a:spcAft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3872"/>
              </a:lnSpc>
              <a:spcBef>
                <a:spcPts val="283"/>
              </a:spcBef>
              <a:spcAft>
                <a:spcPts val="283"/>
              </a:spcAft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3872"/>
              </a:lnSpc>
              <a:spcBef>
                <a:spcPts val="283"/>
              </a:spcBef>
              <a:spcAft>
                <a:spcPts val="283"/>
              </a:spcAft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1261"/>
              </a:lnSpc>
              <a:spcBef>
                <a:spcPts val="283"/>
              </a:spcBef>
              <a:spcAft>
                <a:spcPts val="283"/>
              </a:spcAft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1261"/>
              </a:lnSpc>
              <a:spcBef>
                <a:spcPts val="283"/>
              </a:spcBef>
              <a:spcAft>
                <a:spcPts val="283"/>
              </a:spcAft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1261"/>
              </a:lnSpc>
              <a:spcBef>
                <a:spcPts val="283"/>
              </a:spcBef>
              <a:spcAft>
                <a:spcPts val="283"/>
              </a:spcAft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3963"/>
              </a:lnSpc>
              <a:spcBef>
                <a:spcPts val="283"/>
              </a:spcBef>
              <a:spcAft>
                <a:spcPts val="283"/>
              </a:spcAft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3963"/>
              </a:lnSpc>
              <a:spcBef>
                <a:spcPts val="283"/>
              </a:spcBef>
              <a:spcAft>
                <a:spcPts val="283"/>
              </a:spcAft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3872"/>
              </a:lnSpc>
              <a:spcBef>
                <a:spcPts val="283"/>
              </a:spcBef>
              <a:spcAft>
                <a:spcPts val="283"/>
              </a:spcAft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63" name="TextBox 23"/>
          <p:cNvSpPr/>
          <p:nvPr/>
        </p:nvSpPr>
        <p:spPr>
          <a:xfrm>
            <a:off x="5292720" y="8174520"/>
            <a:ext cx="17738640" cy="4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6"/>
          <p:cNvSpPr/>
          <p:nvPr/>
        </p:nvSpPr>
        <p:spPr>
          <a:xfrm>
            <a:off x="5292000" y="12600000"/>
            <a:ext cx="17919360" cy="4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440000" y="536400"/>
            <a:ext cx="413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5237280" y="3263760"/>
            <a:ext cx="15679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1"/>
          <p:cNvSpPr/>
          <p:nvPr/>
        </p:nvSpPr>
        <p:spPr>
          <a:xfrm>
            <a:off x="5338800" y="806040"/>
            <a:ext cx="1535688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8"/>
          <p:cNvSpPr/>
          <p:nvPr/>
        </p:nvSpPr>
        <p:spPr>
          <a:xfrm>
            <a:off x="1225440" y="4326840"/>
            <a:ext cx="1829124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4"/>
          <p:cNvGrpSpPr/>
          <p:nvPr/>
        </p:nvGrpSpPr>
        <p:grpSpPr>
          <a:xfrm>
            <a:off x="1298520" y="18567360"/>
            <a:ext cx="17105400" cy="18000"/>
            <a:chOff x="1298520" y="18567360"/>
            <a:chExt cx="17105400" cy="18000"/>
          </a:xfrm>
        </p:grpSpPr>
        <p:sp>
          <p:nvSpPr>
            <p:cNvPr id="70" name="Freeform 1"/>
            <p:cNvSpPr/>
            <p:nvPr/>
          </p:nvSpPr>
          <p:spPr>
            <a:xfrm>
              <a:off x="1298520" y="1856736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6"/>
          <p:cNvGrpSpPr/>
          <p:nvPr/>
        </p:nvGrpSpPr>
        <p:grpSpPr>
          <a:xfrm>
            <a:off x="1260720" y="22789080"/>
            <a:ext cx="17105400" cy="18000"/>
            <a:chOff x="1260720" y="22789080"/>
            <a:chExt cx="17105400" cy="18000"/>
          </a:xfrm>
        </p:grpSpPr>
        <p:sp>
          <p:nvSpPr>
            <p:cNvPr id="72" name="Freeform 7"/>
            <p:cNvSpPr/>
            <p:nvPr/>
          </p:nvSpPr>
          <p:spPr>
            <a:xfrm>
              <a:off x="1260720" y="2278908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3" name="Group 8"/>
          <p:cNvGrpSpPr/>
          <p:nvPr/>
        </p:nvGrpSpPr>
        <p:grpSpPr>
          <a:xfrm>
            <a:off x="1225800" y="20705760"/>
            <a:ext cx="17105400" cy="18000"/>
            <a:chOff x="1225800" y="20705760"/>
            <a:chExt cx="17105400" cy="18000"/>
          </a:xfrm>
        </p:grpSpPr>
        <p:sp>
          <p:nvSpPr>
            <p:cNvPr id="74" name="Freeform 9"/>
            <p:cNvSpPr/>
            <p:nvPr/>
          </p:nvSpPr>
          <p:spPr>
            <a:xfrm>
              <a:off x="1225800" y="2070576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14"/>
          <p:cNvSpPr/>
          <p:nvPr/>
        </p:nvSpPr>
        <p:spPr>
          <a:xfrm>
            <a:off x="1298520" y="17964360"/>
            <a:ext cx="6554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900360" y="18628560"/>
            <a:ext cx="1792728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6"/>
          <p:cNvSpPr/>
          <p:nvPr/>
        </p:nvSpPr>
        <p:spPr>
          <a:xfrm>
            <a:off x="1260720" y="22186080"/>
            <a:ext cx="115243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7"/>
          <p:cNvSpPr/>
          <p:nvPr/>
        </p:nvSpPr>
        <p:spPr>
          <a:xfrm>
            <a:off x="900360" y="22957920"/>
            <a:ext cx="1720728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9"/>
          <p:cNvSpPr/>
          <p:nvPr/>
        </p:nvSpPr>
        <p:spPr>
          <a:xfrm>
            <a:off x="1225800" y="20125080"/>
            <a:ext cx="6554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0"/>
          <p:cNvSpPr/>
          <p:nvPr/>
        </p:nvSpPr>
        <p:spPr>
          <a:xfrm>
            <a:off x="900360" y="20741400"/>
            <a:ext cx="1991304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9"/>
          <p:cNvSpPr/>
          <p:nvPr/>
        </p:nvSpPr>
        <p:spPr>
          <a:xfrm>
            <a:off x="5220360" y="16920360"/>
            <a:ext cx="1777788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4"/>
          <p:cNvSpPr/>
          <p:nvPr/>
        </p:nvSpPr>
        <p:spPr>
          <a:xfrm>
            <a:off x="1390680" y="26800920"/>
            <a:ext cx="1927152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1"/>
          <p:cNvGrpSpPr/>
          <p:nvPr/>
        </p:nvGrpSpPr>
        <p:grpSpPr>
          <a:xfrm>
            <a:off x="1261080" y="26785440"/>
            <a:ext cx="17105400" cy="18000"/>
            <a:chOff x="1261080" y="26785440"/>
            <a:chExt cx="17105400" cy="18000"/>
          </a:xfrm>
        </p:grpSpPr>
        <p:sp>
          <p:nvSpPr>
            <p:cNvPr id="84" name="Freeform 2"/>
            <p:cNvSpPr/>
            <p:nvPr/>
          </p:nvSpPr>
          <p:spPr>
            <a:xfrm>
              <a:off x="1261080" y="2678544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1"/>
          <p:cNvSpPr/>
          <p:nvPr/>
        </p:nvSpPr>
        <p:spPr>
          <a:xfrm>
            <a:off x="1261080" y="26182440"/>
            <a:ext cx="115243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COMPETENCIAS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2026-03-08T20:49:36Z</dcterms:modified>
  <cp:revision>28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