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Poppins Bold"/>
    </p:embeddedFont>
    <p:embeddedFont>
      <p:font typeface="Montserrat"/>
    </p:embeddedFont>
    <p:embeddedFont>
      <p:font typeface="Poppins Italics"/>
    </p:embeddedFont>
    <p:embeddedFont>
      <p:font typeface="Microsoft YaHei"/>
      <p:regular r:id="rId4"/>
    </p:embeddedFont>
    <p:embeddedFont>
      <p:font typeface="Poppins"/>
      <p:regular r:id="rId5"/>
      <p:bold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icrosoft_YaHei_Regular.fntdata"/><Relationship Id="rId5" Type="http://schemas.openxmlformats.org/officeDocument/2006/relationships/font" Target="fonts/Font_2_Poppins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3BBD9F-B9A9-49A4-ADB2-77ECEE0186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5DA2CA-26C6-4816-995F-DE408D0249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040" cy="115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52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040" cy="46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0A069E-888B-4E36-9DE3-80B1227FF8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280" cy="5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280" cy="410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280" cy="7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2C8C8E-25E8-42A5-B394-8D67258CFC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280" cy="146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2692FB-BA08-45B8-A19A-3E87539662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DE6035-53E5-4BBD-8CB6-93874A0F9E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28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80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D30104-E0B9-4936-928D-88EDA944BE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059149-435D-4DBE-B8F3-9E1328F197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28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280" cy="14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F04A3B-97C5-44CD-BEE0-FE6E50D117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A80AD0-8514-49B7-A40E-33D0F5E671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16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16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60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60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D37BF4-CD3C-478C-B656-147D8240E5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8280" cy="20880"/>
            <a:chOff x="1225080" y="7717680"/>
            <a:chExt cx="17108280" cy="2088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8280" cy="20880"/>
            </a:xfrm>
            <a:custGeom>
              <a:avLst/>
              <a:gdLst>
                <a:gd name="textAreaLeft" fmla="*/ 0 w 17108280"/>
                <a:gd name="textAreaRight" fmla="*/ 17114400 w 1710828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1298160" y="21395880"/>
            <a:ext cx="17108280" cy="20880"/>
            <a:chOff x="1298160" y="21395880"/>
            <a:chExt cx="17108280" cy="20880"/>
          </a:xfrm>
        </p:grpSpPr>
        <p:sp>
          <p:nvSpPr>
            <p:cNvPr id="62" name="Freeform 5"/>
            <p:cNvSpPr/>
            <p:nvPr/>
          </p:nvSpPr>
          <p:spPr>
            <a:xfrm>
              <a:off x="1298160" y="21395880"/>
              <a:ext cx="17108280" cy="20880"/>
            </a:xfrm>
            <a:custGeom>
              <a:avLst/>
              <a:gdLst>
                <a:gd name="textAreaLeft" fmla="*/ 0 w 17108280"/>
                <a:gd name="textAreaRight" fmla="*/ 17114400 w 1710828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1260360" y="26496720"/>
            <a:ext cx="17108280" cy="20880"/>
            <a:chOff x="1260360" y="26496720"/>
            <a:chExt cx="17108280" cy="20880"/>
          </a:xfrm>
        </p:grpSpPr>
        <p:sp>
          <p:nvSpPr>
            <p:cNvPr id="64" name="Freeform 7"/>
            <p:cNvSpPr/>
            <p:nvPr/>
          </p:nvSpPr>
          <p:spPr>
            <a:xfrm>
              <a:off x="1260360" y="26496720"/>
              <a:ext cx="17108280" cy="20880"/>
            </a:xfrm>
            <a:custGeom>
              <a:avLst/>
              <a:gdLst>
                <a:gd name="textAreaLeft" fmla="*/ 0 w 17108280"/>
                <a:gd name="textAreaRight" fmla="*/ 17114400 w 1710828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8"/>
          <p:cNvGrpSpPr/>
          <p:nvPr/>
        </p:nvGrpSpPr>
        <p:grpSpPr>
          <a:xfrm>
            <a:off x="1225440" y="24017400"/>
            <a:ext cx="17108280" cy="20880"/>
            <a:chOff x="1225440" y="24017400"/>
            <a:chExt cx="17108280" cy="20880"/>
          </a:xfrm>
        </p:grpSpPr>
        <p:sp>
          <p:nvSpPr>
            <p:cNvPr id="66" name="Freeform 9"/>
            <p:cNvSpPr/>
            <p:nvPr/>
          </p:nvSpPr>
          <p:spPr>
            <a:xfrm>
              <a:off x="1225440" y="24017400"/>
              <a:ext cx="17108280" cy="20880"/>
            </a:xfrm>
            <a:custGeom>
              <a:avLst/>
              <a:gdLst>
                <a:gd name="textAreaLeft" fmla="*/ 0 w 17108280"/>
                <a:gd name="textAreaRight" fmla="*/ 17114400 w 1710828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10"/>
          <p:cNvSpPr/>
          <p:nvPr/>
        </p:nvSpPr>
        <p:spPr>
          <a:xfrm>
            <a:off x="5236920" y="3263400"/>
            <a:ext cx="15682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+{{contact_phone}} |  {{contact_email}} |  {{contact_location}} | Licencia de conducir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338440" y="805680"/>
            <a:ext cx="15359760" cy="14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8210" b="0" u="none" strike="noStrike">
                <a:solidFill>
                  <a:srgbClr val="c0504d"/>
                </a:solidFill>
                <a:effectLst/>
                <a:uFillTx/>
                <a:latin typeface="Montserrat"/>
                <a:ea typeface="Poppins Bold"/>
              </a:rPr>
              <a:t>{{name}}</a:t>
            </a:r>
            <a:endParaRPr lang="es-AR" sz="8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5400000" y="2336400"/>
            <a:ext cx="12107160" cy="6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225080" y="6976080"/>
            <a:ext cx="146134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298160" y="20792880"/>
            <a:ext cx="65574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900000" y="21457080"/>
            <a:ext cx="1793016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260360" y="25893720"/>
            <a:ext cx="115272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900000" y="26665560"/>
            <a:ext cx="1721016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1225080" y="4326480"/>
            <a:ext cx="182941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1225440" y="23436720"/>
            <a:ext cx="65574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900000" y="24053040"/>
            <a:ext cx="199159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2"/>
          <p:cNvSpPr/>
          <p:nvPr/>
        </p:nvSpPr>
        <p:spPr>
          <a:xfrm>
            <a:off x="1225080" y="8174520"/>
            <a:ext cx="21288600" cy="75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6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{{exp_2_role}}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{{exp_2_company}}   {{exp_2_dates}}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3"/>
          <p:cNvSpPr/>
          <p:nvPr/>
        </p:nvSpPr>
        <p:spPr>
          <a:xfrm>
            <a:off x="5292720" y="8174520"/>
            <a:ext cx="177422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6"/>
          <p:cNvSpPr/>
          <p:nvPr/>
        </p:nvSpPr>
        <p:spPr>
          <a:xfrm>
            <a:off x="5292000" y="12600000"/>
            <a:ext cx="179229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9"/>
          <p:cNvSpPr/>
          <p:nvPr/>
        </p:nvSpPr>
        <p:spPr>
          <a:xfrm>
            <a:off x="5220000" y="16920000"/>
            <a:ext cx="177807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440000" y="536400"/>
            <a:ext cx="413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2026-01-14T16:11:39Z</dcterms:modified>
  <cp:revision>18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