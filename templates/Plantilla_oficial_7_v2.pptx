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Montserrat"/>
      <p:regular r:id="rId4"/>
      <p:bold r:id="rId4"/>
    </p:embeddedFont>
    <p:embeddedFont>
      <p:font typeface="Lato"/>
      <p:regular r:id="rId5"/>
      <p:bold r:id="rId5"/>
    </p:embeddedFont>
    <p:embeddedFont>
      <p:font typeface="Poppins"/>
      <p:regular r:id="rId6"/>
      <p:bold r:id="rId6"/>
    </p:embeddedFont>
    <p:embeddedFont>
      <p:font typeface="Microsoft YaHei"/>
      <p:regular r:id="rId7"/>
    </p:embeddedFont>
    <p:embeddedFont>
      <p:font typeface="Montserrat Bold"/>
    </p:embeddedFont>
    <p:embeddedFont>
      <p:font typeface="Now Bold"/>
    </p:embeddedFont>
    <p:embeddedFont>
      <p:font typeface="Garet Italics"/>
    </p:embeddedFont>
    <p:embeddedFont>
      <p:font typeface="Garet Bold"/>
    </p:embeddedFont>
    <p:embeddedFont>
      <p:font typeface="Garet Bold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Poppins_Regular.fntdata"/><Relationship Id="rId7" Type="http://schemas.openxmlformats.org/officeDocument/2006/relationships/font" Target="fonts/Font_4_Microsoft_YaHei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6680" cy="5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6680" cy="4105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6680" cy="79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DA0304-250D-4A30-AE33-F66F7823DB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2680" cy="14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FE5C37-EDE4-4504-AE56-DA448384A9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4926559-3C1F-43BD-B827-0E5E0B15661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768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20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84516BA-D9BD-4DC8-B6CB-B4E579BF197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F635CA-6908-4ED1-90EC-F47E65FDD4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2680" cy="135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2680" cy="149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DB2582-C799-4134-996F-B94FE60DCD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2924C1-9C04-43C6-9C9D-F8313B5F990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56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56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00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00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EB52F6-A9B5-4398-BE3D-B1BBFA2EBC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D243F78-8396-4836-BED6-BF34EABCC2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B78047-3506-4EC5-ACC8-19E8876622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440" cy="11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92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440" cy="468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E874B2-2B08-4135-8C27-184BCE7558F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7309440" cy="30269520"/>
          </a:xfrm>
          <a:custGeom>
            <a:avLst/>
            <a:gdLst>
              <a:gd name="textAreaLeft" fmla="*/ 0 w 7309440"/>
              <a:gd name="textAreaRight" fmla="*/ 7319160 w 7309440"/>
              <a:gd name="textAreaTop" fmla="*/ 0 h 30269520"/>
              <a:gd name="textAreaBottom" fmla="*/ 30278880 h 30269520"/>
            </a:gdLst>
            <a:ahLst/>
            <a:cxnLst/>
            <a:rect l="textAreaLeft" t="textAreaTop" r="textAreaRight" b="textAreaBottom"/>
            <a:pathLst>
              <a:path w="7319255" h="30481435">
                <a:moveTo>
                  <a:pt x="0" y="0"/>
                </a:moveTo>
                <a:lnTo>
                  <a:pt x="7319255" y="0"/>
                </a:lnTo>
                <a:lnTo>
                  <a:pt x="7319255" y="30481435"/>
                </a:lnTo>
                <a:lnTo>
                  <a:pt x="0" y="30481435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5"/>
          <p:cNvGrpSpPr/>
          <p:nvPr/>
        </p:nvGrpSpPr>
        <p:grpSpPr>
          <a:xfrm>
            <a:off x="8056080" y="9053280"/>
            <a:ext cx="17640" cy="16060680"/>
            <a:chOff x="8056080" y="9053280"/>
            <a:chExt cx="17640" cy="16060680"/>
          </a:xfrm>
        </p:grpSpPr>
        <p:sp>
          <p:nvSpPr>
            <p:cNvPr id="61" name="Freeform 6"/>
            <p:cNvSpPr/>
            <p:nvPr/>
          </p:nvSpPr>
          <p:spPr>
            <a:xfrm rot="5400000">
              <a:off x="34200" y="17074800"/>
              <a:ext cx="16060680" cy="17640"/>
            </a:xfrm>
            <a:custGeom>
              <a:avLst/>
              <a:gdLst>
                <a:gd name="textAreaLeft" fmla="*/ 0 w 16060680"/>
                <a:gd name="textAreaRight" fmla="*/ 16070400 w 16060680"/>
                <a:gd name="textAreaTop" fmla="*/ 0 h 17640"/>
                <a:gd name="textAreaBottom" fmla="*/ 27360 h 17640"/>
              </a:gdLst>
              <a:ahLst/>
              <a:cxnLst/>
              <a:rect l="textAreaLeft" t="textAreaTop" r="textAreaRight" b="textAreaBottom"/>
              <a:pathLst>
                <a:path w="21427312" h="36322">
                  <a:moveTo>
                    <a:pt x="21276056" y="0"/>
                  </a:moveTo>
                  <a:lnTo>
                    <a:pt x="0" y="0"/>
                  </a:lnTo>
                  <a:lnTo>
                    <a:pt x="0" y="36322"/>
                  </a:lnTo>
                  <a:lnTo>
                    <a:pt x="21427312" y="36322"/>
                  </a:lnTo>
                  <a:lnTo>
                    <a:pt x="21427312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7640" bIns="-17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2" name="TextBox 38"/>
          <p:cNvSpPr/>
          <p:nvPr/>
        </p:nvSpPr>
        <p:spPr>
          <a:xfrm>
            <a:off x="7884000" y="8352000"/>
            <a:ext cx="12259080" cy="66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657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200" b="1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[[EXPERIENCE_BLOCK]]</a:t>
            </a:r>
            <a:r>
              <a:rPr lang="en-US" sz="3600" b="1" u="none" spc="68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 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657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3600" b="1" u="none" spc="68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{{exp_1_role}} </a:t>
            </a:r>
            <a:r>
              <a:rPr lang="en-US" sz="3200" b="0" u="none" spc="60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{{exp_1_company}}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 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5077"/>
              </a:lnSpc>
            </a:pPr>
            <a:endParaRPr lang="es-AR" sz="2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683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3600" b="1" u="none" spc="65" strike="noStrike">
                <a:solidFill>
                  <a:srgbClr val="101010"/>
                </a:solidFill>
                <a:effectLst/>
                <a:uFillTx/>
                <a:latin typeface="Montserrat"/>
                <a:ea typeface="Garet Bold Italics"/>
              </a:rPr>
              <a:t> {{exp_2_role}} </a:t>
            </a:r>
            <a:r>
              <a:rPr lang="en-US" sz="3200" b="0" u="none" spc="60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{{exp_2_company}} {{exp_2_dates}}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 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5077"/>
              </a:lnSpc>
            </a:pPr>
            <a:endParaRPr lang="es-AR" sz="2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83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229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40"/>
          <p:cNvSpPr/>
          <p:nvPr/>
        </p:nvSpPr>
        <p:spPr>
          <a:xfrm>
            <a:off x="8641800" y="15528240"/>
            <a:ext cx="1270332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1"/>
          <p:cNvSpPr/>
          <p:nvPr/>
        </p:nvSpPr>
        <p:spPr>
          <a:xfrm>
            <a:off x="8641800" y="16380000"/>
            <a:ext cx="11293560" cy="257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07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42"/>
          <p:cNvSpPr/>
          <p:nvPr/>
        </p:nvSpPr>
        <p:spPr>
          <a:xfrm>
            <a:off x="8670960" y="20838600"/>
            <a:ext cx="11293560" cy="58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8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43"/>
          <p:cNvSpPr/>
          <p:nvPr/>
        </p:nvSpPr>
        <p:spPr>
          <a:xfrm>
            <a:off x="8670960" y="21488760"/>
            <a:ext cx="1276416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720000" y="535320"/>
            <a:ext cx="4134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505440" y="5616360"/>
            <a:ext cx="6332400" cy="465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21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969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3"/>
          <p:cNvGrpSpPr/>
          <p:nvPr/>
        </p:nvGrpSpPr>
        <p:grpSpPr>
          <a:xfrm>
            <a:off x="7958520" y="8651520"/>
            <a:ext cx="12510360" cy="20160"/>
            <a:chOff x="7958520" y="8651520"/>
            <a:chExt cx="12510360" cy="20160"/>
          </a:xfrm>
        </p:grpSpPr>
        <p:sp>
          <p:nvSpPr>
            <p:cNvPr id="70" name="Freeform 1"/>
            <p:cNvSpPr/>
            <p:nvPr/>
          </p:nvSpPr>
          <p:spPr>
            <a:xfrm>
              <a:off x="7958520" y="8651520"/>
              <a:ext cx="12510360" cy="20160"/>
            </a:xfrm>
            <a:custGeom>
              <a:avLst/>
              <a:gdLst>
                <a:gd name="textAreaLeft" fmla="*/ 0 w 12510360"/>
                <a:gd name="textAreaRight" fmla="*/ 12520800 w 12510360"/>
                <a:gd name="textAreaTop" fmla="*/ 0 h 20160"/>
                <a:gd name="textAreaBottom" fmla="*/ 30600 h 2016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26"/>
          <p:cNvSpPr/>
          <p:nvPr/>
        </p:nvSpPr>
        <p:spPr>
          <a:xfrm>
            <a:off x="7931520" y="1204560"/>
            <a:ext cx="12581280" cy="174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645"/>
              </a:lnSpc>
            </a:pPr>
            <a:r>
              <a:rPr lang="en-US" sz="7650" b="1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6092"/>
              </a:lnSpc>
            </a:pP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8"/>
          <p:cNvSpPr/>
          <p:nvPr/>
        </p:nvSpPr>
        <p:spPr>
          <a:xfrm>
            <a:off x="7958520" y="7719840"/>
            <a:ext cx="1253736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29"/>
          <p:cNvGrpSpPr/>
          <p:nvPr/>
        </p:nvGrpSpPr>
        <p:grpSpPr>
          <a:xfrm>
            <a:off x="8017200" y="4676760"/>
            <a:ext cx="12478680" cy="20160"/>
            <a:chOff x="8017200" y="4676760"/>
            <a:chExt cx="12478680" cy="20160"/>
          </a:xfrm>
        </p:grpSpPr>
        <p:sp>
          <p:nvSpPr>
            <p:cNvPr id="74" name="Freeform 30"/>
            <p:cNvSpPr/>
            <p:nvPr/>
          </p:nvSpPr>
          <p:spPr>
            <a:xfrm>
              <a:off x="8017200" y="4676760"/>
              <a:ext cx="12478680" cy="20160"/>
            </a:xfrm>
            <a:custGeom>
              <a:avLst/>
              <a:gdLst>
                <a:gd name="textAreaLeft" fmla="*/ 0 w 12478680"/>
                <a:gd name="textAreaRight" fmla="*/ 12489120 w 12478680"/>
                <a:gd name="textAreaTop" fmla="*/ 0 h 20160"/>
                <a:gd name="textAreaBottom" fmla="*/ 30600 h 2016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31"/>
          <p:cNvSpPr/>
          <p:nvPr/>
        </p:nvSpPr>
        <p:spPr>
          <a:xfrm>
            <a:off x="8017200" y="3807000"/>
            <a:ext cx="1247868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2"/>
          <p:cNvSpPr/>
          <p:nvPr/>
        </p:nvSpPr>
        <p:spPr>
          <a:xfrm>
            <a:off x="8017200" y="4770720"/>
            <a:ext cx="124786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69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DAG9kLNdTUY</dc:identifier>
  <dc:language>es-AR</dc:language>
  <cp:lastModifiedBy/>
  <dcterms:modified xsi:type="dcterms:W3CDTF">2026-03-05T13:59:19Z</dcterms:modified>
  <cp:revision>28</cp:revision>
  <dc:subject/>
  <dc:title>Plantilla_oficial_7.pptx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