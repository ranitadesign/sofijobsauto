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  <p:regular r:id="rId4"/>
      <p:bold r:id="rId4"/>
    </p:embeddedFont>
    <p:embeddedFont>
      <p:font typeface="Lato"/>
      <p:regular r:id="rId5"/>
      <p:bold r:id="rId5"/>
    </p:embeddedFont>
    <p:embeddedFont>
      <p:font typeface="Poppins"/>
      <p:regular r:id="rId6"/>
      <p:bold r:id="rId6"/>
    </p:embeddedFont>
    <p:embeddedFont>
      <p:font typeface="Garet Bold Italics"/>
    </p:embeddedFont>
    <p:embeddedFont>
      <p:font typeface="Microsoft YaHei"/>
      <p:regular r:id="rId7"/>
    </p:embeddedFont>
    <p:embeddedFont>
      <p:font typeface="Now Bold"/>
    </p:embeddedFont>
    <p:embeddedFont>
      <p:font typeface="Montserrat Bold"/>
    </p:embeddedFont>
    <p:embeddedFont>
      <p:font typeface="Garet Bold"/>
    </p:embeddedFont>
    <p:embeddedFont>
      <p:font typeface="Garet Itali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Lato_Regular.fntdata"/><Relationship Id="rId6" Type="http://schemas.openxmlformats.org/officeDocument/2006/relationships/font" Target="fonts/Font_3_Poppins_Regular.fntdata"/><Relationship Id="rId7" Type="http://schemas.openxmlformats.org/officeDocument/2006/relationships/font" Target="fonts/Font_4_Microsoft_YaHei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804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56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A49658-B1CF-4226-B54B-DFBC14C146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9580AB-B84F-480B-96C8-9AC2457439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3040" cy="13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3040" cy="14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32AF1C-3C6E-404B-B7C4-3D98E711ED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631C7D-1739-4ADB-AE22-A90AD2C0AE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92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92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36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36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82A445-A016-4C2B-B1B2-27826D16AE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F346AF-CA8B-4622-8975-7FD5786A57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872A97-4C10-4A0C-858C-D283B6920A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80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2280" cy="58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800" cy="46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AE4E06-FCF3-4635-8DC6-AD47163761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70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7040" cy="41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7040" cy="79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AC983B-0368-42F4-82BA-CA4A5225E2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3040" cy="14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6E567B-168C-4BCB-93C9-ADAE16681A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1F9BF0-6A39-4C7B-B440-400FD3B57C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7309800" cy="30269880"/>
          </a:xfrm>
          <a:custGeom>
            <a:avLst/>
            <a:gdLst>
              <a:gd name="textAreaLeft" fmla="*/ 0 w 7309800"/>
              <a:gd name="textAreaRight" fmla="*/ 7319160 w 7309800"/>
              <a:gd name="textAreaTop" fmla="*/ 0 h 30269880"/>
              <a:gd name="textAreaBottom" fmla="*/ 30278880 h 30269880"/>
            </a:gdLst>
            <a:ahLst/>
            <a:cxnLst/>
            <a:rect l="textAreaLeft" t="textAreaTop" r="textAreaRight" b="textAreaBottom"/>
            <a:pathLst>
              <a:path w="7319255" h="30481435">
                <a:moveTo>
                  <a:pt x="0" y="0"/>
                </a:moveTo>
                <a:lnTo>
                  <a:pt x="7319255" y="0"/>
                </a:lnTo>
                <a:lnTo>
                  <a:pt x="7319255" y="30481435"/>
                </a:lnTo>
                <a:lnTo>
                  <a:pt x="0" y="30481435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5"/>
          <p:cNvGrpSpPr/>
          <p:nvPr/>
        </p:nvGrpSpPr>
        <p:grpSpPr>
          <a:xfrm>
            <a:off x="8056080" y="9053280"/>
            <a:ext cx="18000" cy="16061040"/>
            <a:chOff x="8056080" y="9053280"/>
            <a:chExt cx="18000" cy="16061040"/>
          </a:xfrm>
        </p:grpSpPr>
        <p:sp>
          <p:nvSpPr>
            <p:cNvPr id="61" name="Freeform 6"/>
            <p:cNvSpPr/>
            <p:nvPr/>
          </p:nvSpPr>
          <p:spPr>
            <a:xfrm rot="5400000">
              <a:off x="34200" y="17074800"/>
              <a:ext cx="16061040" cy="18000"/>
            </a:xfrm>
            <a:custGeom>
              <a:avLst/>
              <a:gdLst>
                <a:gd name="textAreaLeft" fmla="*/ 0 w 16061040"/>
                <a:gd name="textAreaRight" fmla="*/ 16070400 w 16061040"/>
                <a:gd name="textAreaTop" fmla="*/ 0 h 18000"/>
                <a:gd name="textAreaBottom" fmla="*/ 27360 h 18000"/>
              </a:gdLst>
              <a:ahLst/>
              <a:cxnLst/>
              <a:rect l="textAreaLeft" t="textAreaTop" r="textAreaRight" b="textAreaBottom"/>
              <a:pathLst>
                <a:path w="21427312" h="36322">
                  <a:moveTo>
                    <a:pt x="21276056" y="0"/>
                  </a:moveTo>
                  <a:lnTo>
                    <a:pt x="0" y="0"/>
                  </a:lnTo>
                  <a:lnTo>
                    <a:pt x="0" y="36322"/>
                  </a:lnTo>
                  <a:lnTo>
                    <a:pt x="21427312" y="36322"/>
                  </a:lnTo>
                  <a:lnTo>
                    <a:pt x="21427312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7640" bIns="-17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TextBox 36"/>
          <p:cNvSpPr/>
          <p:nvPr/>
        </p:nvSpPr>
        <p:spPr>
          <a:xfrm>
            <a:off x="8641800" y="8951040"/>
            <a:ext cx="1169172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5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/>
          <p:cNvSpPr/>
          <p:nvPr/>
        </p:nvSpPr>
        <p:spPr>
          <a:xfrm>
            <a:off x="7884000" y="9180000"/>
            <a:ext cx="12259440" cy="60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657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3600" b="1" u="none" spc="68" strike="noStrike">
                <a:solidFill>
                  <a:srgbClr val="101010"/>
                </a:solidFill>
                <a:effectLst/>
                <a:uFillTx/>
                <a:latin typeface="Montserrat"/>
                <a:ea typeface="Garet Bold"/>
              </a:rPr>
              <a:t> {{exp_1_role}} </a:t>
            </a:r>
            <a:r>
              <a:rPr lang="en-US" sz="3200" b="0" u="none" spc="60" strike="noStrike">
                <a:solidFill>
                  <a:srgbClr val="101010"/>
                </a:solidFill>
                <a:effectLst/>
                <a:uFillTx/>
                <a:latin typeface="Lato"/>
                <a:ea typeface="Garet Italics"/>
              </a:rPr>
              <a:t>{{exp_1_company}} 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endParaRPr lang="es-AR" sz="3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 {{exp_1_bullets_block}}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1261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5077"/>
              </a:lnSpc>
            </a:pPr>
            <a:endParaRPr lang="es-AR" sz="2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683"/>
              </a:lnSpc>
              <a:buClr>
                <a:srgbClr val="163853"/>
              </a:buClr>
              <a:buFont typeface="Wingdings" charset="2"/>
              <a:buChar char=""/>
            </a:pPr>
            <a:r>
              <a:rPr lang="en-US" sz="3600" b="1" u="none" spc="65" strike="noStrike">
                <a:solidFill>
                  <a:srgbClr val="101010"/>
                </a:solidFill>
                <a:effectLst/>
                <a:uFillTx/>
                <a:latin typeface="Montserrat"/>
                <a:ea typeface="Garet Bold Italics"/>
              </a:rPr>
              <a:t> {{exp_2_role}} </a:t>
            </a:r>
            <a:r>
              <a:rPr lang="en-US" sz="3200" b="0" u="none" spc="60" strike="noStrike">
                <a:solidFill>
                  <a:srgbClr val="101010"/>
                </a:solidFill>
                <a:effectLst/>
                <a:uFillTx/>
                <a:latin typeface="Lato"/>
                <a:ea typeface="Garet Italics"/>
              </a:rPr>
              <a:t>{{exp_2_company}} {{exp_2_dates}}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ct val="100000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 {{exp_2_bullets_block}}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5077"/>
              </a:lnSpc>
            </a:pPr>
            <a:endParaRPr lang="es-AR" sz="2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83"/>
              </a:lnSpc>
            </a:pPr>
            <a:endParaRPr lang="es-AR" sz="3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229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0"/>
          <p:cNvSpPr/>
          <p:nvPr/>
        </p:nvSpPr>
        <p:spPr>
          <a:xfrm>
            <a:off x="8641800" y="15528240"/>
            <a:ext cx="1270368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41"/>
          <p:cNvSpPr/>
          <p:nvPr/>
        </p:nvSpPr>
        <p:spPr>
          <a:xfrm>
            <a:off x="8641800" y="16380000"/>
            <a:ext cx="11293920" cy="25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2"/>
          <p:cNvSpPr/>
          <p:nvPr/>
        </p:nvSpPr>
        <p:spPr>
          <a:xfrm>
            <a:off x="8670960" y="20838600"/>
            <a:ext cx="11293920" cy="58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68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3"/>
          <p:cNvSpPr/>
          <p:nvPr/>
        </p:nvSpPr>
        <p:spPr>
          <a:xfrm>
            <a:off x="8670960" y="21488760"/>
            <a:ext cx="1276452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229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20000" y="535320"/>
            <a:ext cx="4134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05440" y="5940360"/>
            <a:ext cx="6332760" cy="40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969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3"/>
          <p:cNvGrpSpPr/>
          <p:nvPr/>
        </p:nvGrpSpPr>
        <p:grpSpPr>
          <a:xfrm>
            <a:off x="7958520" y="8651520"/>
            <a:ext cx="12510720" cy="20520"/>
            <a:chOff x="7958520" y="8651520"/>
            <a:chExt cx="12510720" cy="20520"/>
          </a:xfrm>
        </p:grpSpPr>
        <p:sp>
          <p:nvSpPr>
            <p:cNvPr id="71" name="Freeform 1"/>
            <p:cNvSpPr/>
            <p:nvPr/>
          </p:nvSpPr>
          <p:spPr>
            <a:xfrm>
              <a:off x="7958520" y="8651520"/>
              <a:ext cx="12510720" cy="20520"/>
            </a:xfrm>
            <a:custGeom>
              <a:avLst/>
              <a:gdLst>
                <a:gd name="textAreaLeft" fmla="*/ 0 w 12510720"/>
                <a:gd name="textAreaRight" fmla="*/ 12520800 w 12510720"/>
                <a:gd name="textAreaTop" fmla="*/ 0 h 20520"/>
                <a:gd name="textAreaBottom" fmla="*/ 30600 h 2052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TextBox 26"/>
          <p:cNvSpPr/>
          <p:nvPr/>
        </p:nvSpPr>
        <p:spPr>
          <a:xfrm>
            <a:off x="7931520" y="1204560"/>
            <a:ext cx="12581640" cy="17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645"/>
              </a:lnSpc>
            </a:pPr>
            <a:r>
              <a:rPr lang="en-US" sz="7650" b="1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6092"/>
              </a:lnSpc>
            </a:pPr>
            <a:r>
              <a:rPr lang="en-US" sz="3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8"/>
          <p:cNvSpPr/>
          <p:nvPr/>
        </p:nvSpPr>
        <p:spPr>
          <a:xfrm>
            <a:off x="7958520" y="7719840"/>
            <a:ext cx="1253772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29"/>
          <p:cNvGrpSpPr/>
          <p:nvPr/>
        </p:nvGrpSpPr>
        <p:grpSpPr>
          <a:xfrm>
            <a:off x="8017200" y="4676760"/>
            <a:ext cx="12479040" cy="20520"/>
            <a:chOff x="8017200" y="4676760"/>
            <a:chExt cx="12479040" cy="20520"/>
          </a:xfrm>
        </p:grpSpPr>
        <p:sp>
          <p:nvSpPr>
            <p:cNvPr id="75" name="Freeform 30"/>
            <p:cNvSpPr/>
            <p:nvPr/>
          </p:nvSpPr>
          <p:spPr>
            <a:xfrm>
              <a:off x="8017200" y="4676760"/>
              <a:ext cx="12479040" cy="20520"/>
            </a:xfrm>
            <a:custGeom>
              <a:avLst/>
              <a:gdLst>
                <a:gd name="textAreaLeft" fmla="*/ 0 w 12479040"/>
                <a:gd name="textAreaRight" fmla="*/ 12489120 w 12479040"/>
                <a:gd name="textAreaTop" fmla="*/ 0 h 20520"/>
                <a:gd name="textAreaBottom" fmla="*/ 30600 h 2052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16385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TextBox 31"/>
          <p:cNvSpPr/>
          <p:nvPr/>
        </p:nvSpPr>
        <p:spPr>
          <a:xfrm>
            <a:off x="8017200" y="3807000"/>
            <a:ext cx="124790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2"/>
          <p:cNvSpPr/>
          <p:nvPr/>
        </p:nvSpPr>
        <p:spPr>
          <a:xfrm>
            <a:off x="8017200" y="4770720"/>
            <a:ext cx="12479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69"/>
              </a:lnSpc>
            </a:pPr>
            <a:r>
              <a:rPr lang="en-US" sz="22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DAG9kLNdTUY</dc:identifier>
  <dc:language>es-AR</dc:language>
  <cp:lastModifiedBy/>
  <dcterms:modified xsi:type="dcterms:W3CDTF">2026-02-17T01:37:33Z</dcterms:modified>
  <cp:revision>27</cp:revision>
  <dc:subject/>
  <dc:title>Plantilla_oficial_7.pptx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