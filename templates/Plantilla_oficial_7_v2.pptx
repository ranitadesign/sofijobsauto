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Now Bold"/>
    </p:embeddedFont>
    <p:embeddedFont>
      <p:font typeface="Lato"/>
    </p:embeddedFont>
    <p:embeddedFont>
      <p:font typeface="Montserrat"/>
      <p:regular r:id="rId4"/>
    </p:embeddedFont>
    <p:embeddedFont>
      <p:font typeface="Microsoft YaHei"/>
    </p:embeddedFont>
    <p:embeddedFont>
      <p:font typeface="Garet Bold"/>
    </p:embeddedFont>
    <p:embeddedFont>
      <p:font typeface="Garet Italics"/>
    </p:embeddedFont>
    <p:embeddedFont>
      <p:font typeface="Garet"/>
      <p:regular r:id="rId5"/>
    </p:embeddedFont>
    <p:embeddedFont>
      <p:font typeface="Poppins"/>
      <p:regular r:id="rId6"/>
    </p:embeddedFont>
    <p:embeddedFont>
      <p:font typeface="Garet Bold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Poppins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B26ED5-BC78-48BA-87FE-47E2618C5A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E8E2C8-4E73-43CF-AC97-0CC5EEABFE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B36EB0-4392-4B08-A5C6-1E3BE2A17D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1A681A-155D-4397-B066-36383FF65F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A9E483-808F-4E21-8202-FEE01CAA8F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F6BA80-EEEF-4FF2-A3CB-ACD26E1834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5C6D59-DAB4-4652-9551-A21B91BF56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A175F5-E192-487C-99BA-2A625D0C39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FFB655-5CB8-46FA-B26F-FFCB98DE14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558018-E026-491F-811B-373C9B3F10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6ACEF7-0FFD-436C-A70A-4A386DA197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12680" cy="30272760"/>
          </a:xfrm>
          <a:custGeom>
            <a:avLst/>
            <a:gdLst>
              <a:gd name="textAreaLeft" fmla="*/ 0 w 7312680"/>
              <a:gd name="textAreaRight" fmla="*/ 7319160 w 7312680"/>
              <a:gd name="textAreaTop" fmla="*/ 0 h 30272760"/>
              <a:gd name="textAreaBottom" fmla="*/ 30278880 h 302727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4320" cy="24120"/>
            <a:chOff x="7958520" y="8651520"/>
            <a:chExt cx="12514320" cy="241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20880" cy="16063920"/>
            <a:chOff x="8056080" y="9053280"/>
            <a:chExt cx="20880" cy="1606392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3920" cy="20880"/>
            </a:xfrm>
            <a:custGeom>
              <a:avLst/>
              <a:gdLst>
                <a:gd name="textAreaLeft" fmla="*/ 0 w 16063920"/>
                <a:gd name="textAreaRight" fmla="*/ 16070400 w 16063920"/>
                <a:gd name="textAreaTop" fmla="*/ 0 h 20880"/>
                <a:gd name="textAreaBottom" fmla="*/ 27360 h 208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Freeform 7"/>
          <p:cNvSpPr/>
          <p:nvPr/>
        </p:nvSpPr>
        <p:spPr>
          <a:xfrm>
            <a:off x="1002960" y="6948360"/>
            <a:ext cx="347760" cy="378360"/>
          </a:xfrm>
          <a:custGeom>
            <a:avLst/>
            <a:gdLst>
              <a:gd name="textAreaLeft" fmla="*/ 0 w 347760"/>
              <a:gd name="textAreaRight" fmla="*/ 354240 w 347760"/>
              <a:gd name="textAreaTop" fmla="*/ 0 h 378360"/>
              <a:gd name="textAreaBottom" fmla="*/ 384840 h 37836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991080" y="7923600"/>
            <a:ext cx="359640" cy="255960"/>
          </a:xfrm>
          <a:custGeom>
            <a:avLst/>
            <a:gdLst>
              <a:gd name="textAreaLeft" fmla="*/ 0 w 359640"/>
              <a:gd name="textAreaRight" fmla="*/ 366120 w 359640"/>
              <a:gd name="textAreaTop" fmla="*/ 0 h 255960"/>
              <a:gd name="textAreaBottom" fmla="*/ 262440 h 25596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036080" y="8886960"/>
            <a:ext cx="292680" cy="452880"/>
          </a:xfrm>
          <a:custGeom>
            <a:avLst/>
            <a:gdLst>
              <a:gd name="textAreaLeft" fmla="*/ 0 w 292680"/>
              <a:gd name="textAreaRight" fmla="*/ 299160 w 292680"/>
              <a:gd name="textAreaTop" fmla="*/ 0 h 452880"/>
              <a:gd name="textAreaBottom" fmla="*/ 459360 h 45288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020600" y="6599880"/>
            <a:ext cx="5110560" cy="24120"/>
            <a:chOff x="1020600" y="6599880"/>
            <a:chExt cx="5110560" cy="24120"/>
          </a:xfrm>
        </p:grpSpPr>
        <p:sp>
          <p:nvSpPr>
            <p:cNvPr id="68" name="Freeform 11"/>
            <p:cNvSpPr/>
            <p:nvPr/>
          </p:nvSpPr>
          <p:spPr>
            <a:xfrm>
              <a:off x="1020600" y="6599880"/>
              <a:ext cx="5110560" cy="24120"/>
            </a:xfrm>
            <a:custGeom>
              <a:avLst/>
              <a:gdLst>
                <a:gd name="textAreaLeft" fmla="*/ 0 w 5110560"/>
                <a:gd name="textAreaRight" fmla="*/ 5117040 w 511056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943560" y="9763560"/>
            <a:ext cx="487800" cy="387360"/>
          </a:xfrm>
          <a:custGeom>
            <a:avLst/>
            <a:gdLst>
              <a:gd name="textAreaLeft" fmla="*/ 0 w 487800"/>
              <a:gd name="textAreaRight" fmla="*/ 494280 w 487800"/>
              <a:gd name="textAreaTop" fmla="*/ 0 h 387360"/>
              <a:gd name="textAreaBottom" fmla="*/ 393840 h 387360"/>
            </a:gdLst>
            <a:ahLst/>
            <a:cxnLst/>
            <a:rect l="textAreaLeft" t="textAreaTop" r="textAreaRight" b="textAreaBottom"/>
            <a:pathLst>
              <a:path w="494443" h="393754">
                <a:moveTo>
                  <a:pt x="0" y="0"/>
                </a:moveTo>
                <a:lnTo>
                  <a:pt x="494442" y="0"/>
                </a:lnTo>
                <a:lnTo>
                  <a:pt x="494442" y="393754"/>
                </a:lnTo>
                <a:lnTo>
                  <a:pt x="0" y="3937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997920" y="5709600"/>
            <a:ext cx="4090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543f3f"/>
                </a:solidFill>
                <a:effectLst/>
                <a:uFillTx/>
                <a:latin typeface="Montserrat"/>
                <a:ea typeface="Now Bold"/>
              </a:rPr>
              <a:t>CONTACTO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6"/>
          <p:cNvSpPr/>
          <p:nvPr/>
        </p:nvSpPr>
        <p:spPr>
          <a:xfrm>
            <a:off x="7931520" y="1204560"/>
            <a:ext cx="1258524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7958160" y="2880000"/>
            <a:ext cx="12916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8"/>
          <p:cNvSpPr/>
          <p:nvPr/>
        </p:nvSpPr>
        <p:spPr>
          <a:xfrm>
            <a:off x="7958520" y="7719840"/>
            <a:ext cx="125413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9"/>
          <p:cNvGrpSpPr/>
          <p:nvPr/>
        </p:nvGrpSpPr>
        <p:grpSpPr>
          <a:xfrm>
            <a:off x="8017200" y="4676760"/>
            <a:ext cx="12482640" cy="24120"/>
            <a:chOff x="8017200" y="4676760"/>
            <a:chExt cx="12482640" cy="24120"/>
          </a:xfrm>
        </p:grpSpPr>
        <p:sp>
          <p:nvSpPr>
            <p:cNvPr id="75" name="Freeform 30"/>
            <p:cNvSpPr/>
            <p:nvPr/>
          </p:nvSpPr>
          <p:spPr>
            <a:xfrm>
              <a:off x="8017200" y="4676760"/>
              <a:ext cx="12482640" cy="24120"/>
            </a:xfrm>
            <a:custGeom>
              <a:avLst/>
              <a:gdLst>
                <a:gd name="textAreaLeft" fmla="*/ 0 w 12482640"/>
                <a:gd name="textAreaRight" fmla="*/ 12489120 w 1248264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31"/>
          <p:cNvSpPr/>
          <p:nvPr/>
        </p:nvSpPr>
        <p:spPr>
          <a:xfrm>
            <a:off x="8017200" y="3807000"/>
            <a:ext cx="124826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8017200" y="4770720"/>
            <a:ext cx="12482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33"/>
          <p:cNvGrpSpPr/>
          <p:nvPr/>
        </p:nvGrpSpPr>
        <p:grpSpPr>
          <a:xfrm>
            <a:off x="7931520" y="27047520"/>
            <a:ext cx="12514320" cy="24120"/>
            <a:chOff x="7931520" y="27047520"/>
            <a:chExt cx="12514320" cy="24120"/>
          </a:xfrm>
        </p:grpSpPr>
        <p:sp>
          <p:nvSpPr>
            <p:cNvPr id="79" name="Freeform 34"/>
            <p:cNvSpPr/>
            <p:nvPr/>
          </p:nvSpPr>
          <p:spPr>
            <a:xfrm>
              <a:off x="7931520" y="27047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5"/>
          <p:cNvSpPr/>
          <p:nvPr/>
        </p:nvSpPr>
        <p:spPr>
          <a:xfrm>
            <a:off x="7931520" y="26135640"/>
            <a:ext cx="1254132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FORMACIÓN ACADÉMICA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6"/>
          <p:cNvSpPr/>
          <p:nvPr/>
        </p:nvSpPr>
        <p:spPr>
          <a:xfrm>
            <a:off x="8641800" y="8951040"/>
            <a:ext cx="1169460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8"/>
          <p:cNvSpPr/>
          <p:nvPr/>
        </p:nvSpPr>
        <p:spPr>
          <a:xfrm>
            <a:off x="8641800" y="9180000"/>
            <a:ext cx="12262320" cy="70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{{exp_1_company}}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{{exp_1_role}}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3"/>
              </a:lnSpc>
            </a:pPr>
            <a:r>
              <a:rPr lang="en-US" sz="3600" b="1" u="none" spc="65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{{exp_2_company}}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{{exp_2_role}}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3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40"/>
          <p:cNvSpPr/>
          <p:nvPr/>
        </p:nvSpPr>
        <p:spPr>
          <a:xfrm>
            <a:off x="8641800" y="15528240"/>
            <a:ext cx="12706560" cy="53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1"/>
          <p:cNvSpPr/>
          <p:nvPr/>
        </p:nvSpPr>
        <p:spPr>
          <a:xfrm>
            <a:off x="8641800" y="16380000"/>
            <a:ext cx="11296800" cy="25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8670960" y="20838600"/>
            <a:ext cx="112968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8670960" y="21488760"/>
            <a:ext cx="12767400" cy="53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5"/>
          <p:cNvSpPr/>
          <p:nvPr/>
        </p:nvSpPr>
        <p:spPr>
          <a:xfrm>
            <a:off x="7931520" y="27154080"/>
            <a:ext cx="1240488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7"/>
          <p:cNvGrpSpPr/>
          <p:nvPr/>
        </p:nvGrpSpPr>
        <p:grpSpPr>
          <a:xfrm>
            <a:off x="1534680" y="6956640"/>
            <a:ext cx="4584240" cy="3215160"/>
            <a:chOff x="1534680" y="6956640"/>
            <a:chExt cx="4584240" cy="3215160"/>
          </a:xfrm>
        </p:grpSpPr>
        <p:sp>
          <p:nvSpPr>
            <p:cNvPr id="89" name="TextBox 48"/>
            <p:cNvSpPr/>
            <p:nvPr/>
          </p:nvSpPr>
          <p:spPr>
            <a:xfrm>
              <a:off x="1534680" y="6956640"/>
              <a:ext cx="45842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+{{contact_phone}}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49"/>
            <p:cNvSpPr/>
            <p:nvPr/>
          </p:nvSpPr>
          <p:spPr>
            <a:xfrm>
              <a:off x="1534680" y="7824600"/>
              <a:ext cx="45842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{{contact_email}}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50"/>
            <p:cNvSpPr/>
            <p:nvPr/>
          </p:nvSpPr>
          <p:spPr>
            <a:xfrm>
              <a:off x="1550520" y="8900640"/>
              <a:ext cx="4568400" cy="3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557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{{contact_location}}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51"/>
            <p:cNvSpPr/>
            <p:nvPr/>
          </p:nvSpPr>
          <p:spPr>
            <a:xfrm>
              <a:off x="1549080" y="9769680"/>
              <a:ext cx="438696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Licencia de conducir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1440720" y="53532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21080" y="11520000"/>
            <a:ext cx="5938200" cy="30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2026-01-14T15:02:45Z</dcterms:modified>
  <cp:revision>19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