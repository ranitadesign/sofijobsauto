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Montserrat"/>
      <p:regular r:id="rId6"/>
      <p:bold r:id="rId6"/>
    </p:embeddedFont>
    <p:embeddedFont>
      <p:font typeface="Now Bold"/>
    </p:embeddedFont>
    <p:embeddedFont>
      <p:font typeface="Microsoft YaHei"/>
      <p:regular r:id="rId7"/>
    </p:embeddedFont>
    <p:embeddedFont>
      <p:font typeface="Montserrat Bold"/>
    </p:embeddedFont>
    <p:embeddedFont>
      <p:font typeface="Garet Italics"/>
    </p:embeddedFont>
    <p:embeddedFont>
      <p:font typeface="Garet Bold"/>
    </p:embeddedFont>
    <p:embeddedFont>
      <p:font typeface="Garet Bold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789F65-F408-42C4-A4D1-734D3DC19D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AC2D66-0438-4424-B7FF-DDCB99B809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080" cy="115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56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080" cy="468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9C4610-CB63-4856-9D45-8469DE4EB1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320" cy="5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320" cy="4104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320" cy="79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DF78B0-C971-43A7-9649-246D9FA21B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320" cy="14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260CE3-B58F-4179-B217-4B0361247D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3F3EFE-1277-4A20-B995-0C729972DF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32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84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4C0C01-D9DD-4564-B7F1-F6FEB437D8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FF4B4F-3197-4D4E-A704-B7045126C3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320" cy="13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320" cy="14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7C21CA-1669-4D43-A202-5F2EF68F07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B0ABC9-528B-468F-A486-9DBEEB5EF7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20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20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64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64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FC855C-0EE2-47C9-A341-71746A5AE1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09080" cy="30269160"/>
          </a:xfrm>
          <a:custGeom>
            <a:avLst/>
            <a:gdLst>
              <a:gd name="textAreaLeft" fmla="*/ 0 w 7309080"/>
              <a:gd name="textAreaRight" fmla="*/ 7319160 w 7309080"/>
              <a:gd name="textAreaTop" fmla="*/ 0 h 30269160"/>
              <a:gd name="textAreaBottom" fmla="*/ 30278880 h 3026916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5"/>
          <p:cNvGrpSpPr/>
          <p:nvPr/>
        </p:nvGrpSpPr>
        <p:grpSpPr>
          <a:xfrm>
            <a:off x="8056080" y="9053280"/>
            <a:ext cx="17280" cy="16060320"/>
            <a:chOff x="8056080" y="9053280"/>
            <a:chExt cx="17280" cy="16060320"/>
          </a:xfrm>
        </p:grpSpPr>
        <p:sp>
          <p:nvSpPr>
            <p:cNvPr id="61" name="Freeform 6"/>
            <p:cNvSpPr/>
            <p:nvPr/>
          </p:nvSpPr>
          <p:spPr>
            <a:xfrm rot="5400000">
              <a:off x="34200" y="17074800"/>
              <a:ext cx="16060320" cy="17280"/>
            </a:xfrm>
            <a:custGeom>
              <a:avLst/>
              <a:gdLst>
                <a:gd name="textAreaLeft" fmla="*/ 0 w 16060320"/>
                <a:gd name="textAreaRight" fmla="*/ 16070400 w 16060320"/>
                <a:gd name="textAreaTop" fmla="*/ 0 h 17280"/>
                <a:gd name="textAreaBottom" fmla="*/ 27360 h 1728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TextBox 38"/>
          <p:cNvSpPr/>
          <p:nvPr/>
        </p:nvSpPr>
        <p:spPr>
          <a:xfrm>
            <a:off x="7884000" y="8784000"/>
            <a:ext cx="12258720" cy="66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657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20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[[EXPERIENCE_BLOCK]]</a:t>
            </a:r>
            <a:r>
              <a:rPr lang="en-US" sz="3600" b="1" u="none" spc="68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 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57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600" b="1" u="none" spc="68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{{exp_1_role}} </a:t>
            </a:r>
            <a:r>
              <a:rPr lang="en-US" sz="320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 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83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600" b="1" u="none" spc="65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 {{exp_2_role}} </a:t>
            </a:r>
            <a:r>
              <a:rPr lang="en-US" sz="320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{{exp_2_company}}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 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3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229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40"/>
          <p:cNvSpPr/>
          <p:nvPr/>
        </p:nvSpPr>
        <p:spPr>
          <a:xfrm>
            <a:off x="8641800" y="15528240"/>
            <a:ext cx="1270296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1"/>
          <p:cNvSpPr/>
          <p:nvPr/>
        </p:nvSpPr>
        <p:spPr>
          <a:xfrm>
            <a:off x="8641800" y="16380000"/>
            <a:ext cx="11293200" cy="257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07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42"/>
          <p:cNvSpPr/>
          <p:nvPr/>
        </p:nvSpPr>
        <p:spPr>
          <a:xfrm>
            <a:off x="8670960" y="20838600"/>
            <a:ext cx="1129320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43"/>
          <p:cNvSpPr/>
          <p:nvPr/>
        </p:nvSpPr>
        <p:spPr>
          <a:xfrm>
            <a:off x="8670960" y="21488760"/>
            <a:ext cx="1276380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720000" y="535320"/>
            <a:ext cx="413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05440" y="5616360"/>
            <a:ext cx="6332040" cy="46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1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3"/>
          <p:cNvGrpSpPr/>
          <p:nvPr/>
        </p:nvGrpSpPr>
        <p:grpSpPr>
          <a:xfrm>
            <a:off x="7958520" y="8651520"/>
            <a:ext cx="12510000" cy="19800"/>
            <a:chOff x="7958520" y="8651520"/>
            <a:chExt cx="12510000" cy="19800"/>
          </a:xfrm>
        </p:grpSpPr>
        <p:sp>
          <p:nvSpPr>
            <p:cNvPr id="70" name="Freeform 1"/>
            <p:cNvSpPr/>
            <p:nvPr/>
          </p:nvSpPr>
          <p:spPr>
            <a:xfrm>
              <a:off x="7958520" y="8651520"/>
              <a:ext cx="12510000" cy="19800"/>
            </a:xfrm>
            <a:custGeom>
              <a:avLst/>
              <a:gdLst>
                <a:gd name="textAreaLeft" fmla="*/ 0 w 12510000"/>
                <a:gd name="textAreaRight" fmla="*/ 12520800 w 12510000"/>
                <a:gd name="textAreaTop" fmla="*/ 0 h 19800"/>
                <a:gd name="textAreaBottom" fmla="*/ 30600 h 1980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26"/>
          <p:cNvSpPr/>
          <p:nvPr/>
        </p:nvSpPr>
        <p:spPr>
          <a:xfrm>
            <a:off x="7931520" y="1204560"/>
            <a:ext cx="12580920" cy="174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8"/>
          <p:cNvSpPr/>
          <p:nvPr/>
        </p:nvSpPr>
        <p:spPr>
          <a:xfrm>
            <a:off x="7958520" y="7719840"/>
            <a:ext cx="1253700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9"/>
          <p:cNvGrpSpPr/>
          <p:nvPr/>
        </p:nvGrpSpPr>
        <p:grpSpPr>
          <a:xfrm>
            <a:off x="8017200" y="4676760"/>
            <a:ext cx="12478320" cy="19800"/>
            <a:chOff x="8017200" y="4676760"/>
            <a:chExt cx="12478320" cy="19800"/>
          </a:xfrm>
        </p:grpSpPr>
        <p:sp>
          <p:nvSpPr>
            <p:cNvPr id="74" name="Freeform 30"/>
            <p:cNvSpPr/>
            <p:nvPr/>
          </p:nvSpPr>
          <p:spPr>
            <a:xfrm>
              <a:off x="8017200" y="4676760"/>
              <a:ext cx="12478320" cy="19800"/>
            </a:xfrm>
            <a:custGeom>
              <a:avLst/>
              <a:gdLst>
                <a:gd name="textAreaLeft" fmla="*/ 0 w 12478320"/>
                <a:gd name="textAreaRight" fmla="*/ 12489120 w 12478320"/>
                <a:gd name="textAreaTop" fmla="*/ 0 h 19800"/>
                <a:gd name="textAreaBottom" fmla="*/ 30600 h 1980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31"/>
          <p:cNvSpPr/>
          <p:nvPr/>
        </p:nvSpPr>
        <p:spPr>
          <a:xfrm>
            <a:off x="8017200" y="3807000"/>
            <a:ext cx="1247832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2"/>
          <p:cNvSpPr/>
          <p:nvPr/>
        </p:nvSpPr>
        <p:spPr>
          <a:xfrm>
            <a:off x="8017200" y="4770720"/>
            <a:ext cx="12478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2026-03-09T19:56:31Z</dcterms:modified>
  <cp:revision>29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