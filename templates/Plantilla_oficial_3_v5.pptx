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media/image6.svg" ContentType="image/svg"/>
  <Override PartName="/ppt/media/image2.svg" ContentType="image/svg"/>
  <Override PartName="/ppt/media/image4.svg" ContentType="image/svg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Lato"/>
      <p:regular r:id="rId4"/>
      <p:bold r:id="rId4"/>
    </p:embeddedFont>
    <p:embeddedFont>
      <p:font typeface="Poppins"/>
      <p:regular r:id="rId5"/>
      <p:bold r:id="rId5"/>
    </p:embeddedFont>
    <p:embeddedFont>
      <p:font typeface="Now"/>
      <p:regular r:id="rId6"/>
      <p:bold r:id="rId6"/>
    </p:embeddedFont>
    <p:embeddedFont>
      <p:font typeface="Lato Bold"/>
    </p:embeddedFont>
    <p:embeddedFont>
      <p:font typeface="Microsoft YaHei"/>
      <p:regular r:id="rId7"/>
    </p:embeddedFont>
    <p:embeddedFont>
      <p:font typeface="Now Bold"/>
    </p:embeddedFont>
    <p:embeddedFont>
      <p:font typeface="Montserrat Bold"/>
    </p:embeddedFont>
    <p:embeddedFont>
      <p:font typeface="Montserrat"/>
      <p:regular r:id="rId8"/>
      <p:bold r:id="rId8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Lato_Regular.fntdata"/><Relationship Id="rId5" Type="http://schemas.openxmlformats.org/officeDocument/2006/relationships/font" Target="fonts/Font_2_Poppins_Regular.fntdata"/><Relationship Id="rId6" Type="http://schemas.openxmlformats.org/officeDocument/2006/relationships/font" Target="fonts/Font_3_Now_Regular.fntdata"/><Relationship Id="rId7" Type="http://schemas.openxmlformats.org/officeDocument/2006/relationships/font" Target="fonts/Font_4_Microsoft_YaHei_Regular.fntdata"/><Relationship Id="rId8" Type="http://schemas.openxmlformats.org/officeDocument/2006/relationships/font" Target="fonts/Font_5_Montserrat_Regular.fntdata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65920" cy="135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65920" cy="149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1368109-13B5-4152-BDA7-3BFC410015A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3120" cy="113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2000" cy="4519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2000" cy="4519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16089E8-F1DC-41D9-ABD8-BF10F57E57F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3120" cy="113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3800" cy="63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3800" cy="394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5240" cy="63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5240" cy="394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7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8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29B7E05-836C-4CB0-8070-0D224CBDFE5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3120" cy="113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5C82336-B558-4B7F-99AE-7C398D97F63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1FF3D48-3017-40DB-87CD-998A57E081E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1680" cy="11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5160" cy="584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1680" cy="468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F38576D-54CC-4DA8-9F6D-2DF39AC4F55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9920" cy="560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9920" cy="4108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9920" cy="79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510E067-5450-4D01-9E98-BABFC5E36A9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5920" cy="146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2C4668E-D81A-41D0-AF43-16D8BA562E1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3120" cy="113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3120" cy="4519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7E2C606-6CCB-4C9D-B6AF-089C0932213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0920" cy="584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3440" cy="584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343DC1C-EABD-4D4B-A86D-794CF0199F8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3120" cy="113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3120" cy="4519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BC482EA-B54A-4650-807C-E7C1A90EA7C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Freeform 2"/>
          <p:cNvSpPr/>
          <p:nvPr/>
        </p:nvSpPr>
        <p:spPr>
          <a:xfrm>
            <a:off x="15120" y="0"/>
            <a:ext cx="7358760" cy="30270600"/>
          </a:xfrm>
          <a:custGeom>
            <a:avLst/>
            <a:gdLst>
              <a:gd name="textAreaLeft" fmla="*/ 0 w 7358760"/>
              <a:gd name="textAreaRight" fmla="*/ 7365240 w 7358760"/>
              <a:gd name="textAreaTop" fmla="*/ 0 h 30270600"/>
              <a:gd name="textAreaBottom" fmla="*/ 30277080 h 30270600"/>
            </a:gdLst>
            <a:ahLst/>
            <a:cxnLst/>
            <a:rect l="textAreaLeft" t="textAreaTop" r="textAreaRight" b="textAreaBottom"/>
            <a:pathLst>
              <a:path w="8625412" h="31806316">
                <a:moveTo>
                  <a:pt x="0" y="0"/>
                </a:moveTo>
                <a:lnTo>
                  <a:pt x="8625412" y="0"/>
                </a:lnTo>
                <a:lnTo>
                  <a:pt x="8625412" y="31806316"/>
                </a:lnTo>
                <a:lnTo>
                  <a:pt x="0" y="31806316"/>
                </a:lnTo>
                <a:lnTo>
                  <a:pt x="0" y="0"/>
                </a:lnTo>
                <a:close/>
              </a:path>
            </a:pathLst>
          </a:custGeom>
          <a:solidFill>
            <a:srgbClr val="c05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60" name="Group 3"/>
          <p:cNvGrpSpPr/>
          <p:nvPr/>
        </p:nvGrpSpPr>
        <p:grpSpPr>
          <a:xfrm>
            <a:off x="7767000" y="2985480"/>
            <a:ext cx="1753200" cy="13320"/>
            <a:chOff x="7767000" y="2985480"/>
            <a:chExt cx="1753200" cy="13320"/>
          </a:xfrm>
        </p:grpSpPr>
        <p:sp>
          <p:nvSpPr>
            <p:cNvPr id="61" name="Freeform 4"/>
            <p:cNvSpPr/>
            <p:nvPr/>
          </p:nvSpPr>
          <p:spPr>
            <a:xfrm>
              <a:off x="7767000" y="2985480"/>
              <a:ext cx="1753200" cy="13320"/>
            </a:xfrm>
            <a:custGeom>
              <a:avLst/>
              <a:gdLst>
                <a:gd name="textAreaLeft" fmla="*/ 0 w 1753200"/>
                <a:gd name="textAreaRight" fmla="*/ 1759680 w 1753200"/>
                <a:gd name="textAreaTop" fmla="*/ 0 h 13320"/>
                <a:gd name="textAreaBottom" fmla="*/ 18360 h 13320"/>
              </a:gdLst>
              <a:ahLst/>
              <a:cxnLst/>
              <a:rect l="textAreaLeft" t="textAreaTop" r="textAreaRight" b="textAreaBottom"/>
              <a:pathLst>
                <a:path w="2346198" h="143764">
                  <a:moveTo>
                    <a:pt x="0" y="0"/>
                  </a:moveTo>
                  <a:lnTo>
                    <a:pt x="2346198" y="0"/>
                  </a:lnTo>
                  <a:lnTo>
                    <a:pt x="2346198" y="143764"/>
                  </a:lnTo>
                  <a:lnTo>
                    <a:pt x="0" y="143764"/>
                  </a:lnTo>
                  <a:close/>
                </a:path>
              </a:pathLst>
            </a:custGeom>
            <a:solidFill>
              <a:srgbClr val="c4c4be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6640" bIns="-2664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2" name="Freeform 5"/>
          <p:cNvSpPr/>
          <p:nvPr/>
        </p:nvSpPr>
        <p:spPr>
          <a:xfrm>
            <a:off x="619920" y="8272080"/>
            <a:ext cx="347760" cy="378360"/>
          </a:xfrm>
          <a:custGeom>
            <a:avLst/>
            <a:gdLst>
              <a:gd name="textAreaLeft" fmla="*/ 0 w 347760"/>
              <a:gd name="textAreaRight" fmla="*/ 354240 w 347760"/>
              <a:gd name="textAreaTop" fmla="*/ 0 h 378360"/>
              <a:gd name="textAreaBottom" fmla="*/ 384840 h 378360"/>
            </a:gdLst>
            <a:ahLst/>
            <a:cxnLst/>
            <a:rect l="textAreaLeft" t="textAreaTop" r="textAreaRight" b="textAreaBottom"/>
            <a:pathLst>
              <a:path w="354311" h="384829">
                <a:moveTo>
                  <a:pt x="0" y="0"/>
                </a:moveTo>
                <a:lnTo>
                  <a:pt x="354311" y="0"/>
                </a:lnTo>
                <a:lnTo>
                  <a:pt x="354311" y="384829"/>
                </a:lnTo>
                <a:lnTo>
                  <a:pt x="0" y="38482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Freeform 6"/>
          <p:cNvSpPr/>
          <p:nvPr/>
        </p:nvSpPr>
        <p:spPr>
          <a:xfrm>
            <a:off x="614160" y="9246240"/>
            <a:ext cx="359640" cy="255960"/>
          </a:xfrm>
          <a:custGeom>
            <a:avLst/>
            <a:gdLst>
              <a:gd name="textAreaLeft" fmla="*/ 0 w 359640"/>
              <a:gd name="textAreaRight" fmla="*/ 366120 w 359640"/>
              <a:gd name="textAreaTop" fmla="*/ 0 h 255960"/>
              <a:gd name="textAreaBottom" fmla="*/ 262440 h 255960"/>
            </a:gdLst>
            <a:ahLst/>
            <a:cxnLst/>
            <a:rect l="textAreaLeft" t="textAreaTop" r="textAreaRight" b="textAreaBottom"/>
            <a:pathLst>
              <a:path w="366160" h="262585">
                <a:moveTo>
                  <a:pt x="0" y="0"/>
                </a:moveTo>
                <a:lnTo>
                  <a:pt x="366160" y="0"/>
                </a:lnTo>
                <a:lnTo>
                  <a:pt x="366160" y="262585"/>
                </a:lnTo>
                <a:lnTo>
                  <a:pt x="0" y="26258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Freeform 7"/>
          <p:cNvSpPr/>
          <p:nvPr/>
        </p:nvSpPr>
        <p:spPr>
          <a:xfrm>
            <a:off x="653400" y="10054080"/>
            <a:ext cx="292680" cy="452880"/>
          </a:xfrm>
          <a:custGeom>
            <a:avLst/>
            <a:gdLst>
              <a:gd name="textAreaLeft" fmla="*/ 0 w 292680"/>
              <a:gd name="textAreaRight" fmla="*/ 299160 w 292680"/>
              <a:gd name="textAreaTop" fmla="*/ 0 h 452880"/>
              <a:gd name="textAreaBottom" fmla="*/ 459360 h 452880"/>
            </a:gdLst>
            <a:ahLst/>
            <a:cxnLst/>
            <a:rect l="textAreaLeft" t="textAreaTop" r="textAreaRight" b="textAreaBottom"/>
            <a:pathLst>
              <a:path w="299285" h="459181">
                <a:moveTo>
                  <a:pt x="0" y="0"/>
                </a:moveTo>
                <a:lnTo>
                  <a:pt x="299285" y="0"/>
                </a:lnTo>
                <a:lnTo>
                  <a:pt x="299285" y="459181"/>
                </a:lnTo>
                <a:lnTo>
                  <a:pt x="0" y="45918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5" name="Group 17"/>
          <p:cNvGrpSpPr/>
          <p:nvPr/>
        </p:nvGrpSpPr>
        <p:grpSpPr>
          <a:xfrm>
            <a:off x="7767000" y="8619480"/>
            <a:ext cx="12514320" cy="24120"/>
            <a:chOff x="7767000" y="8619480"/>
            <a:chExt cx="12514320" cy="24120"/>
          </a:xfrm>
        </p:grpSpPr>
        <p:sp>
          <p:nvSpPr>
            <p:cNvPr id="66" name="Freeform 18"/>
            <p:cNvSpPr/>
            <p:nvPr/>
          </p:nvSpPr>
          <p:spPr>
            <a:xfrm>
              <a:off x="7767000" y="8619480"/>
              <a:ext cx="12514320" cy="24120"/>
            </a:xfrm>
            <a:custGeom>
              <a:avLst/>
              <a:gdLst>
                <a:gd name="textAreaLeft" fmla="*/ 0 w 12514320"/>
                <a:gd name="textAreaRight" fmla="*/ 12520800 w 12514320"/>
                <a:gd name="textAreaTop" fmla="*/ 0 h 24120"/>
                <a:gd name="textAreaBottom" fmla="*/ 30600 h 24120"/>
              </a:gdLst>
              <a:ahLst/>
              <a:cxnLst/>
              <a:rect l="textAreaLeft" t="textAreaTop" r="textAreaRight" b="textAreaBottom"/>
              <a:pathLst>
                <a:path w="16694277" h="40640">
                  <a:moveTo>
                    <a:pt x="16525239" y="0"/>
                  </a:moveTo>
                  <a:lnTo>
                    <a:pt x="0" y="0"/>
                  </a:lnTo>
                  <a:lnTo>
                    <a:pt x="0" y="40640"/>
                  </a:lnTo>
                  <a:lnTo>
                    <a:pt x="16694277" y="40640"/>
                  </a:lnTo>
                  <a:lnTo>
                    <a:pt x="16694277" y="0"/>
                  </a:lnTo>
                  <a:close/>
                </a:path>
              </a:pathLst>
            </a:custGeom>
            <a:solidFill>
              <a:srgbClr val="c4c4be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0" bIns="-144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7" name="Group 19"/>
          <p:cNvGrpSpPr/>
          <p:nvPr/>
        </p:nvGrpSpPr>
        <p:grpSpPr>
          <a:xfrm>
            <a:off x="7825680" y="4495680"/>
            <a:ext cx="12482640" cy="11880"/>
            <a:chOff x="7825680" y="4495680"/>
            <a:chExt cx="12482640" cy="11880"/>
          </a:xfrm>
        </p:grpSpPr>
        <p:sp>
          <p:nvSpPr>
            <p:cNvPr id="68" name="Freeform 20"/>
            <p:cNvSpPr/>
            <p:nvPr/>
          </p:nvSpPr>
          <p:spPr>
            <a:xfrm>
              <a:off x="7825680" y="4495680"/>
              <a:ext cx="12482640" cy="11880"/>
            </a:xfrm>
            <a:custGeom>
              <a:avLst/>
              <a:gdLst>
                <a:gd name="textAreaLeft" fmla="*/ 0 w 12482640"/>
                <a:gd name="textAreaRight" fmla="*/ 12489120 w 12482640"/>
                <a:gd name="textAreaTop" fmla="*/ 0 h 11880"/>
                <a:gd name="textAreaBottom" fmla="*/ 18360 h 11880"/>
              </a:gdLst>
              <a:ahLst/>
              <a:cxnLst/>
              <a:rect l="textAreaLeft" t="textAreaTop" r="textAreaRight" b="textAreaBottom"/>
              <a:pathLst>
                <a:path w="16652239" h="40640">
                  <a:moveTo>
                    <a:pt x="16483076" y="0"/>
                  </a:moveTo>
                  <a:lnTo>
                    <a:pt x="0" y="0"/>
                  </a:lnTo>
                  <a:lnTo>
                    <a:pt x="0" y="40640"/>
                  </a:lnTo>
                  <a:lnTo>
                    <a:pt x="16652239" y="40640"/>
                  </a:lnTo>
                  <a:lnTo>
                    <a:pt x="16652239" y="0"/>
                  </a:lnTo>
                  <a:close/>
                </a:path>
              </a:pathLst>
            </a:custGeom>
            <a:solidFill>
              <a:srgbClr val="c4c4be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6640" bIns="-2664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9" name="Group 21"/>
          <p:cNvGrpSpPr/>
          <p:nvPr/>
        </p:nvGrpSpPr>
        <p:grpSpPr>
          <a:xfrm>
            <a:off x="7889040" y="9081360"/>
            <a:ext cx="41400" cy="19653480"/>
            <a:chOff x="7889040" y="9081360"/>
            <a:chExt cx="41400" cy="19653480"/>
          </a:xfrm>
        </p:grpSpPr>
        <p:sp>
          <p:nvSpPr>
            <p:cNvPr id="70" name="Freeform 22"/>
            <p:cNvSpPr/>
            <p:nvPr/>
          </p:nvSpPr>
          <p:spPr>
            <a:xfrm rot="5400000">
              <a:off x="-1917000" y="18887400"/>
              <a:ext cx="19653480" cy="41400"/>
            </a:xfrm>
            <a:custGeom>
              <a:avLst/>
              <a:gdLst>
                <a:gd name="textAreaLeft" fmla="*/ 0 w 19653480"/>
                <a:gd name="textAreaRight" fmla="*/ 19659960 w 19653480"/>
                <a:gd name="textAreaTop" fmla="*/ 0 h 41400"/>
                <a:gd name="textAreaBottom" fmla="*/ 47880 h 41400"/>
              </a:gdLst>
              <a:ahLst/>
              <a:cxnLst/>
              <a:rect l="textAreaLeft" t="textAreaTop" r="textAreaRight" b="textAreaBottom"/>
              <a:pathLst>
                <a:path w="26213308" h="63754">
                  <a:moveTo>
                    <a:pt x="25947751" y="0"/>
                  </a:moveTo>
                  <a:lnTo>
                    <a:pt x="0" y="0"/>
                  </a:lnTo>
                  <a:lnTo>
                    <a:pt x="0" y="63754"/>
                  </a:lnTo>
                  <a:lnTo>
                    <a:pt x="26213308" y="63754"/>
                  </a:lnTo>
                  <a:lnTo>
                    <a:pt x="26213308" y="0"/>
                  </a:lnTo>
                  <a:close/>
                </a:path>
              </a:pathLst>
            </a:custGeom>
            <a:solidFill>
              <a:srgbClr val="c4c4be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880" bIns="288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1" name="TextBox 26"/>
          <p:cNvSpPr/>
          <p:nvPr/>
        </p:nvSpPr>
        <p:spPr>
          <a:xfrm>
            <a:off x="7767000" y="681120"/>
            <a:ext cx="13601160" cy="97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7645"/>
              </a:lnSpc>
            </a:pPr>
            <a:r>
              <a:rPr lang="en-US" sz="7650" b="0" u="none" strike="noStrike">
                <a:solidFill>
                  <a:srgbClr val="c0504d"/>
                </a:solidFill>
                <a:effectLst/>
                <a:uFillTx/>
                <a:latin typeface="Poppins"/>
                <a:ea typeface="Now Bold"/>
              </a:rPr>
              <a:t>{{name}}</a:t>
            </a:r>
            <a:endParaRPr lang="es-AR" sz="7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27"/>
          <p:cNvSpPr/>
          <p:nvPr/>
        </p:nvSpPr>
        <p:spPr>
          <a:xfrm>
            <a:off x="7767000" y="1932480"/>
            <a:ext cx="12039120" cy="7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5941"/>
              </a:lnSpc>
            </a:pPr>
            <a:r>
              <a:rPr lang="en-US" sz="3200" b="0" u="none" strike="noStrike">
                <a:solidFill>
                  <a:srgbClr val="1c1c1c"/>
                </a:solidFill>
                <a:effectLst/>
                <a:uFillTx/>
                <a:latin typeface="Now"/>
                <a:ea typeface="Now"/>
              </a:rPr>
              <a:t>{{title}}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29"/>
          <p:cNvSpPr/>
          <p:nvPr/>
        </p:nvSpPr>
        <p:spPr>
          <a:xfrm>
            <a:off x="1289160" y="8119800"/>
            <a:ext cx="436464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3960"/>
              </a:lnSpc>
            </a:pPr>
            <a:r>
              <a:rPr lang="en-US" sz="2830" b="0" u="none" strike="noStrike">
                <a:solidFill>
                  <a:srgbClr val="543f3f"/>
                </a:solidFill>
                <a:effectLst/>
                <a:uFillTx/>
                <a:latin typeface="Lato"/>
                <a:ea typeface="Lato"/>
              </a:rPr>
              <a:t>+{{contact_phone}}</a:t>
            </a:r>
            <a:endParaRPr lang="es-AR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30"/>
          <p:cNvSpPr/>
          <p:nvPr/>
        </p:nvSpPr>
        <p:spPr>
          <a:xfrm>
            <a:off x="1289160" y="9060120"/>
            <a:ext cx="48265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957"/>
              </a:lnSpc>
            </a:pPr>
            <a:r>
              <a:rPr lang="en-US" sz="2830" b="0" u="none" strike="noStrike">
                <a:solidFill>
                  <a:srgbClr val="543f3f"/>
                </a:solidFill>
                <a:effectLst/>
                <a:uFillTx/>
                <a:latin typeface="Lato"/>
                <a:ea typeface="Lato"/>
              </a:rPr>
              <a:t>{{contact_email}}</a:t>
            </a:r>
            <a:endParaRPr lang="es-AR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31"/>
          <p:cNvSpPr/>
          <p:nvPr/>
        </p:nvSpPr>
        <p:spPr>
          <a:xfrm>
            <a:off x="1326960" y="10087920"/>
            <a:ext cx="3030120" cy="40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195"/>
              </a:lnSpc>
            </a:pPr>
            <a:r>
              <a:rPr lang="en-US" sz="2830" b="0" u="none" strike="noStrike">
                <a:solidFill>
                  <a:srgbClr val="543f3f"/>
                </a:solidFill>
                <a:effectLst/>
                <a:uFillTx/>
                <a:latin typeface="Lato"/>
                <a:ea typeface="Lato"/>
              </a:rPr>
              <a:t>{{contact_location}}</a:t>
            </a:r>
            <a:endParaRPr lang="es-AR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37"/>
          <p:cNvSpPr/>
          <p:nvPr/>
        </p:nvSpPr>
        <p:spPr>
          <a:xfrm>
            <a:off x="7767000" y="7687440"/>
            <a:ext cx="12541320" cy="70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547"/>
              </a:lnSpc>
            </a:pPr>
            <a:r>
              <a:rPr lang="en-US" sz="3959" b="0" u="none" spc="468" strike="noStrike">
                <a:solidFill>
                  <a:srgbClr val="1c1c1c"/>
                </a:solidFill>
                <a:effectLst/>
                <a:uFillTx/>
                <a:latin typeface="Poppins"/>
                <a:ea typeface="Now Bold"/>
              </a:rPr>
              <a:t>Experiencia Laboral</a:t>
            </a:r>
            <a:endParaRPr lang="es-AR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38"/>
          <p:cNvSpPr/>
          <p:nvPr/>
        </p:nvSpPr>
        <p:spPr>
          <a:xfrm>
            <a:off x="7825680" y="3617640"/>
            <a:ext cx="12482640" cy="70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542"/>
              </a:lnSpc>
            </a:pPr>
            <a:r>
              <a:rPr lang="en-US" sz="3959" b="0" u="none" spc="468" strike="noStrike">
                <a:solidFill>
                  <a:srgbClr val="1c1c1c"/>
                </a:solidFill>
                <a:effectLst/>
                <a:uFillTx/>
                <a:latin typeface="Poppins"/>
                <a:ea typeface="Now Bold"/>
              </a:rPr>
              <a:t>Perfil Profesional</a:t>
            </a:r>
            <a:endParaRPr lang="es-AR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39"/>
          <p:cNvSpPr/>
          <p:nvPr/>
        </p:nvSpPr>
        <p:spPr>
          <a:xfrm>
            <a:off x="7825680" y="4489200"/>
            <a:ext cx="1248264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4201"/>
              </a:lnSpc>
            </a:pPr>
            <a:r>
              <a:rPr lang="en-US" sz="255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{{about}}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40"/>
          <p:cNvSpPr/>
          <p:nvPr/>
        </p:nvSpPr>
        <p:spPr>
          <a:xfrm>
            <a:off x="8265600" y="8902440"/>
            <a:ext cx="12070080" cy="4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66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41"/>
          <p:cNvSpPr/>
          <p:nvPr/>
        </p:nvSpPr>
        <p:spPr>
          <a:xfrm>
            <a:off x="8089560" y="9424440"/>
            <a:ext cx="12065400" cy="87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66"/>
              </a:lnSpc>
            </a:pPr>
            <a:r>
              <a:rPr lang="en-US" sz="2550" b="1" u="none" strike="noStrike">
                <a:solidFill>
                  <a:srgbClr val="1c1c1c"/>
                </a:solidFill>
                <a:effectLst/>
                <a:uFillTx/>
                <a:latin typeface="Poppins"/>
                <a:ea typeface="Lato Bold"/>
              </a:rPr>
              <a:t>{{exp_1_role}}</a:t>
            </a:r>
            <a:r>
              <a:rPr lang="en-US" sz="2550" b="0" u="none" strike="noStrike">
                <a:solidFill>
                  <a:srgbClr val="1c1c1c"/>
                </a:solidFill>
                <a:effectLst/>
                <a:uFillTx/>
                <a:latin typeface="Poppins"/>
                <a:ea typeface="Lato Bold"/>
              </a:rPr>
              <a:t> </a:t>
            </a:r>
            <a:r>
              <a:rPr lang="en-US" sz="255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 </a:t>
            </a:r>
            <a:r>
              <a:rPr lang="en-US" sz="22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{{exp_1_company}} {{exp_1_dates}}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701"/>
              </a:lnSpc>
            </a:pP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606"/>
              </a:lnSpc>
            </a:pP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Lato"/>
                <a:ea typeface="Montserrat"/>
              </a:rPr>
              <a:t>{{exp_1_bullets_block}}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69"/>
              </a:lnSpc>
            </a:pP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66"/>
              </a:lnSpc>
            </a:pPr>
            <a:r>
              <a:rPr lang="en-US" sz="2550" b="1" u="none" strike="noStrike">
                <a:solidFill>
                  <a:srgbClr val="1c1c1c"/>
                </a:solidFill>
                <a:effectLst/>
                <a:uFillTx/>
                <a:latin typeface="Poppins"/>
                <a:ea typeface="Lato Bold"/>
              </a:rPr>
              <a:t>{{exp_2_role}}</a:t>
            </a:r>
            <a:r>
              <a:rPr lang="en-US" sz="2550" b="1" u="none" strike="noStrike">
                <a:solidFill>
                  <a:srgbClr val="1c1c1c"/>
                </a:solidFill>
                <a:effectLst/>
                <a:uFillTx/>
                <a:latin typeface="Lato Bold"/>
                <a:ea typeface="Lato Bold"/>
              </a:rPr>
              <a:t> </a:t>
            </a:r>
            <a:r>
              <a:rPr lang="en-US" sz="255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 </a:t>
            </a:r>
            <a:r>
              <a:rPr lang="en-US" sz="22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{{exp_2_company}} {{exp_2_dates}}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701"/>
              </a:lnSpc>
            </a:pP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606"/>
              </a:lnSpc>
            </a:pP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Lato"/>
                <a:ea typeface="Montserrat"/>
              </a:rPr>
              <a:t>{{exp_2_bullets_block}}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69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66"/>
              </a:lnSpc>
            </a:pPr>
            <a:r>
              <a:rPr lang="en-US" sz="2550" b="1" u="none" strike="noStrike">
                <a:solidFill>
                  <a:srgbClr val="1c1c1c"/>
                </a:solidFill>
                <a:effectLst/>
                <a:uFillTx/>
                <a:latin typeface="Poppins"/>
                <a:ea typeface="Lato Bold"/>
              </a:rPr>
              <a:t>{{exp_3_role}}</a:t>
            </a:r>
            <a:r>
              <a:rPr lang="en-US" sz="2550" b="1" u="none" strike="noStrike">
                <a:solidFill>
                  <a:srgbClr val="1c1c1c"/>
                </a:solidFill>
                <a:effectLst/>
                <a:uFillTx/>
                <a:latin typeface="Lato Bold"/>
                <a:ea typeface="Lato Bold"/>
              </a:rPr>
              <a:t> </a:t>
            </a:r>
            <a:r>
              <a:rPr lang="en-US" sz="255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 </a:t>
            </a:r>
            <a:r>
              <a:rPr lang="en-US" sz="22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{{exp_3_company}} {{exp_3_dates}}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701"/>
              </a:lnSpc>
            </a:pP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606"/>
              </a:lnSpc>
            </a:pP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Lato"/>
                <a:ea typeface="Montserrat"/>
              </a:rPr>
              <a:t>{{exp_3_bullets_block}}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69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66"/>
              </a:lnSpc>
            </a:pPr>
            <a:r>
              <a:rPr lang="en-US" sz="2550" b="1" u="none" strike="noStrike">
                <a:solidFill>
                  <a:srgbClr val="1c1c1c"/>
                </a:solidFill>
                <a:effectLst/>
                <a:uFillTx/>
                <a:latin typeface="Poppins"/>
                <a:ea typeface="Lato Bold"/>
              </a:rPr>
              <a:t>{{exp_4_role}}</a:t>
            </a:r>
            <a:r>
              <a:rPr lang="en-US" sz="2550" b="1" u="none" strike="noStrike">
                <a:solidFill>
                  <a:srgbClr val="1c1c1c"/>
                </a:solidFill>
                <a:effectLst/>
                <a:uFillTx/>
                <a:latin typeface="Lato Bold"/>
                <a:ea typeface="Lato Bold"/>
              </a:rPr>
              <a:t> </a:t>
            </a:r>
            <a:r>
              <a:rPr lang="en-US" sz="255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 </a:t>
            </a:r>
            <a:r>
              <a:rPr lang="en-US" sz="22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{{exp_4_company}} {{exp_4_dates}}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701"/>
              </a:lnSpc>
            </a:pP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606"/>
              </a:lnSpc>
            </a:pP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Lato"/>
                <a:ea typeface="Montserrat"/>
              </a:rPr>
              <a:t>{{exp_4_bullets_block}}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69"/>
              </a:lnSpc>
            </a:pP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66"/>
              </a:lnSpc>
            </a:pPr>
            <a:r>
              <a:rPr lang="en-US" sz="2550" b="1" u="none" strike="noStrike">
                <a:solidFill>
                  <a:srgbClr val="1c1c1c"/>
                </a:solidFill>
                <a:effectLst/>
                <a:uFillTx/>
                <a:latin typeface="Poppins"/>
                <a:ea typeface="Lato Bold"/>
              </a:rPr>
              <a:t>{{exp_5_role}}</a:t>
            </a:r>
            <a:r>
              <a:rPr lang="en-US" sz="2550" b="1" u="none" strike="noStrike">
                <a:solidFill>
                  <a:srgbClr val="1c1c1c"/>
                </a:solidFill>
                <a:effectLst/>
                <a:uFillTx/>
                <a:latin typeface="Lato Bold"/>
                <a:ea typeface="Lato Bold"/>
              </a:rPr>
              <a:t> </a:t>
            </a:r>
            <a:r>
              <a:rPr lang="en-US" sz="255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 </a:t>
            </a:r>
            <a:r>
              <a:rPr lang="en-US" sz="22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{{exp_5_company}} {{exp_5_dates}}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701"/>
              </a:lnSpc>
            </a:pP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606"/>
              </a:lnSpc>
            </a:pP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Lato"/>
                <a:ea typeface="Montserrat"/>
              </a:rPr>
              <a:t>{{exp_5_bullets_block}}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66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43"/>
          <p:cNvSpPr/>
          <p:nvPr/>
        </p:nvSpPr>
        <p:spPr>
          <a:xfrm>
            <a:off x="8305200" y="13141800"/>
            <a:ext cx="12030480" cy="4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66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1080000" y="1435320"/>
            <a:ext cx="5217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{{%photo}}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360000" y="11700000"/>
            <a:ext cx="5972760" cy="397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</a:rPr>
              <a:t>{{#sidebar_sections}}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35"/>
              </a:lnSpc>
            </a:pPr>
            <a:r>
              <a:rPr lang="en-US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{{title}}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118"/>
              </a:lnSpc>
            </a:pPr>
            <a:r>
              <a:rPr lang="es-AR" sz="3000" b="0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{{line}}</a:t>
            </a: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850"/>
              </a:lnSpc>
            </a:pP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402"/>
              </a:lnSpc>
            </a:pPr>
            <a:r>
              <a:rPr lang="es-AR" sz="2200" b="0" u="none" strike="noStrike">
                <a:solidFill>
                  <a:srgbClr val="543f3f"/>
                </a:solidFill>
                <a:effectLst/>
                <a:uFillTx/>
                <a:latin typeface="Lato"/>
                <a:ea typeface="Montserrat Bold"/>
              </a:rPr>
              <a:t>{{body}}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{{/sidebar_sections}}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4" name="Group 8"/>
          <p:cNvGrpSpPr/>
          <p:nvPr/>
        </p:nvGrpSpPr>
        <p:grpSpPr>
          <a:xfrm>
            <a:off x="470520" y="7646760"/>
            <a:ext cx="5109480" cy="23040"/>
            <a:chOff x="470520" y="7646760"/>
            <a:chExt cx="5109480" cy="23040"/>
          </a:xfrm>
        </p:grpSpPr>
        <p:sp>
          <p:nvSpPr>
            <p:cNvPr id="85" name="Freeform 1"/>
            <p:cNvSpPr/>
            <p:nvPr/>
          </p:nvSpPr>
          <p:spPr>
            <a:xfrm>
              <a:off x="470520" y="7646760"/>
              <a:ext cx="5109480" cy="23040"/>
            </a:xfrm>
            <a:custGeom>
              <a:avLst/>
              <a:gdLst>
                <a:gd name="textAreaLeft" fmla="*/ 0 w 5109480"/>
                <a:gd name="textAreaRight" fmla="*/ 5117040 w 5109480"/>
                <a:gd name="textAreaTop" fmla="*/ 0 h 23040"/>
                <a:gd name="textAreaBottom" fmla="*/ 30600 h 23040"/>
              </a:gdLst>
              <a:ahLst/>
              <a:cxnLst/>
              <a:rect l="textAreaLeft" t="textAreaTop" r="textAreaRight" b="textAreaBottom"/>
              <a:pathLst>
                <a:path w="6822694" h="40640">
                  <a:moveTo>
                    <a:pt x="6653530" y="0"/>
                  </a:moveTo>
                  <a:lnTo>
                    <a:pt x="0" y="0"/>
                  </a:lnTo>
                  <a:lnTo>
                    <a:pt x="0" y="40640"/>
                  </a:lnTo>
                  <a:lnTo>
                    <a:pt x="6822694" y="40640"/>
                  </a:lnTo>
                  <a:lnTo>
                    <a:pt x="6822694" y="0"/>
                  </a:lnTo>
                  <a:close/>
                </a:path>
              </a:pathLst>
            </a:custGeom>
            <a:solidFill>
              <a:srgbClr val="543f3f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0" bIns="-14400" anchor="t">
              <a:noAutofit/>
            </a:bodyPr>
            <a:p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6" name=""/>
          <p:cNvSpPr txBox="1"/>
          <p:nvPr/>
        </p:nvSpPr>
        <p:spPr>
          <a:xfrm>
            <a:off x="360000" y="7046280"/>
            <a:ext cx="3780000" cy="693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Contacto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DAG9j18jp5c</dc:identifier>
  <dc:language>es-AR</dc:language>
  <cp:lastModifiedBy/>
  <dcterms:modified xsi:type="dcterms:W3CDTF">2026-01-14T16:31:50Z</dcterms:modified>
  <cp:revision>19</cp:revision>
  <dc:subject/>
  <dc:title>Plantilla_oficial_3.pptx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