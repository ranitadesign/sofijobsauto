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Lato"/>
      <p:regular r:id="rId7"/>
      <p:bold r:id="rId7"/>
    </p:embeddedFont>
    <p:embeddedFont>
      <p:font typeface="Now"/>
      <p:regular r:id="rId8"/>
      <p:bold r:id="rId8"/>
    </p:embeddedFont>
    <p:embeddedFont>
      <p:font typeface="Montserrat Bold"/>
    </p:embeddedFont>
    <p:embeddedFont>
      <p:font typeface="Now Bold"/>
    </p:embeddedFont>
    <p:embeddedFont>
      <p:font typeface="Lato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Lato_Regular.fntdata"/><Relationship Id="rId8" Type="http://schemas.openxmlformats.org/officeDocument/2006/relationships/font" Target="fonts/Font_5_Now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08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60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9BF6A4-7D11-4A8D-83E0-132769321F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B0ACCC-681E-455A-A46D-EB1E3B1266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080" cy="134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080" cy="14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B121AE-AB49-40A4-A466-FF82D42BD8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3F8B7B-5FE7-4478-BFFA-3CC93B4384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96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96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40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40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5248B0-09CD-48D4-9C74-04DAEADB9D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22F063-4CE5-4F53-9C24-A8C69278E9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DC8FA3-AF09-4AFE-95EF-7C60263320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840" cy="114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32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840" cy="467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F8848F-8628-4593-9855-F06FB98EF8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080" cy="55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080" cy="410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080" cy="79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2309DC-FC79-4724-871D-27AB0F94DC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080" cy="14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61AD9E-BD0B-454E-BBBC-172EDA8EFE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037EA0-3149-4B42-B3C6-B152A17934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15120" y="0"/>
            <a:ext cx="7351920" cy="30263760"/>
          </a:xfrm>
          <a:custGeom>
            <a:avLst/>
            <a:gdLst>
              <a:gd name="textAreaLeft" fmla="*/ 0 w 7351920"/>
              <a:gd name="textAreaRight" fmla="*/ 7365240 w 7351920"/>
              <a:gd name="textAreaTop" fmla="*/ 0 h 30263760"/>
              <a:gd name="textAreaBottom" fmla="*/ 30277080 h 30263760"/>
            </a:gdLst>
            <a:ahLst/>
            <a:cxnLst/>
            <a:rect l="textAreaLeft" t="textAreaTop" r="textAreaRight" b="textAreaBottom"/>
            <a:pathLst>
              <a:path w="8625412" h="31806316">
                <a:moveTo>
                  <a:pt x="0" y="0"/>
                </a:moveTo>
                <a:lnTo>
                  <a:pt x="8625412" y="0"/>
                </a:lnTo>
                <a:lnTo>
                  <a:pt x="8625412" y="31806316"/>
                </a:lnTo>
                <a:lnTo>
                  <a:pt x="0" y="31806316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767000" y="2985480"/>
            <a:ext cx="1746360" cy="6480"/>
            <a:chOff x="7767000" y="2985480"/>
            <a:chExt cx="1746360" cy="6480"/>
          </a:xfrm>
        </p:grpSpPr>
        <p:sp>
          <p:nvSpPr>
            <p:cNvPr id="61" name="Freeform 4"/>
            <p:cNvSpPr/>
            <p:nvPr/>
          </p:nvSpPr>
          <p:spPr>
            <a:xfrm>
              <a:off x="7767000" y="2985480"/>
              <a:ext cx="1746360" cy="6480"/>
            </a:xfrm>
            <a:custGeom>
              <a:avLst/>
              <a:gdLst>
                <a:gd name="textAreaLeft" fmla="*/ 0 w 1746360"/>
                <a:gd name="textAreaRight" fmla="*/ 1759680 w 1746360"/>
                <a:gd name="textAreaTop" fmla="*/ 0 h 6480"/>
                <a:gd name="textAreaBottom" fmla="*/ 18360 h 6480"/>
              </a:gdLst>
              <a:ahLst/>
              <a:cxnLst/>
              <a:rect l="textAreaLeft" t="textAreaTop" r="textAreaRight" b="textAreaBottom"/>
              <a:pathLst>
                <a:path w="2346198" h="143764">
                  <a:moveTo>
                    <a:pt x="0" y="0"/>
                  </a:moveTo>
                  <a:lnTo>
                    <a:pt x="2346198" y="0"/>
                  </a:lnTo>
                  <a:lnTo>
                    <a:pt x="2346198" y="143764"/>
                  </a:lnTo>
                  <a:lnTo>
                    <a:pt x="0" y="143764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17"/>
          <p:cNvGrpSpPr/>
          <p:nvPr/>
        </p:nvGrpSpPr>
        <p:grpSpPr>
          <a:xfrm>
            <a:off x="7767000" y="8439480"/>
            <a:ext cx="12507480" cy="17280"/>
            <a:chOff x="7767000" y="8439480"/>
            <a:chExt cx="12507480" cy="17280"/>
          </a:xfrm>
        </p:grpSpPr>
        <p:sp>
          <p:nvSpPr>
            <p:cNvPr id="63" name="Freeform 18"/>
            <p:cNvSpPr/>
            <p:nvPr/>
          </p:nvSpPr>
          <p:spPr>
            <a:xfrm>
              <a:off x="7767000" y="8439480"/>
              <a:ext cx="12507480" cy="17280"/>
            </a:xfrm>
            <a:custGeom>
              <a:avLst/>
              <a:gdLst>
                <a:gd name="textAreaLeft" fmla="*/ 0 w 12507480"/>
                <a:gd name="textAreaRight" fmla="*/ 12520800 w 12507480"/>
                <a:gd name="textAreaTop" fmla="*/ 0 h 17280"/>
                <a:gd name="textAreaBottom" fmla="*/ 30600 h 1728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19"/>
          <p:cNvGrpSpPr/>
          <p:nvPr/>
        </p:nvGrpSpPr>
        <p:grpSpPr>
          <a:xfrm>
            <a:off x="7825680" y="4495680"/>
            <a:ext cx="12475800" cy="5040"/>
            <a:chOff x="7825680" y="4495680"/>
            <a:chExt cx="12475800" cy="5040"/>
          </a:xfrm>
        </p:grpSpPr>
        <p:sp>
          <p:nvSpPr>
            <p:cNvPr id="65" name="Freeform 20"/>
            <p:cNvSpPr/>
            <p:nvPr/>
          </p:nvSpPr>
          <p:spPr>
            <a:xfrm>
              <a:off x="7825680" y="4495680"/>
              <a:ext cx="12475800" cy="5040"/>
            </a:xfrm>
            <a:custGeom>
              <a:avLst/>
              <a:gdLst>
                <a:gd name="textAreaLeft" fmla="*/ 0 w 12475800"/>
                <a:gd name="textAreaRight" fmla="*/ 12489120 w 12475800"/>
                <a:gd name="textAreaTop" fmla="*/ 0 h 5040"/>
                <a:gd name="textAreaBottom" fmla="*/ 18360 h 504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21"/>
          <p:cNvGrpSpPr/>
          <p:nvPr/>
        </p:nvGrpSpPr>
        <p:grpSpPr>
          <a:xfrm>
            <a:off x="7742160" y="9000000"/>
            <a:ext cx="34560" cy="19646640"/>
            <a:chOff x="7742160" y="9000000"/>
            <a:chExt cx="34560" cy="19646640"/>
          </a:xfrm>
        </p:grpSpPr>
        <p:sp>
          <p:nvSpPr>
            <p:cNvPr id="67" name="Freeform 22"/>
            <p:cNvSpPr/>
            <p:nvPr/>
          </p:nvSpPr>
          <p:spPr>
            <a:xfrm rot="5400000">
              <a:off x="-2063880" y="18806040"/>
              <a:ext cx="19646640" cy="34560"/>
            </a:xfrm>
            <a:custGeom>
              <a:avLst/>
              <a:gdLst>
                <a:gd name="textAreaLeft" fmla="*/ 0 w 19646640"/>
                <a:gd name="textAreaRight" fmla="*/ 19659960 w 19646640"/>
                <a:gd name="textAreaTop" fmla="*/ 0 h 34560"/>
                <a:gd name="textAreaBottom" fmla="*/ 47880 h 34560"/>
              </a:gdLst>
              <a:ahLst/>
              <a:cxnLst/>
              <a:rect l="textAreaLeft" t="textAreaTop" r="textAreaRight" b="textAreaBottom"/>
              <a:pathLst>
                <a:path w="26213308" h="63754">
                  <a:moveTo>
                    <a:pt x="25947751" y="0"/>
                  </a:moveTo>
                  <a:lnTo>
                    <a:pt x="0" y="0"/>
                  </a:lnTo>
                  <a:lnTo>
                    <a:pt x="0" y="63754"/>
                  </a:lnTo>
                  <a:lnTo>
                    <a:pt x="26213308" y="63754"/>
                  </a:lnTo>
                  <a:lnTo>
                    <a:pt x="26213308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26"/>
          <p:cNvSpPr/>
          <p:nvPr/>
        </p:nvSpPr>
        <p:spPr>
          <a:xfrm>
            <a:off x="7767000" y="681120"/>
            <a:ext cx="13594320" cy="172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645"/>
              </a:lnSpc>
            </a:pPr>
            <a:r>
              <a:rPr lang="en-US" sz="765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5941"/>
              </a:lnSpc>
            </a:pPr>
            <a:r>
              <a:rPr lang="en-US" sz="3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Now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7"/>
          <p:cNvSpPr/>
          <p:nvPr/>
        </p:nvSpPr>
        <p:spPr>
          <a:xfrm>
            <a:off x="7767000" y="7687440"/>
            <a:ext cx="1253448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1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8"/>
          <p:cNvSpPr/>
          <p:nvPr/>
        </p:nvSpPr>
        <p:spPr>
          <a:xfrm>
            <a:off x="7825680" y="3617640"/>
            <a:ext cx="1247580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9"/>
          <p:cNvSpPr/>
          <p:nvPr/>
        </p:nvSpPr>
        <p:spPr>
          <a:xfrm>
            <a:off x="7825680" y="4489200"/>
            <a:ext cx="1247580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{{about}}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0"/>
          <p:cNvSpPr/>
          <p:nvPr/>
        </p:nvSpPr>
        <p:spPr>
          <a:xfrm>
            <a:off x="8265600" y="8902440"/>
            <a:ext cx="1206324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1"/>
          <p:cNvSpPr/>
          <p:nvPr/>
        </p:nvSpPr>
        <p:spPr>
          <a:xfrm>
            <a:off x="7632000" y="8751960"/>
            <a:ext cx="13427280" cy="60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1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[[EXPERIENCE_BLOCK]] </a:t>
            </a:r>
            <a:r>
              <a:rPr lang="en-US" sz="240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40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{{exp_1_role}}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{{exp_1_company}} {{exp_1_dates}}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417"/>
              </a:lnSpc>
            </a:pP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40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{{exp_2_role}}</a:t>
            </a: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{{exp_2_company}} {{exp_2_dates}}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41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40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{{exp_3_role}}</a:t>
            </a: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{{exp_3_company}} {{exp_3_dates}}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685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41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40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{{exp_4_role}}</a:t>
            </a: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{{exp_4_company}} {{exp_4_dates}}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41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40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{{exp_5_role}}</a:t>
            </a: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{{exp_5_company}} {{exp_5_dates}}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{{exp_5_bullets_block}}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3"/>
          <p:cNvSpPr/>
          <p:nvPr/>
        </p:nvSpPr>
        <p:spPr>
          <a:xfrm>
            <a:off x="8305200" y="13141800"/>
            <a:ext cx="1202364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900360" y="891720"/>
            <a:ext cx="5033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52360" y="5760360"/>
            <a:ext cx="6330600" cy="461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22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DAG9j18jp5c</dc:identifier>
  <dc:language>es-AR</dc:language>
  <cp:lastModifiedBy/>
  <dcterms:modified xsi:type="dcterms:W3CDTF">2026-03-09T19:52:11Z</dcterms:modified>
  <cp:revision>35</cp:revision>
  <dc:subject/>
  <dc:title>Plantilla_oficial_3.pptx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