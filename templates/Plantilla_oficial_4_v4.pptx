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Poppins Italics"/>
    </p:embeddedFont>
    <p:embeddedFont>
      <p:font typeface="Microsoft YaHei"/>
      <p:regular r:id="rId5"/>
    </p:embeddedFont>
    <p:embeddedFont>
      <p:font typeface="Montserrat"/>
      <p:regular r:id="rId6"/>
      <p:bold r:id="rId6"/>
    </p:embeddedFont>
    <p:embeddedFont>
      <p:font typeface="Poppins Bold"/>
    </p:embeddedFont>
    <p:embeddedFont>
      <p:font typeface="Montserra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8000" cy="134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8000" cy="1485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C888104-1B05-4591-9512-4003D9291FC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200" cy="112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4080" cy="451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4080" cy="451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2ECEC67-C3B3-41CF-A9E0-88096E14413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200" cy="112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5880" cy="62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5880" cy="393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7320" cy="62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7320" cy="393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929BB99-3BBF-43C9-BA28-993929B0613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200" cy="112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A1F21D9-792D-457F-BA0B-6AEF074EEAF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B9769C6-BF11-4977-9400-E647F91BD4B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3760" cy="114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7240" cy="583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3760" cy="467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DD46C0F-302D-4943-8412-AECD8B9EA7E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2000" cy="55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2000" cy="4100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2000" cy="79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B6A4794-937C-4479-BFEA-BF86BBD1A85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8000" cy="145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391B08A-2B3C-4C7E-8B91-D40A18D155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200" cy="112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5200" cy="451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5BF57F6-8072-440C-8E3D-D3A872F8E41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3000" cy="583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5520" cy="583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43859B7-9336-4A30-9BDA-D38639BDD67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200" cy="112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5200" cy="451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B6316F8-362B-4A4F-8A02-92E022A8924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-48960" y="0"/>
            <a:ext cx="6882120" cy="30241440"/>
            <a:chOff x="-48960" y="0"/>
            <a:chExt cx="6882120" cy="30241440"/>
          </a:xfrm>
        </p:grpSpPr>
        <p:sp>
          <p:nvSpPr>
            <p:cNvPr id="60" name="Freeform 3"/>
            <p:cNvSpPr/>
            <p:nvPr/>
          </p:nvSpPr>
          <p:spPr>
            <a:xfrm>
              <a:off x="-48960" y="0"/>
              <a:ext cx="6882120" cy="30241440"/>
            </a:xfrm>
            <a:custGeom>
              <a:avLst/>
              <a:gdLst>
                <a:gd name="textAreaLeft" fmla="*/ 0 w 6882120"/>
                <a:gd name="textAreaRight" fmla="*/ 6896520 w 6882120"/>
                <a:gd name="textAreaTop" fmla="*/ 0 h 30241440"/>
                <a:gd name="textAreaBottom" fmla="*/ 30255840 h 30241440"/>
              </a:gdLst>
              <a:ahLst/>
              <a:cxnLst/>
              <a:rect l="textAreaLeft" t="textAreaTop" r="textAreaRight" b="textAreaBottom"/>
              <a:pathLst>
                <a:path w="9195181" h="40341042">
                  <a:moveTo>
                    <a:pt x="0" y="0"/>
                  </a:moveTo>
                  <a:lnTo>
                    <a:pt x="9195181" y="0"/>
                  </a:lnTo>
                  <a:lnTo>
                    <a:pt x="9195181" y="40341042"/>
                  </a:lnTo>
                  <a:lnTo>
                    <a:pt x="0" y="40341042"/>
                  </a:lnTo>
                  <a:close/>
                </a:path>
              </a:pathLst>
            </a:custGeom>
            <a:solidFill>
              <a:srgbClr val="c0504d"/>
            </a:solidFill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34"/>
          <p:cNvSpPr/>
          <p:nvPr/>
        </p:nvSpPr>
        <p:spPr>
          <a:xfrm>
            <a:off x="720000" y="1086480"/>
            <a:ext cx="2557080" cy="39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41"/>
              </a:lnSpc>
              <a:spcBef>
                <a:spcPts val="1191"/>
              </a:spcBef>
              <a:spcAft>
                <a:spcPts val="992"/>
              </a:spcAft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35"/>
          <p:cNvGrpSpPr/>
          <p:nvPr/>
        </p:nvGrpSpPr>
        <p:grpSpPr>
          <a:xfrm>
            <a:off x="7200000" y="10365840"/>
            <a:ext cx="13132080" cy="14112360"/>
            <a:chOff x="7200000" y="10365840"/>
            <a:chExt cx="13132080" cy="14112360"/>
          </a:xfrm>
        </p:grpSpPr>
        <p:sp>
          <p:nvSpPr>
            <p:cNvPr id="63" name="TextBox 1"/>
            <p:cNvSpPr/>
            <p:nvPr/>
          </p:nvSpPr>
          <p:spPr>
            <a:xfrm>
              <a:off x="7431480" y="14299560"/>
              <a:ext cx="12895560" cy="238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58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" name="TextBox 2"/>
            <p:cNvSpPr/>
            <p:nvPr/>
          </p:nvSpPr>
          <p:spPr>
            <a:xfrm>
              <a:off x="7200000" y="15021000"/>
              <a:ext cx="12461040" cy="1717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02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" name="TextBox 3"/>
            <p:cNvSpPr/>
            <p:nvPr/>
          </p:nvSpPr>
          <p:spPr>
            <a:xfrm>
              <a:off x="7623360" y="15129360"/>
              <a:ext cx="6402960" cy="442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" name="TextBox 7"/>
            <p:cNvSpPr/>
            <p:nvPr/>
          </p:nvSpPr>
          <p:spPr>
            <a:xfrm>
              <a:off x="7431480" y="18149760"/>
              <a:ext cx="12895560" cy="2387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58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" name="TextBox 10"/>
            <p:cNvSpPr/>
            <p:nvPr/>
          </p:nvSpPr>
          <p:spPr>
            <a:xfrm>
              <a:off x="7200000" y="18871200"/>
              <a:ext cx="12461040" cy="1717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02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" name="TextBox 11"/>
            <p:cNvSpPr/>
            <p:nvPr/>
          </p:nvSpPr>
          <p:spPr>
            <a:xfrm>
              <a:off x="7623360" y="18979560"/>
              <a:ext cx="6402960" cy="442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TextBox 13"/>
            <p:cNvSpPr/>
            <p:nvPr/>
          </p:nvSpPr>
          <p:spPr>
            <a:xfrm>
              <a:off x="7431480" y="22039560"/>
              <a:ext cx="12895560" cy="2389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58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" name="TextBox 14"/>
            <p:cNvSpPr/>
            <p:nvPr/>
          </p:nvSpPr>
          <p:spPr>
            <a:xfrm>
              <a:off x="7200000" y="22761000"/>
              <a:ext cx="12461040" cy="1717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02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TextBox 17"/>
            <p:cNvSpPr/>
            <p:nvPr/>
          </p:nvSpPr>
          <p:spPr>
            <a:xfrm>
              <a:off x="7623360" y="22869360"/>
              <a:ext cx="6402960" cy="442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TextBox 18"/>
            <p:cNvSpPr/>
            <p:nvPr/>
          </p:nvSpPr>
          <p:spPr>
            <a:xfrm>
              <a:off x="7436520" y="10365840"/>
              <a:ext cx="12895560" cy="6024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586"/>
                </a:lnSpc>
              </a:pPr>
              <a:r>
                <a:rPr lang="en-US" sz="2400" b="1" u="none" spc="60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{{exp_1_role}}</a:t>
              </a:r>
              <a:r>
                <a:rPr lang="en-US" sz="2400" b="0" u="none" spc="60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  </a:t>
              </a:r>
              <a:r>
                <a:rPr lang="en-US" sz="2400" b="0" u="none" spc="51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{{exp_1_</a:t>
              </a:r>
              <a:r>
                <a:rPr lang="en-US" sz="2400" b="0" u="none" spc="65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company</a:t>
              </a:r>
              <a:r>
                <a:rPr lang="en-US" sz="2400" b="0" u="none" spc="51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}}  {{exp_1_dates}}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200" b="0" u="none" strike="noStrike">
                  <a:solidFill>
                    <a:srgbClr val="292d2d"/>
                  </a:solidFill>
                  <a:effectLst/>
                  <a:uFillTx/>
                  <a:latin typeface="Poppins"/>
                  <a:ea typeface="Montserrat"/>
                </a:rPr>
                <a:t>{{exp_1_bullets_block}}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586"/>
                </a:lnSpc>
              </a:pPr>
              <a:r>
                <a:rPr lang="en-US" sz="2400" b="1" u="none" spc="60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{{exp_2_role}</a:t>
              </a:r>
              <a:r>
                <a:rPr lang="en-US" sz="2400" b="0" u="none" spc="60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}  </a:t>
              </a:r>
              <a:r>
                <a:rPr lang="en-US" sz="2400" b="0" u="none" spc="51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{{exp_2_</a:t>
              </a:r>
              <a:r>
                <a:rPr lang="en-US" sz="2400" b="0" u="none" spc="65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company</a:t>
              </a:r>
              <a:r>
                <a:rPr lang="en-US" sz="2400" b="0" u="none" spc="51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}}  {{exp_2_dates}}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1701"/>
                </a:lnSpc>
              </a:pP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200" b="0" u="none" strike="noStrike">
                  <a:solidFill>
                    <a:srgbClr val="292d2d"/>
                  </a:solidFill>
                  <a:effectLst/>
                  <a:uFillTx/>
                  <a:latin typeface="Poppins"/>
                  <a:ea typeface="Montserrat"/>
                </a:rPr>
                <a:t>{{exp_2_bullets_block}}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586"/>
                </a:lnSpc>
              </a:pPr>
              <a:r>
                <a:rPr lang="en-US" sz="2400" b="1" u="none" spc="60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{{exp_3_role}}</a:t>
              </a:r>
              <a:r>
                <a:rPr lang="en-US" sz="2400" b="0" u="none" spc="60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  </a:t>
              </a:r>
              <a:r>
                <a:rPr lang="en-US" sz="2400" b="0" u="none" spc="51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{{exp_3_</a:t>
              </a:r>
              <a:r>
                <a:rPr lang="en-US" sz="2400" b="0" u="none" spc="65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company</a:t>
              </a:r>
              <a:r>
                <a:rPr lang="en-US" sz="2400" b="0" u="none" spc="51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}}  {{exp_3_dates}}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1701"/>
                </a:lnSpc>
              </a:pP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200" b="0" u="none" strike="noStrike">
                  <a:solidFill>
                    <a:srgbClr val="292d2d"/>
                  </a:solidFill>
                  <a:effectLst/>
                  <a:uFillTx/>
                  <a:latin typeface="Poppins"/>
                  <a:ea typeface="Montserrat"/>
                </a:rPr>
                <a:t>{{exp_3_bullets_block}}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586"/>
                </a:lnSpc>
              </a:pPr>
              <a:r>
                <a:rPr lang="en-US" sz="2400" b="1" u="none" spc="60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{{exp_4_role}</a:t>
              </a:r>
              <a:r>
                <a:rPr lang="en-US" sz="2400" b="0" u="none" spc="60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}  </a:t>
              </a:r>
              <a:r>
                <a:rPr lang="en-US" sz="2400" b="0" u="none" spc="51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{{exp_4_</a:t>
              </a:r>
              <a:r>
                <a:rPr lang="en-US" sz="2400" b="0" u="none" spc="65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company</a:t>
              </a:r>
              <a:r>
                <a:rPr lang="en-US" sz="2400" b="0" u="none" spc="51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}}  {{exp_4_dates}}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200" b="0" u="none" strike="noStrike">
                  <a:solidFill>
                    <a:srgbClr val="292d2d"/>
                  </a:solidFill>
                  <a:effectLst/>
                  <a:uFillTx/>
                  <a:latin typeface="Poppins"/>
                  <a:ea typeface="Montserrat"/>
                </a:rPr>
                <a:t>{{exp_4_bullets_block}}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02"/>
                </a:lnSpc>
              </a:pPr>
              <a:endPara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TextBox 21"/>
            <p:cNvSpPr/>
            <p:nvPr/>
          </p:nvSpPr>
          <p:spPr>
            <a:xfrm>
              <a:off x="7326720" y="11419920"/>
              <a:ext cx="12461040" cy="1717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02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TextBox 22"/>
            <p:cNvSpPr/>
            <p:nvPr/>
          </p:nvSpPr>
          <p:spPr>
            <a:xfrm>
              <a:off x="7803360" y="11528280"/>
              <a:ext cx="6402960" cy="442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5" name="TextBox 36"/>
          <p:cNvSpPr/>
          <p:nvPr/>
        </p:nvSpPr>
        <p:spPr>
          <a:xfrm>
            <a:off x="7251480" y="25740000"/>
            <a:ext cx="12895560" cy="238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8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37"/>
          <p:cNvSpPr/>
          <p:nvPr/>
        </p:nvSpPr>
        <p:spPr>
          <a:xfrm>
            <a:off x="7020000" y="26461440"/>
            <a:ext cx="12461040" cy="171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0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38"/>
          <p:cNvSpPr/>
          <p:nvPr/>
        </p:nvSpPr>
        <p:spPr>
          <a:xfrm>
            <a:off x="7443360" y="26569800"/>
            <a:ext cx="640296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720000" y="900000"/>
            <a:ext cx="503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28"/>
          <p:cNvSpPr/>
          <p:nvPr/>
        </p:nvSpPr>
        <p:spPr>
          <a:xfrm>
            <a:off x="7380000" y="-106200"/>
            <a:ext cx="13677480" cy="262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9"/>
              </a:lnSpc>
            </a:pPr>
            <a:r>
              <a:rPr lang="en-US" sz="7200" b="1" u="none" spc="573" strike="noStrike">
                <a:solidFill>
                  <a:srgbClr val="c0504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547"/>
              </a:lnSpc>
            </a:pPr>
            <a:r>
              <a:rPr lang="en-US" sz="3000" b="0" u="none" spc="507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640"/>
              </a:lnSpc>
            </a:pPr>
            <a:r>
              <a:rPr lang="en-US" sz="2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{{contact_phone}}  {{contact_email}}  {{contact_location}}  {{licencia}}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0" name="Group 4"/>
          <p:cNvGrpSpPr/>
          <p:nvPr/>
        </p:nvGrpSpPr>
        <p:grpSpPr>
          <a:xfrm>
            <a:off x="7524000" y="5679720"/>
            <a:ext cx="8538120" cy="360"/>
            <a:chOff x="7524000" y="5679720"/>
            <a:chExt cx="8538120" cy="360"/>
          </a:xfrm>
        </p:grpSpPr>
        <p:sp>
          <p:nvSpPr>
            <p:cNvPr id="81" name="Freeform 1"/>
            <p:cNvSpPr/>
            <p:nvPr/>
          </p:nvSpPr>
          <p:spPr>
            <a:xfrm>
              <a:off x="7524000" y="5679720"/>
              <a:ext cx="8538120" cy="360"/>
            </a:xfrm>
            <a:custGeom>
              <a:avLst/>
              <a:gdLst>
                <a:gd name="textAreaLeft" fmla="*/ 0 w 8538120"/>
                <a:gd name="textAreaRight" fmla="*/ 8556120 w 8538120"/>
                <a:gd name="textAreaTop" fmla="*/ 0 h 360"/>
                <a:gd name="textAreaBottom" fmla="*/ 18360 h 360"/>
              </a:gdLst>
              <a:ahLst/>
              <a:cxnLst/>
              <a:rect l="textAreaLeft" t="textAreaTop" r="textAreaRight" b="textAreaBottom"/>
              <a:pathLst>
                <a:path w="11408156" h="71882">
                  <a:moveTo>
                    <a:pt x="11408156" y="71882"/>
                  </a:moveTo>
                  <a:lnTo>
                    <a:pt x="0" y="71882"/>
                  </a:lnTo>
                  <a:lnTo>
                    <a:pt x="0" y="0"/>
                  </a:lnTo>
                  <a:lnTo>
                    <a:pt x="11408156" y="0"/>
                  </a:lnTo>
                  <a:close/>
                </a:path>
              </a:pathLst>
            </a:custGeom>
            <a:solidFill>
              <a:srgbClr val="696969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2" name="Group 6"/>
          <p:cNvGrpSpPr/>
          <p:nvPr/>
        </p:nvGrpSpPr>
        <p:grpSpPr>
          <a:xfrm>
            <a:off x="7524000" y="10098720"/>
            <a:ext cx="8538120" cy="360"/>
            <a:chOff x="7524000" y="10098720"/>
            <a:chExt cx="8538120" cy="360"/>
          </a:xfrm>
        </p:grpSpPr>
        <p:sp>
          <p:nvSpPr>
            <p:cNvPr id="83" name="Freeform 7"/>
            <p:cNvSpPr/>
            <p:nvPr/>
          </p:nvSpPr>
          <p:spPr>
            <a:xfrm>
              <a:off x="7524000" y="10098720"/>
              <a:ext cx="8538120" cy="360"/>
            </a:xfrm>
            <a:custGeom>
              <a:avLst/>
              <a:gdLst>
                <a:gd name="textAreaLeft" fmla="*/ 0 w 8538120"/>
                <a:gd name="textAreaRight" fmla="*/ 8556120 w 8538120"/>
                <a:gd name="textAreaTop" fmla="*/ 0 h 360"/>
                <a:gd name="textAreaBottom" fmla="*/ 18360 h 360"/>
              </a:gdLst>
              <a:ahLst/>
              <a:cxnLst/>
              <a:rect l="textAreaLeft" t="textAreaTop" r="textAreaRight" b="textAreaBottom"/>
              <a:pathLst>
                <a:path w="11408156" h="71882">
                  <a:moveTo>
                    <a:pt x="11408156" y="71882"/>
                  </a:moveTo>
                  <a:lnTo>
                    <a:pt x="0" y="71882"/>
                  </a:lnTo>
                  <a:lnTo>
                    <a:pt x="0" y="0"/>
                  </a:lnTo>
                  <a:lnTo>
                    <a:pt x="11408156" y="0"/>
                  </a:lnTo>
                  <a:close/>
                </a:path>
              </a:pathLst>
            </a:custGeom>
            <a:solidFill>
              <a:srgbClr val="696969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4" name="TextBox 31"/>
          <p:cNvSpPr/>
          <p:nvPr/>
        </p:nvSpPr>
        <p:spPr>
          <a:xfrm>
            <a:off x="7524000" y="9279360"/>
            <a:ext cx="8538120" cy="60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4"/>
              </a:lnSpc>
            </a:pPr>
            <a:r>
              <a:rPr lang="en-US" sz="3400" b="1" u="none" spc="145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EXPERIENCIA LABORAL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32"/>
          <p:cNvSpPr/>
          <p:nvPr/>
        </p:nvSpPr>
        <p:spPr>
          <a:xfrm>
            <a:off x="7524000" y="4860000"/>
            <a:ext cx="8530560" cy="60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4"/>
              </a:lnSpc>
            </a:pPr>
            <a:r>
              <a:rPr lang="en-US" sz="3400" b="1" u="none" spc="145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PERFIL PROFESIONAL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33"/>
          <p:cNvSpPr/>
          <p:nvPr/>
        </p:nvSpPr>
        <p:spPr>
          <a:xfrm>
            <a:off x="7524000" y="5791320"/>
            <a:ext cx="11901600" cy="44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87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327600" y="6104160"/>
            <a:ext cx="5965560" cy="39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</a:pPr>
            <a:r>
              <a:rPr lang="en-US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3000" b="0" u="none" spc="-711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DAG9j3823Dw</dc:identifier>
  <dc:language>es-AR</dc:language>
  <cp:lastModifiedBy/>
  <dcterms:modified xsi:type="dcterms:W3CDTF">2026-02-13T13:43:23Z</dcterms:modified>
  <cp:revision>41</cp:revision>
  <dc:subject/>
  <dc:title>Plantilla_oficial_4.pptx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