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Microsoft YaHei"/>
      <p:regular r:id="rId5"/>
    </p:embeddedFont>
    <p:embeddedFont>
      <p:font typeface="Poppins Italics"/>
    </p:embeddedFont>
    <p:embeddedFont>
      <p:font typeface="Poppins Bold"/>
    </p:embeddedFont>
    <p:embeddedFont>
      <p:font typeface="Montserrat Bold"/>
    </p:embeddedFont>
    <p:embeddedFont>
      <p:font typeface="Montserrat"/>
      <p:regular r:id="rId6"/>
      <p:bold r:id="rId6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icrosoft_YaHei_Regular.fntdata"/><Relationship Id="rId6" Type="http://schemas.openxmlformats.org/officeDocument/2006/relationships/font" Target="fonts/Font_3_Montserrat_Regular.fntdata"/><Relationship Id="rId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840" cy="112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4840" cy="451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8974789-FFB2-42FF-BBBA-D831A56E113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2640" cy="583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5160" cy="583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6080960-B44B-4806-8D7E-994C57E4162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840" cy="112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4840" cy="451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AD76594-5733-4115-92DA-89318DE36CD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7640" cy="1347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7640" cy="1485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191990F-76CE-490E-9FBF-5952231B857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840" cy="112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3720" cy="451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3720" cy="4511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6E2D232-5D18-4AC5-9196-912441868FD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840" cy="112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5520" cy="62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5520" cy="393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6960" cy="62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6960" cy="3936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 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7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8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46AEF74-C73D-43DD-8C30-AB1668917EA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1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840" cy="1128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600EADB-3326-4AAB-80A4-10D66C77B85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71FF365-15A8-495D-B178-EBE02634F33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3400" cy="1147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6880" cy="5838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3400" cy="467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E163793-45C3-4B48-9E37-1472D337B67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1640" cy="55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1640" cy="4100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1640" cy="790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6C0002B-C32F-42E4-B905-15CFF377407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7640" cy="145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072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18960" cy="350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5939827-FCD9-411F-87B2-4F917428320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-48960" y="0"/>
            <a:ext cx="6881760" cy="30241080"/>
            <a:chOff x="-48960" y="0"/>
            <a:chExt cx="6881760" cy="30241080"/>
          </a:xfrm>
        </p:grpSpPr>
        <p:sp>
          <p:nvSpPr>
            <p:cNvPr id="60" name="Freeform 3"/>
            <p:cNvSpPr/>
            <p:nvPr/>
          </p:nvSpPr>
          <p:spPr>
            <a:xfrm>
              <a:off x="-48960" y="0"/>
              <a:ext cx="6881760" cy="30241080"/>
            </a:xfrm>
            <a:custGeom>
              <a:avLst/>
              <a:gdLst>
                <a:gd name="textAreaLeft" fmla="*/ 0 w 6881760"/>
                <a:gd name="textAreaRight" fmla="*/ 6896520 w 6881760"/>
                <a:gd name="textAreaTop" fmla="*/ 0 h 30241080"/>
                <a:gd name="textAreaBottom" fmla="*/ 30255840 h 30241080"/>
              </a:gdLst>
              <a:ahLst/>
              <a:cxnLst/>
              <a:rect l="textAreaLeft" t="textAreaTop" r="textAreaRight" b="textAreaBottom"/>
              <a:pathLst>
                <a:path w="9195181" h="40341042">
                  <a:moveTo>
                    <a:pt x="0" y="0"/>
                  </a:moveTo>
                  <a:lnTo>
                    <a:pt x="9195181" y="0"/>
                  </a:lnTo>
                  <a:lnTo>
                    <a:pt x="9195181" y="40341042"/>
                  </a:lnTo>
                  <a:lnTo>
                    <a:pt x="0" y="40341042"/>
                  </a:lnTo>
                  <a:close/>
                </a:path>
              </a:pathLst>
            </a:custGeom>
            <a:solidFill>
              <a:srgbClr val="c0504d"/>
            </a:solidFill>
            <a:ln w="12700">
              <a:solidFill>
                <a:srgbClr val="00000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1" name="TextBox 34"/>
          <p:cNvSpPr/>
          <p:nvPr/>
        </p:nvSpPr>
        <p:spPr>
          <a:xfrm>
            <a:off x="720000" y="1086480"/>
            <a:ext cx="2556720" cy="39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141"/>
              </a:lnSpc>
              <a:spcBef>
                <a:spcPts val="1191"/>
              </a:spcBef>
              <a:spcAft>
                <a:spcPts val="992"/>
              </a:spcAft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35"/>
          <p:cNvGrpSpPr/>
          <p:nvPr/>
        </p:nvGrpSpPr>
        <p:grpSpPr>
          <a:xfrm>
            <a:off x="7194960" y="9981360"/>
            <a:ext cx="13131720" cy="14112000"/>
            <a:chOff x="7194960" y="9981360"/>
            <a:chExt cx="13131720" cy="14112000"/>
          </a:xfrm>
        </p:grpSpPr>
        <p:sp>
          <p:nvSpPr>
            <p:cNvPr id="63" name="TextBox 1"/>
            <p:cNvSpPr/>
            <p:nvPr/>
          </p:nvSpPr>
          <p:spPr>
            <a:xfrm>
              <a:off x="7426440" y="13915080"/>
              <a:ext cx="12895200" cy="2388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58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" name="TextBox 2"/>
            <p:cNvSpPr/>
            <p:nvPr/>
          </p:nvSpPr>
          <p:spPr>
            <a:xfrm>
              <a:off x="7194960" y="14636520"/>
              <a:ext cx="12460680" cy="1716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02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5" name="TextBox 3"/>
            <p:cNvSpPr/>
            <p:nvPr/>
          </p:nvSpPr>
          <p:spPr>
            <a:xfrm>
              <a:off x="7618320" y="14744880"/>
              <a:ext cx="6402600" cy="441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6" name="TextBox 7"/>
            <p:cNvSpPr/>
            <p:nvPr/>
          </p:nvSpPr>
          <p:spPr>
            <a:xfrm>
              <a:off x="7426440" y="17765280"/>
              <a:ext cx="12895200" cy="23871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58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" name="TextBox 10"/>
            <p:cNvSpPr/>
            <p:nvPr/>
          </p:nvSpPr>
          <p:spPr>
            <a:xfrm>
              <a:off x="7194960" y="18486720"/>
              <a:ext cx="12460680" cy="1716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02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" name="TextBox 11"/>
            <p:cNvSpPr/>
            <p:nvPr/>
          </p:nvSpPr>
          <p:spPr>
            <a:xfrm>
              <a:off x="7618320" y="18595080"/>
              <a:ext cx="6402600" cy="441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" name="TextBox 13"/>
            <p:cNvSpPr/>
            <p:nvPr/>
          </p:nvSpPr>
          <p:spPr>
            <a:xfrm>
              <a:off x="7426440" y="21655080"/>
              <a:ext cx="12895200" cy="2388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586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" name="TextBox 14"/>
            <p:cNvSpPr/>
            <p:nvPr/>
          </p:nvSpPr>
          <p:spPr>
            <a:xfrm>
              <a:off x="7194960" y="22376520"/>
              <a:ext cx="12460680" cy="1716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02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TextBox 17"/>
            <p:cNvSpPr/>
            <p:nvPr/>
          </p:nvSpPr>
          <p:spPr>
            <a:xfrm>
              <a:off x="7618320" y="22484880"/>
              <a:ext cx="6402600" cy="441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TextBox 18"/>
            <p:cNvSpPr/>
            <p:nvPr/>
          </p:nvSpPr>
          <p:spPr>
            <a:xfrm>
              <a:off x="7431480" y="9981360"/>
              <a:ext cx="12895200" cy="6603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564"/>
                </a:lnSpc>
              </a:pPr>
              <a:r>
                <a:rPr lang="en-US" sz="1800" b="1" u="none" spc="74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[[EXPERIENCE_BLOCK]]</a:t>
              </a: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586"/>
                </a:lnSpc>
              </a:pPr>
              <a:r>
                <a:rPr lang="en-US" sz="2400" b="1" u="none" spc="60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{{exp_1_role}}</a:t>
              </a:r>
              <a:r>
                <a:rPr lang="en-US" sz="2400" b="0" u="none" spc="60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  </a:t>
              </a:r>
              <a:r>
                <a:rPr lang="en-US" sz="2400" b="0" u="none" spc="51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{{exp_1_</a:t>
              </a:r>
              <a:r>
                <a:rPr lang="en-US" sz="2400" b="0" u="none" spc="65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company</a:t>
              </a:r>
              <a:r>
                <a:rPr lang="en-US" sz="2400" b="0" u="none" spc="51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}}  {{exp_1_dates}}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18"/>
                </a:lnSpc>
              </a:pPr>
              <a:r>
                <a:rPr lang="es-AR" sz="2200" b="0" u="none" strike="noStrike">
                  <a:solidFill>
                    <a:srgbClr val="292d2d"/>
                  </a:solidFill>
                  <a:effectLst/>
                  <a:uFillTx/>
                  <a:latin typeface="Poppins"/>
                  <a:ea typeface="Montserrat"/>
                </a:rPr>
                <a:t>{{exp_1_bullets_block}}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586"/>
                </a:lnSpc>
              </a:pPr>
              <a:r>
                <a:rPr lang="en-US" sz="2400" b="1" u="none" spc="60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{{exp_2_role}</a:t>
              </a:r>
              <a:r>
                <a:rPr lang="en-US" sz="2400" b="0" u="none" spc="60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}  </a:t>
              </a:r>
              <a:r>
                <a:rPr lang="en-US" sz="2400" b="0" u="none" spc="51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{{exp_2_</a:t>
              </a:r>
              <a:r>
                <a:rPr lang="en-US" sz="2400" b="0" u="none" spc="65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company</a:t>
              </a:r>
              <a:r>
                <a:rPr lang="en-US" sz="2400" b="0" u="none" spc="51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}}  {{exp_2_dates}}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1701"/>
                </a:lnSpc>
              </a:pP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18"/>
                </a:lnSpc>
              </a:pPr>
              <a:r>
                <a:rPr lang="es-AR" sz="2200" b="0" u="none" strike="noStrike">
                  <a:solidFill>
                    <a:srgbClr val="292d2d"/>
                  </a:solidFill>
                  <a:effectLst/>
                  <a:uFillTx/>
                  <a:latin typeface="Poppins"/>
                  <a:ea typeface="Montserrat"/>
                </a:rPr>
                <a:t>{{exp_2_bullets_block}}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586"/>
                </a:lnSpc>
              </a:pPr>
              <a:r>
                <a:rPr lang="en-US" sz="2400" b="1" u="none" spc="60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{{exp_3_role}}</a:t>
              </a:r>
              <a:r>
                <a:rPr lang="en-US" sz="2400" b="0" u="none" spc="60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  </a:t>
              </a:r>
              <a:r>
                <a:rPr lang="en-US" sz="2400" b="0" u="none" spc="51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{{exp_3_</a:t>
              </a:r>
              <a:r>
                <a:rPr lang="en-US" sz="2400" b="0" u="none" spc="65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company</a:t>
              </a:r>
              <a:r>
                <a:rPr lang="en-US" sz="2400" b="0" u="none" spc="51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}}  {{exp_3_dates}}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1701"/>
                </a:lnSpc>
              </a:pP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18"/>
                </a:lnSpc>
              </a:pPr>
              <a:r>
                <a:rPr lang="es-AR" sz="2200" b="0" u="none" strike="noStrike">
                  <a:solidFill>
                    <a:srgbClr val="292d2d"/>
                  </a:solidFill>
                  <a:effectLst/>
                  <a:uFillTx/>
                  <a:latin typeface="Poppins"/>
                  <a:ea typeface="Montserrat"/>
                </a:rPr>
                <a:t>{{exp_3_bullets_block}}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4606"/>
                </a:lnSpc>
              </a:pP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586"/>
                </a:lnSpc>
              </a:pPr>
              <a:r>
                <a:rPr lang="en-US" sz="2400" b="1" u="none" spc="60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{{exp_4_role}</a:t>
              </a:r>
              <a:r>
                <a:rPr lang="en-US" sz="2400" b="0" u="none" spc="60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}  </a:t>
              </a:r>
              <a:r>
                <a:rPr lang="en-US" sz="2400" b="0" u="none" spc="51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{{exp_4_</a:t>
              </a:r>
              <a:r>
                <a:rPr lang="en-US" sz="2400" b="0" u="none" spc="65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company</a:t>
              </a:r>
              <a:r>
                <a:rPr lang="en-US" sz="2400" b="0" u="none" spc="51" strike="noStrike">
                  <a:solidFill>
                    <a:srgbClr val="292d2d"/>
                  </a:solidFill>
                  <a:effectLst/>
                  <a:uFillTx/>
                  <a:latin typeface="Poppins"/>
                  <a:ea typeface="Poppins"/>
                </a:rPr>
                <a:t>}}  {{exp_4_dates}}</a:t>
              </a:r>
              <a:endParaRPr lang="es-AR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118"/>
                </a:lnSpc>
              </a:pPr>
              <a:r>
                <a:rPr lang="es-AR" sz="2200" b="0" u="none" strike="noStrike">
                  <a:solidFill>
                    <a:srgbClr val="292d2d"/>
                  </a:solidFill>
                  <a:effectLst/>
                  <a:uFillTx/>
                  <a:latin typeface="Poppins"/>
                  <a:ea typeface="Montserrat"/>
                </a:rPr>
                <a:t>{{exp_4_bullets_block}}</a:t>
              </a:r>
              <a:endParaRPr lang="es-AR" sz="2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402"/>
                </a:lnSpc>
              </a:pPr>
              <a:endParaRPr lang="es-AR" sz="20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TextBox 21"/>
            <p:cNvSpPr/>
            <p:nvPr/>
          </p:nvSpPr>
          <p:spPr>
            <a:xfrm>
              <a:off x="7321680" y="11035440"/>
              <a:ext cx="12460680" cy="17168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402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TextBox 22"/>
            <p:cNvSpPr/>
            <p:nvPr/>
          </p:nvSpPr>
          <p:spPr>
            <a:xfrm>
              <a:off x="7798320" y="11143800"/>
              <a:ext cx="6402600" cy="441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5" name="TextBox 36"/>
          <p:cNvSpPr/>
          <p:nvPr/>
        </p:nvSpPr>
        <p:spPr>
          <a:xfrm>
            <a:off x="7251480" y="25740000"/>
            <a:ext cx="12895200" cy="238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8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37"/>
          <p:cNvSpPr/>
          <p:nvPr/>
        </p:nvSpPr>
        <p:spPr>
          <a:xfrm>
            <a:off x="7020000" y="26461440"/>
            <a:ext cx="12460680" cy="171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02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38"/>
          <p:cNvSpPr/>
          <p:nvPr/>
        </p:nvSpPr>
        <p:spPr>
          <a:xfrm>
            <a:off x="7443360" y="26569800"/>
            <a:ext cx="6402600" cy="44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720000" y="900000"/>
            <a:ext cx="503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28"/>
          <p:cNvSpPr/>
          <p:nvPr/>
        </p:nvSpPr>
        <p:spPr>
          <a:xfrm>
            <a:off x="7380000" y="-106200"/>
            <a:ext cx="13677120" cy="262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1489"/>
              </a:lnSpc>
            </a:pPr>
            <a:r>
              <a:rPr lang="en-US" sz="7200" b="1" u="none" spc="573" strike="noStrike">
                <a:solidFill>
                  <a:srgbClr val="c0504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547"/>
              </a:lnSpc>
            </a:pPr>
            <a:r>
              <a:rPr lang="en-US" sz="3000" b="0" u="none" spc="507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640"/>
              </a:lnSpc>
            </a:pPr>
            <a:r>
              <a:rPr lang="en-US" sz="22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{{contact_phone}}  {{contact_email}}  {{contact_location}}  {{licencia}} 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0" name="Group 4"/>
          <p:cNvGrpSpPr/>
          <p:nvPr/>
        </p:nvGrpSpPr>
        <p:grpSpPr>
          <a:xfrm>
            <a:off x="7524000" y="5679720"/>
            <a:ext cx="8537760" cy="14400"/>
            <a:chOff x="7524000" y="5679720"/>
            <a:chExt cx="8537760" cy="14400"/>
          </a:xfrm>
        </p:grpSpPr>
        <p:sp>
          <p:nvSpPr>
            <p:cNvPr id="81" name="Freeform 1"/>
            <p:cNvSpPr/>
            <p:nvPr/>
          </p:nvSpPr>
          <p:spPr>
            <a:xfrm>
              <a:off x="7524000" y="5679720"/>
              <a:ext cx="8537760" cy="14400"/>
            </a:xfrm>
            <a:custGeom>
              <a:avLst/>
              <a:gdLst>
                <a:gd name="textAreaLeft" fmla="*/ 0 w 8537760"/>
                <a:gd name="textAreaRight" fmla="*/ 8556120 w 8537760"/>
                <a:gd name="textAreaTop" fmla="*/ 0 h 14400"/>
                <a:gd name="textAreaBottom" fmla="*/ 752760 h 14400"/>
              </a:gdLst>
              <a:ahLst/>
              <a:cxnLst/>
              <a:rect l="textAreaLeft" t="textAreaTop" r="textAreaRight" b="textAreaBottom"/>
              <a:pathLst>
                <a:path w="11408156" h="71882">
                  <a:moveTo>
                    <a:pt x="11408156" y="71882"/>
                  </a:moveTo>
                  <a:lnTo>
                    <a:pt x="0" y="71882"/>
                  </a:lnTo>
                  <a:lnTo>
                    <a:pt x="0" y="0"/>
                  </a:lnTo>
                  <a:lnTo>
                    <a:pt x="11408156" y="0"/>
                  </a:lnTo>
                  <a:close/>
                </a:path>
              </a:pathLst>
            </a:custGeom>
            <a:solidFill>
              <a:srgbClr val="696969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640" bIns="-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82" name="Group 6"/>
          <p:cNvGrpSpPr/>
          <p:nvPr/>
        </p:nvGrpSpPr>
        <p:grpSpPr>
          <a:xfrm>
            <a:off x="7524000" y="10098720"/>
            <a:ext cx="8537760" cy="14400"/>
            <a:chOff x="7524000" y="10098720"/>
            <a:chExt cx="8537760" cy="14400"/>
          </a:xfrm>
        </p:grpSpPr>
        <p:sp>
          <p:nvSpPr>
            <p:cNvPr id="83" name="Freeform 7"/>
            <p:cNvSpPr/>
            <p:nvPr/>
          </p:nvSpPr>
          <p:spPr>
            <a:xfrm>
              <a:off x="7524000" y="10098720"/>
              <a:ext cx="8537760" cy="14400"/>
            </a:xfrm>
            <a:custGeom>
              <a:avLst/>
              <a:gdLst>
                <a:gd name="textAreaLeft" fmla="*/ 0 w 8537760"/>
                <a:gd name="textAreaRight" fmla="*/ 8556120 w 8537760"/>
                <a:gd name="textAreaTop" fmla="*/ 0 h 14400"/>
                <a:gd name="textAreaBottom" fmla="*/ 752760 h 14400"/>
              </a:gdLst>
              <a:ahLst/>
              <a:cxnLst/>
              <a:rect l="textAreaLeft" t="textAreaTop" r="textAreaRight" b="textAreaBottom"/>
              <a:pathLst>
                <a:path w="11408156" h="71882">
                  <a:moveTo>
                    <a:pt x="11408156" y="71882"/>
                  </a:moveTo>
                  <a:lnTo>
                    <a:pt x="0" y="71882"/>
                  </a:lnTo>
                  <a:lnTo>
                    <a:pt x="0" y="0"/>
                  </a:lnTo>
                  <a:lnTo>
                    <a:pt x="11408156" y="0"/>
                  </a:lnTo>
                  <a:close/>
                </a:path>
              </a:pathLst>
            </a:custGeom>
            <a:solidFill>
              <a:srgbClr val="696969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640" bIns="-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4" name="TextBox 31"/>
          <p:cNvSpPr/>
          <p:nvPr/>
        </p:nvSpPr>
        <p:spPr>
          <a:xfrm>
            <a:off x="7524000" y="9279360"/>
            <a:ext cx="8537760" cy="60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4"/>
              </a:lnSpc>
            </a:pPr>
            <a:r>
              <a:rPr lang="en-US" sz="3400" b="1" u="none" spc="145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EXPERIENCIA LABORAL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32"/>
          <p:cNvSpPr/>
          <p:nvPr/>
        </p:nvSpPr>
        <p:spPr>
          <a:xfrm>
            <a:off x="7524000" y="4860000"/>
            <a:ext cx="8530200" cy="60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754"/>
              </a:lnSpc>
            </a:pPr>
            <a:r>
              <a:rPr lang="en-US" sz="3400" b="1" u="none" spc="145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PERFIL PROFESIONAL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33"/>
          <p:cNvSpPr/>
          <p:nvPr/>
        </p:nvSpPr>
        <p:spPr>
          <a:xfrm>
            <a:off x="7524000" y="5791320"/>
            <a:ext cx="11901240" cy="442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487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Italics"/>
              </a:rPr>
              <a:t>{{about}}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327600" y="6104160"/>
            <a:ext cx="5965200" cy="425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1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 [[SIDEBAR_BLOCK]]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</a:pPr>
            <a:r>
              <a:rPr lang="en-US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3000" b="0" u="none" spc="-711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DAG9j3823Dw</dc:identifier>
  <dc:language>es-AR</dc:language>
  <cp:lastModifiedBy/>
  <dcterms:modified xsi:type="dcterms:W3CDTF">2026-03-05T13:46:35Z</dcterms:modified>
  <cp:revision>42</cp:revision>
  <dc:subject/>
  <dc:title>Plantilla_oficial_4.pptx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