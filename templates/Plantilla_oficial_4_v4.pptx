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Nova"/>
    </p:embeddedFont>
    <p:embeddedFont>
      <p:font typeface="Poppins"/>
      <p:regular r:id="rId4"/>
      <p:bold r:id="rId4"/>
    </p:embeddedFont>
    <p:embeddedFont>
      <p:font typeface="Montserrat"/>
      <p:regular r:id="rId5"/>
      <p:bold r:id="rId5"/>
    </p:embeddedFont>
    <p:embeddedFont>
      <p:font typeface="Microsoft YaHei"/>
      <p:regular r:id="rId6"/>
    </p:embeddedFont>
    <p:embeddedFont>
      <p:font typeface="Poppins Bold"/>
    </p:embeddedFont>
    <p:embeddedFont>
      <p:font typeface="Montserrat Bold"/>
    </p:embeddedFont>
    <p:embeddedFont>
      <p:font typeface="Poppins Italics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Poppins_Regular.fntdata"/><Relationship Id="rId5" Type="http://schemas.openxmlformats.org/officeDocument/2006/relationships/font" Target="fonts/Font_2_Montserrat_Regular.fntdata"/><Relationship Id="rId6" Type="http://schemas.openxmlformats.org/officeDocument/2006/relationships/font" Target="fonts/Font_3_Microsoft_YaHei_Regular.fntdata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8040" cy="584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0560" cy="584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612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DA8A404-2C04-420C-B375-43FEEC0722F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0240" cy="113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0240" cy="451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612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58FA25B-0056-4C64-B391-264449AD414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3040" cy="13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3040" cy="149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612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B7A8F5C-255D-46B1-8ACE-029E79B2FA3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0240" cy="113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9120" cy="451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9120" cy="451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612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E62E35B-E228-481B-9EC4-8585CCAECFC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0240" cy="113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0920" cy="63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0920" cy="394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2360" cy="63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2360" cy="394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7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612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8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07637D1-7D72-4307-A951-2374073A619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0240" cy="113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612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E179F2C-5A0B-471F-BFAE-28FF50F736F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612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1B22342-D4C4-4FEA-A258-A65EB86CFAB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8800" cy="115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2280" cy="584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8800" cy="468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612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6C13E5E-95C0-423B-96AD-60D53A8BFA7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7040" cy="55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7040" cy="4105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7040" cy="79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612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705B870-8A38-49AD-B8B4-A7E360C40B1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3040" cy="146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612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FAC6AE4-9405-44C7-9E1E-541C2F227DA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0240" cy="113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0240" cy="451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612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653E803-51F2-4403-B144-678730B13C5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2"/>
          <p:cNvGrpSpPr/>
          <p:nvPr/>
        </p:nvGrpSpPr>
        <p:grpSpPr>
          <a:xfrm>
            <a:off x="-48960" y="0"/>
            <a:ext cx="6887160" cy="30246480"/>
            <a:chOff x="-48960" y="0"/>
            <a:chExt cx="6887160" cy="30246480"/>
          </a:xfrm>
        </p:grpSpPr>
        <p:sp>
          <p:nvSpPr>
            <p:cNvPr id="60" name="Freeform 3"/>
            <p:cNvSpPr/>
            <p:nvPr/>
          </p:nvSpPr>
          <p:spPr>
            <a:xfrm>
              <a:off x="-48960" y="0"/>
              <a:ext cx="6887160" cy="30246480"/>
            </a:xfrm>
            <a:custGeom>
              <a:avLst/>
              <a:gdLst>
                <a:gd name="textAreaLeft" fmla="*/ 0 w 6887160"/>
                <a:gd name="textAreaRight" fmla="*/ 6896520 w 6887160"/>
                <a:gd name="textAreaTop" fmla="*/ 0 h 30246480"/>
                <a:gd name="textAreaBottom" fmla="*/ 30255840 h 30246480"/>
              </a:gdLst>
              <a:ahLst/>
              <a:cxnLst/>
              <a:rect l="textAreaLeft" t="textAreaTop" r="textAreaRight" b="textAreaBottom"/>
              <a:pathLst>
                <a:path w="9195181" h="40341042">
                  <a:moveTo>
                    <a:pt x="0" y="0"/>
                  </a:moveTo>
                  <a:lnTo>
                    <a:pt x="9195181" y="0"/>
                  </a:lnTo>
                  <a:lnTo>
                    <a:pt x="9195181" y="40341042"/>
                  </a:lnTo>
                  <a:lnTo>
                    <a:pt x="0" y="40341042"/>
                  </a:lnTo>
                  <a:close/>
                </a:path>
              </a:pathLst>
            </a:custGeom>
            <a:solidFill>
              <a:srgbClr val="c0504d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1" name="Group 4"/>
          <p:cNvGrpSpPr/>
          <p:nvPr/>
        </p:nvGrpSpPr>
        <p:grpSpPr>
          <a:xfrm>
            <a:off x="7523640" y="5679720"/>
            <a:ext cx="8546760" cy="9000"/>
            <a:chOff x="7523640" y="5679720"/>
            <a:chExt cx="8546760" cy="9000"/>
          </a:xfrm>
        </p:grpSpPr>
        <p:sp>
          <p:nvSpPr>
            <p:cNvPr id="62" name="Freeform 5"/>
            <p:cNvSpPr/>
            <p:nvPr/>
          </p:nvSpPr>
          <p:spPr>
            <a:xfrm>
              <a:off x="7523640" y="5679720"/>
              <a:ext cx="8546760" cy="9000"/>
            </a:xfrm>
            <a:custGeom>
              <a:avLst/>
              <a:gdLst>
                <a:gd name="textAreaLeft" fmla="*/ 0 w 8546760"/>
                <a:gd name="textAreaRight" fmla="*/ 8556120 w 8546760"/>
                <a:gd name="textAreaTop" fmla="*/ 0 h 9000"/>
                <a:gd name="textAreaBottom" fmla="*/ 18360 h 9000"/>
              </a:gdLst>
              <a:ahLst/>
              <a:cxnLst/>
              <a:rect l="textAreaLeft" t="textAreaTop" r="textAreaRight" b="textAreaBottom"/>
              <a:pathLst>
                <a:path w="11408156" h="71882">
                  <a:moveTo>
                    <a:pt x="11408156" y="71882"/>
                  </a:moveTo>
                  <a:lnTo>
                    <a:pt x="0" y="71882"/>
                  </a:lnTo>
                  <a:lnTo>
                    <a:pt x="0" y="0"/>
                  </a:lnTo>
                  <a:lnTo>
                    <a:pt x="11408156" y="0"/>
                  </a:lnTo>
                  <a:close/>
                </a:path>
              </a:pathLst>
            </a:custGeom>
            <a:solidFill>
              <a:srgbClr val="696969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6640" bIns="-2664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3" name="Group 6"/>
          <p:cNvGrpSpPr/>
          <p:nvPr/>
        </p:nvGrpSpPr>
        <p:grpSpPr>
          <a:xfrm>
            <a:off x="7523640" y="10098720"/>
            <a:ext cx="8546760" cy="9000"/>
            <a:chOff x="7523640" y="10098720"/>
            <a:chExt cx="8546760" cy="9000"/>
          </a:xfrm>
        </p:grpSpPr>
        <p:sp>
          <p:nvSpPr>
            <p:cNvPr id="64" name="Freeform 7"/>
            <p:cNvSpPr/>
            <p:nvPr/>
          </p:nvSpPr>
          <p:spPr>
            <a:xfrm>
              <a:off x="7523640" y="10098720"/>
              <a:ext cx="8546760" cy="9000"/>
            </a:xfrm>
            <a:custGeom>
              <a:avLst/>
              <a:gdLst>
                <a:gd name="textAreaLeft" fmla="*/ 0 w 8546760"/>
                <a:gd name="textAreaRight" fmla="*/ 8556120 w 8546760"/>
                <a:gd name="textAreaTop" fmla="*/ 0 h 9000"/>
                <a:gd name="textAreaBottom" fmla="*/ 18360 h 9000"/>
              </a:gdLst>
              <a:ahLst/>
              <a:cxnLst/>
              <a:rect l="textAreaLeft" t="textAreaTop" r="textAreaRight" b="textAreaBottom"/>
              <a:pathLst>
                <a:path w="11408156" h="71882">
                  <a:moveTo>
                    <a:pt x="11408156" y="71882"/>
                  </a:moveTo>
                  <a:lnTo>
                    <a:pt x="0" y="71882"/>
                  </a:lnTo>
                  <a:lnTo>
                    <a:pt x="0" y="0"/>
                  </a:lnTo>
                  <a:lnTo>
                    <a:pt x="11408156" y="0"/>
                  </a:lnTo>
                  <a:close/>
                </a:path>
              </a:pathLst>
            </a:custGeom>
            <a:solidFill>
              <a:srgbClr val="696969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6640" bIns="-2664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5" name="TextBox 28"/>
          <p:cNvSpPr/>
          <p:nvPr/>
        </p:nvSpPr>
        <p:spPr>
          <a:xfrm>
            <a:off x="7447320" y="161280"/>
            <a:ext cx="13430880" cy="145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1489"/>
              </a:lnSpc>
            </a:pPr>
            <a:r>
              <a:rPr lang="en-US" sz="7200" b="1" u="none" spc="573" strike="noStrike">
                <a:solidFill>
                  <a:srgbClr val="c0504d"/>
                </a:solidFill>
                <a:effectLst/>
                <a:uFillTx/>
                <a:latin typeface="Montserrat"/>
                <a:ea typeface="Poppins Bold"/>
              </a:rPr>
              <a:t>{{name}}</a:t>
            </a:r>
            <a:endParaRPr lang="es-AR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29"/>
          <p:cNvSpPr/>
          <p:nvPr/>
        </p:nvSpPr>
        <p:spPr>
          <a:xfrm>
            <a:off x="7380000" y="2700000"/>
            <a:ext cx="13424400" cy="70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547"/>
              </a:lnSpc>
            </a:pPr>
            <a:r>
              <a:rPr lang="en-US" sz="3200" b="0" u="none" spc="507" strike="noStrike">
                <a:solidFill>
                  <a:srgbClr val="292d2d"/>
                </a:solidFill>
                <a:effectLst/>
                <a:uFillTx/>
                <a:latin typeface="Nova"/>
                <a:ea typeface="Poppins"/>
              </a:rPr>
              <a:t>{{title}}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30"/>
          <p:cNvSpPr/>
          <p:nvPr/>
        </p:nvSpPr>
        <p:spPr>
          <a:xfrm>
            <a:off x="7439040" y="3678120"/>
            <a:ext cx="13927320" cy="46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3640"/>
              </a:lnSpc>
            </a:pPr>
            <a:r>
              <a:rPr lang="en-US" sz="2200" b="0" u="none" strike="noStrike">
                <a:solidFill>
                  <a:srgbClr val="292d2d"/>
                </a:solidFill>
                <a:effectLst/>
                <a:uFillTx/>
                <a:latin typeface="Nova"/>
                <a:ea typeface="Poppins"/>
              </a:rPr>
              <a:t>+{{contact_phone}}  {{contact_email}}  {{contact_location}}  Licencia de conducir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31"/>
          <p:cNvSpPr/>
          <p:nvPr/>
        </p:nvSpPr>
        <p:spPr>
          <a:xfrm>
            <a:off x="7523640" y="9279360"/>
            <a:ext cx="8493840" cy="60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754"/>
              </a:lnSpc>
            </a:pPr>
            <a:r>
              <a:rPr lang="en-US" sz="3959" b="0" u="none" spc="145" strike="noStrike">
                <a:solidFill>
                  <a:srgbClr val="292d2d"/>
                </a:solidFill>
                <a:effectLst/>
                <a:uFillTx/>
                <a:latin typeface="Montserrat"/>
                <a:ea typeface="Poppins Bold"/>
              </a:rPr>
              <a:t>EXPERIENCIA LABORAL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32"/>
          <p:cNvSpPr/>
          <p:nvPr/>
        </p:nvSpPr>
        <p:spPr>
          <a:xfrm>
            <a:off x="7523640" y="4860000"/>
            <a:ext cx="8539200" cy="60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754"/>
              </a:lnSpc>
            </a:pPr>
            <a:r>
              <a:rPr lang="en-US" sz="3959" b="0" u="none" spc="145" strike="noStrike">
                <a:solidFill>
                  <a:srgbClr val="292d2d"/>
                </a:solidFill>
                <a:effectLst/>
                <a:uFillTx/>
                <a:latin typeface="Montserrat"/>
                <a:ea typeface="Poppins Bold"/>
              </a:rPr>
              <a:t>PERFIL PROFESIONAL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33"/>
          <p:cNvSpPr/>
          <p:nvPr/>
        </p:nvSpPr>
        <p:spPr>
          <a:xfrm>
            <a:off x="7523640" y="5791320"/>
            <a:ext cx="1191024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87"/>
              </a:lnSpc>
            </a:pPr>
            <a:r>
              <a:rPr lang="en-US" sz="2260" b="0" u="none" strike="noStrike">
                <a:solidFill>
                  <a:srgbClr val="292d2d"/>
                </a:solidFill>
                <a:effectLst/>
                <a:uFillTx/>
                <a:latin typeface="Nova"/>
                <a:ea typeface="Poppins Italics"/>
              </a:rPr>
              <a:t>{{about}}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34"/>
          <p:cNvSpPr/>
          <p:nvPr/>
        </p:nvSpPr>
        <p:spPr>
          <a:xfrm>
            <a:off x="720000" y="1086480"/>
            <a:ext cx="256212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3141"/>
              </a:lnSpc>
              <a:spcBef>
                <a:spcPts val="1191"/>
              </a:spcBef>
              <a:spcAft>
                <a:spcPts val="992"/>
              </a:spcAft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2" name="Group 35"/>
          <p:cNvGrpSpPr/>
          <p:nvPr/>
        </p:nvGrpSpPr>
        <p:grpSpPr>
          <a:xfrm>
            <a:off x="7204320" y="10438920"/>
            <a:ext cx="13133880" cy="13784760"/>
            <a:chOff x="7204320" y="10438920"/>
            <a:chExt cx="13133880" cy="13784760"/>
          </a:xfrm>
        </p:grpSpPr>
        <p:sp>
          <p:nvSpPr>
            <p:cNvPr id="73" name="TextBox 1"/>
            <p:cNvSpPr/>
            <p:nvPr/>
          </p:nvSpPr>
          <p:spPr>
            <a:xfrm>
              <a:off x="7435800" y="14040000"/>
              <a:ext cx="12900600" cy="2394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586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TextBox 2"/>
            <p:cNvSpPr/>
            <p:nvPr/>
          </p:nvSpPr>
          <p:spPr>
            <a:xfrm>
              <a:off x="7204320" y="14761440"/>
              <a:ext cx="12466080" cy="1722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402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TextBox 3"/>
            <p:cNvSpPr/>
            <p:nvPr/>
          </p:nvSpPr>
          <p:spPr>
            <a:xfrm>
              <a:off x="7627680" y="14869800"/>
              <a:ext cx="6408000" cy="447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TextBox 7"/>
            <p:cNvSpPr/>
            <p:nvPr/>
          </p:nvSpPr>
          <p:spPr>
            <a:xfrm>
              <a:off x="7435800" y="17890200"/>
              <a:ext cx="12900600" cy="2392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586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TextBox 10"/>
            <p:cNvSpPr/>
            <p:nvPr/>
          </p:nvSpPr>
          <p:spPr>
            <a:xfrm>
              <a:off x="7204320" y="18611640"/>
              <a:ext cx="12466080" cy="1722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402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TextBox 11"/>
            <p:cNvSpPr/>
            <p:nvPr/>
          </p:nvSpPr>
          <p:spPr>
            <a:xfrm>
              <a:off x="7627680" y="18720000"/>
              <a:ext cx="6408000" cy="447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TextBox 13"/>
            <p:cNvSpPr/>
            <p:nvPr/>
          </p:nvSpPr>
          <p:spPr>
            <a:xfrm>
              <a:off x="7435800" y="21780000"/>
              <a:ext cx="12900600" cy="2394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586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TextBox 14"/>
            <p:cNvSpPr/>
            <p:nvPr/>
          </p:nvSpPr>
          <p:spPr>
            <a:xfrm>
              <a:off x="7204320" y="22501440"/>
              <a:ext cx="12466080" cy="1722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402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TextBox 17"/>
            <p:cNvSpPr/>
            <p:nvPr/>
          </p:nvSpPr>
          <p:spPr>
            <a:xfrm>
              <a:off x="7627680" y="22609800"/>
              <a:ext cx="6408000" cy="447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TextBox 18"/>
            <p:cNvSpPr/>
            <p:nvPr/>
          </p:nvSpPr>
          <p:spPr>
            <a:xfrm>
              <a:off x="7437600" y="10438920"/>
              <a:ext cx="12900600" cy="8076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586"/>
                </a:lnSpc>
              </a:pPr>
              <a:r>
                <a:rPr lang="en-US" sz="2400" b="1" u="none" spc="60" strike="noStrike">
                  <a:solidFill>
                    <a:srgbClr val="101010"/>
                  </a:solidFill>
                  <a:effectLst/>
                  <a:uFillTx/>
                  <a:latin typeface="Montserrat"/>
                  <a:ea typeface="Poppins"/>
                </a:rPr>
                <a:t>{{exp_1_company}}</a:t>
              </a:r>
              <a:r>
                <a:rPr lang="en-US" sz="2400" b="0" u="none" spc="60" strike="noStrike">
                  <a:solidFill>
                    <a:srgbClr val="101010"/>
                  </a:solidFill>
                  <a:effectLst/>
                  <a:uFillTx/>
                  <a:latin typeface="Poppins"/>
                  <a:ea typeface="Poppins"/>
                </a:rPr>
                <a:t>  </a:t>
              </a:r>
              <a:r>
                <a:rPr lang="en-US" sz="2400" b="0" u="none" spc="51" strike="noStrike">
                  <a:solidFill>
                    <a:srgbClr val="101010"/>
                  </a:solidFill>
                  <a:effectLst/>
                  <a:uFillTx/>
                  <a:latin typeface="Nova"/>
                  <a:ea typeface="Poppins"/>
                </a:rPr>
                <a:t>{{exp_1_role}}  {{exp_1_dates}}</a:t>
              </a:r>
              <a:endParaRPr lang="es-AR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606"/>
                </a:lnSpc>
              </a:pPr>
              <a:r>
                <a:rPr lang="es-AR" sz="2200" b="0" u="none" strike="noStrike">
                  <a:solidFill>
                    <a:srgbClr val="000000"/>
                  </a:solidFill>
                  <a:effectLst/>
                  <a:uFillTx/>
                  <a:latin typeface="Nova"/>
                  <a:ea typeface="Montserrat"/>
                </a:rPr>
                <a:t>{{exp_1_bullets_block}}</a:t>
              </a:r>
              <a:endParaRPr lang="es-AR" sz="2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606"/>
                </a:lnSpc>
              </a:pPr>
              <a:endParaRPr lang="es-AR" sz="2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402"/>
                </a:lnSpc>
              </a:pPr>
              <a:endPara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586"/>
                </a:lnSpc>
              </a:pPr>
              <a:r>
                <a:rPr lang="en-US" sz="2400" b="1" u="none" spc="60" strike="noStrike">
                  <a:solidFill>
                    <a:srgbClr val="101010"/>
                  </a:solidFill>
                  <a:effectLst/>
                  <a:uFillTx/>
                  <a:latin typeface="Montserrat"/>
                  <a:ea typeface="Poppins"/>
                </a:rPr>
                <a:t>{{exp_2_company}</a:t>
              </a:r>
              <a:r>
                <a:rPr lang="en-US" sz="2400" b="0" u="none" spc="60" strike="noStrike">
                  <a:solidFill>
                    <a:srgbClr val="101010"/>
                  </a:solidFill>
                  <a:effectLst/>
                  <a:uFillTx/>
                  <a:latin typeface="Montserrat"/>
                  <a:ea typeface="Poppins"/>
                </a:rPr>
                <a:t>}</a:t>
              </a:r>
              <a:r>
                <a:rPr lang="en-US" sz="2400" b="0" u="none" spc="60" strike="noStrike">
                  <a:solidFill>
                    <a:srgbClr val="101010"/>
                  </a:solidFill>
                  <a:effectLst/>
                  <a:uFillTx/>
                  <a:latin typeface="Poppins"/>
                  <a:ea typeface="Poppins"/>
                </a:rPr>
                <a:t>  </a:t>
              </a:r>
              <a:r>
                <a:rPr lang="en-US" sz="2400" b="0" u="none" spc="51" strike="noStrike">
                  <a:solidFill>
                    <a:srgbClr val="101010"/>
                  </a:solidFill>
                  <a:effectLst/>
                  <a:uFillTx/>
                  <a:latin typeface="Nova"/>
                  <a:ea typeface="Poppins"/>
                </a:rPr>
                <a:t>{{exp_2_role}}  {{exp_2_dates}}</a:t>
              </a:r>
              <a:endParaRPr lang="es-AR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1701"/>
                </a:lnSpc>
              </a:pPr>
              <a:endParaRPr lang="es-AR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606"/>
                </a:lnSpc>
              </a:pPr>
              <a:r>
                <a:rPr lang="es-AR" sz="2200" b="0" u="none" strike="noStrike">
                  <a:solidFill>
                    <a:srgbClr val="000000"/>
                  </a:solidFill>
                  <a:effectLst/>
                  <a:uFillTx/>
                  <a:latin typeface="Nova"/>
                  <a:ea typeface="Montserrat"/>
                </a:rPr>
                <a:t>{{exp_2_bullets_block}}</a:t>
              </a:r>
              <a:endParaRPr lang="es-AR" sz="2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606"/>
                </a:lnSpc>
              </a:pPr>
              <a:endParaRPr lang="es-AR" sz="2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402"/>
                </a:lnSpc>
              </a:pPr>
              <a:endPara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586"/>
                </a:lnSpc>
              </a:pPr>
              <a:r>
                <a:rPr lang="en-US" sz="2400" b="1" u="none" spc="60" strike="noStrike">
                  <a:solidFill>
                    <a:srgbClr val="101010"/>
                  </a:solidFill>
                  <a:effectLst/>
                  <a:uFillTx/>
                  <a:latin typeface="Montserrat"/>
                  <a:ea typeface="Poppins"/>
                </a:rPr>
                <a:t>{{exp_3_company}}</a:t>
              </a:r>
              <a:r>
                <a:rPr lang="en-US" sz="2400" b="0" u="none" spc="60" strike="noStrike">
                  <a:solidFill>
                    <a:srgbClr val="101010"/>
                  </a:solidFill>
                  <a:effectLst/>
                  <a:uFillTx/>
                  <a:latin typeface="Poppins"/>
                  <a:ea typeface="Poppins"/>
                </a:rPr>
                <a:t>  </a:t>
              </a:r>
              <a:r>
                <a:rPr lang="en-US" sz="2400" b="0" u="none" spc="51" strike="noStrike">
                  <a:solidFill>
                    <a:srgbClr val="101010"/>
                  </a:solidFill>
                  <a:effectLst/>
                  <a:uFillTx/>
                  <a:latin typeface="Nova"/>
                  <a:ea typeface="Poppins"/>
                </a:rPr>
                <a:t>{{exp_3_role}}  {{exp_3_dates}}</a:t>
              </a:r>
              <a:endParaRPr lang="es-AR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1701"/>
                </a:lnSpc>
              </a:pPr>
              <a:endParaRPr lang="es-AR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606"/>
                </a:lnSpc>
              </a:pPr>
              <a:r>
                <a:rPr lang="es-AR" sz="2200" b="0" u="none" strike="noStrike">
                  <a:solidFill>
                    <a:srgbClr val="000000"/>
                  </a:solidFill>
                  <a:effectLst/>
                  <a:uFillTx/>
                  <a:latin typeface="Nova"/>
                  <a:ea typeface="Montserrat"/>
                </a:rPr>
                <a:t>{{exp_3_bullets_block}}</a:t>
              </a:r>
              <a:endParaRPr lang="es-AR" sz="2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606"/>
                </a:lnSpc>
              </a:pPr>
              <a:endParaRPr lang="es-AR" sz="2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402"/>
                </a:lnSpc>
              </a:pPr>
              <a:endPara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586"/>
                </a:lnSpc>
              </a:pPr>
              <a:r>
                <a:rPr lang="en-US" sz="2400" b="1" u="none" spc="60" strike="noStrike">
                  <a:solidFill>
                    <a:srgbClr val="101010"/>
                  </a:solidFill>
                  <a:effectLst/>
                  <a:uFillTx/>
                  <a:latin typeface="Montserrat"/>
                  <a:ea typeface="Poppins"/>
                </a:rPr>
                <a:t>{{exp_4_company}</a:t>
              </a:r>
              <a:r>
                <a:rPr lang="en-US" sz="2400" b="0" u="none" spc="60" strike="noStrike">
                  <a:solidFill>
                    <a:srgbClr val="101010"/>
                  </a:solidFill>
                  <a:effectLst/>
                  <a:uFillTx/>
                  <a:latin typeface="Montserrat"/>
                  <a:ea typeface="Poppins"/>
                </a:rPr>
                <a:t>} </a:t>
              </a:r>
              <a:r>
                <a:rPr lang="en-US" sz="2400" b="0" u="none" spc="60" strike="noStrike">
                  <a:solidFill>
                    <a:srgbClr val="101010"/>
                  </a:solidFill>
                  <a:effectLst/>
                  <a:uFillTx/>
                  <a:latin typeface="Poppins"/>
                  <a:ea typeface="Poppins"/>
                </a:rPr>
                <a:t> </a:t>
              </a:r>
              <a:r>
                <a:rPr lang="en-US" sz="2400" b="0" u="none" spc="51" strike="noStrike">
                  <a:solidFill>
                    <a:srgbClr val="101010"/>
                  </a:solidFill>
                  <a:effectLst/>
                  <a:uFillTx/>
                  <a:latin typeface="Nova"/>
                  <a:ea typeface="Poppins"/>
                </a:rPr>
                <a:t>{{exp_4_role}}  {{exp_4_dates}}</a:t>
              </a:r>
              <a:endParaRPr lang="es-AR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606"/>
                </a:lnSpc>
              </a:pPr>
              <a:r>
                <a:rPr lang="es-AR" sz="2200" b="0" u="none" strike="noStrike">
                  <a:solidFill>
                    <a:srgbClr val="000000"/>
                  </a:solidFill>
                  <a:effectLst/>
                  <a:uFillTx/>
                  <a:latin typeface="Nova"/>
                  <a:ea typeface="Montserrat"/>
                </a:rPr>
                <a:t>{{exp_4_bullets_block}}</a:t>
              </a:r>
              <a:endParaRPr lang="es-AR" sz="2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402"/>
                </a:lnSpc>
              </a:pPr>
              <a:endPara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" name="TextBox 21"/>
            <p:cNvSpPr/>
            <p:nvPr/>
          </p:nvSpPr>
          <p:spPr>
            <a:xfrm>
              <a:off x="7331040" y="11160360"/>
              <a:ext cx="12466080" cy="1722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402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TextBox 22"/>
            <p:cNvSpPr/>
            <p:nvPr/>
          </p:nvSpPr>
          <p:spPr>
            <a:xfrm>
              <a:off x="7807680" y="11268720"/>
              <a:ext cx="6408000" cy="447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5" name="TextBox 36"/>
          <p:cNvSpPr/>
          <p:nvPr/>
        </p:nvSpPr>
        <p:spPr>
          <a:xfrm>
            <a:off x="7251480" y="25740000"/>
            <a:ext cx="12900600" cy="239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86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37"/>
          <p:cNvSpPr/>
          <p:nvPr/>
        </p:nvSpPr>
        <p:spPr>
          <a:xfrm>
            <a:off x="7020000" y="26461440"/>
            <a:ext cx="12466080" cy="17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02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38"/>
          <p:cNvSpPr/>
          <p:nvPr/>
        </p:nvSpPr>
        <p:spPr>
          <a:xfrm>
            <a:off x="7443360" y="26569800"/>
            <a:ext cx="6408000" cy="44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720000" y="900000"/>
            <a:ext cx="5036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327600" y="6464160"/>
            <a:ext cx="5252040" cy="397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Montserrat"/>
              </a:rPr>
              <a:t>{{#sidebar_sections}}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35"/>
              </a:lnSpc>
            </a:pPr>
            <a:r>
              <a:rPr lang="en-US" sz="3400" b="1" u="none" strike="noStrike">
                <a:solidFill>
                  <a:srgbClr val="543f3f"/>
                </a:solidFill>
                <a:effectLst/>
                <a:uFillTx/>
                <a:latin typeface="Montserrat"/>
                <a:ea typeface="Montserrat Bold"/>
              </a:rPr>
              <a:t>{{title}}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118"/>
              </a:lnSpc>
            </a:pPr>
            <a:r>
              <a:rPr lang="es-AR" sz="3000" b="0" u="none" spc="-499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{{line}}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850"/>
              </a:lnSpc>
            </a:pP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402"/>
              </a:lnSpc>
            </a:pPr>
            <a:r>
              <a:rPr lang="es-AR" sz="2200" b="0" u="none" strike="noStrike">
                <a:solidFill>
                  <a:srgbClr val="543f3f"/>
                </a:solidFill>
                <a:effectLst/>
                <a:uFillTx/>
                <a:latin typeface="Nova"/>
                <a:ea typeface="Montserrat Bold"/>
              </a:rPr>
              <a:t>{{body}}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Montserrat"/>
                <a:ea typeface="Montserrat Bold"/>
              </a:rPr>
              <a:t>{{/sidebar_sections}}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DAG9j3823Dw</dc:identifier>
  <dc:language>es-AR</dc:language>
  <cp:lastModifiedBy/>
  <dcterms:modified xsi:type="dcterms:W3CDTF">2026-01-14T17:27:33Z</dcterms:modified>
  <cp:revision>27</cp:revision>
  <dc:subject/>
  <dc:title>Plantilla_oficial_4.pptx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