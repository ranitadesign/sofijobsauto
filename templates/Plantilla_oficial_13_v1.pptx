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Montserrat"/>
      <p:regular r:id="rId4"/>
      <p:bold r:id="rId4"/>
    </p:embeddedFont>
    <p:embeddedFont>
      <p:font typeface="Poppins"/>
      <p:regular r:id="rId5"/>
      <p:bold r:id="rId5"/>
    </p:embeddedFont>
    <p:embeddedFont>
      <p:font typeface="Proxima nova"/>
    </p:embeddedFont>
    <p:embeddedFont>
      <p:font typeface="Microsoft YaHei"/>
      <p:regular r:id="rId6"/>
    </p:embeddedFont>
    <p:embeddedFont>
      <p:font typeface="Montserrat Bold"/>
    </p:embeddedFont>
    <p:embeddedFont>
      <p:font typeface="Poppins Bold"/>
    </p:embeddedFont>
    <p:embeddedFont>
      <p:font typeface="Gare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Montserrat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Gare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8ED735-EA23-4268-A7CA-7EA690384D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5EC142-5E6B-49FC-877D-28B221CCFF1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36097AA-CCD1-4121-9B06-184879CE29B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1B50487-C263-4EF0-B35F-80726A00147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F2D1DF9-624A-414C-BB49-482832B87D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523AEB-7075-4934-AA8B-E53D728A11A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B7201B2-5C45-4619-B43E-43C25F0CFD0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9073C15-EFC7-4D02-BCB1-8CD38E2417F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D12FF5-26BC-4485-87D6-D96361A1DCB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A1F060-1CEF-4FBC-9158-6A8A19E356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9E1370-6C59-4C50-B708-E9A9F5E202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6"/>
          <p:cNvSpPr/>
          <p:nvPr/>
        </p:nvSpPr>
        <p:spPr>
          <a:xfrm>
            <a:off x="691920" y="8028000"/>
            <a:ext cx="19824840" cy="610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r>
              <a:rPr lang="en-US" sz="3200" b="1" u="none" strike="noStrike">
                <a:solidFill>
                  <a:srgbClr val="333333"/>
                </a:solidFill>
                <a:effectLst/>
                <a:uFillTx/>
                <a:latin typeface="Montserrat"/>
                <a:ea typeface="Poppins Bold"/>
              </a:rPr>
              <a:t>{{exp_1_role}}</a:t>
            </a:r>
            <a:r>
              <a:rPr lang="en-US" sz="3200" b="1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 Bold"/>
              </a:rPr>
              <a:t>  </a:t>
            </a:r>
            <a:r>
              <a:rPr lang="en-US" sz="3200" b="0" u="none" strike="noStrike">
                <a:solidFill>
                  <a:srgbClr val="1e1e1e"/>
                </a:solidFill>
                <a:effectLst/>
                <a:uFillTx/>
                <a:latin typeface="Montserrat"/>
                <a:ea typeface="Poppins"/>
              </a:rPr>
              <a:t>{{exp_1_company}}   {{exp_1_dates}}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17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41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538"/>
              </a:lnSpc>
            </a:pPr>
            <a:endParaRPr lang="es-AR" sz="281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479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2"/>
          <p:cNvGrpSpPr/>
          <p:nvPr/>
        </p:nvGrpSpPr>
        <p:grpSpPr>
          <a:xfrm>
            <a:off x="736920" y="4809240"/>
            <a:ext cx="19824120" cy="16920"/>
            <a:chOff x="736920" y="4809240"/>
            <a:chExt cx="19824120" cy="16920"/>
          </a:xfrm>
        </p:grpSpPr>
        <p:sp>
          <p:nvSpPr>
            <p:cNvPr id="61" name="Freeform 2"/>
            <p:cNvSpPr/>
            <p:nvPr/>
          </p:nvSpPr>
          <p:spPr>
            <a:xfrm>
              <a:off x="736920" y="4809240"/>
              <a:ext cx="19824120" cy="16920"/>
            </a:xfrm>
            <a:custGeom>
              <a:avLst/>
              <a:gdLst>
                <a:gd name="textAreaLeft" fmla="*/ 0 w 19824120"/>
                <a:gd name="textAreaRight" fmla="*/ 19834200 w 1982412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445718" h="35941">
                  <a:moveTo>
                    <a:pt x="0" y="0"/>
                  </a:moveTo>
                  <a:lnTo>
                    <a:pt x="26445718" y="0"/>
                  </a:lnTo>
                  <a:lnTo>
                    <a:pt x="264457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roup 4"/>
          <p:cNvGrpSpPr/>
          <p:nvPr/>
        </p:nvGrpSpPr>
        <p:grpSpPr>
          <a:xfrm>
            <a:off x="753480" y="8103960"/>
            <a:ext cx="19901160" cy="16920"/>
            <a:chOff x="753480" y="8103960"/>
            <a:chExt cx="19901160" cy="16920"/>
          </a:xfrm>
        </p:grpSpPr>
        <p:sp>
          <p:nvSpPr>
            <p:cNvPr id="63" name="Freeform 5"/>
            <p:cNvSpPr/>
            <p:nvPr/>
          </p:nvSpPr>
          <p:spPr>
            <a:xfrm>
              <a:off x="753480" y="8103960"/>
              <a:ext cx="19901160" cy="16920"/>
            </a:xfrm>
            <a:custGeom>
              <a:avLst/>
              <a:gdLst>
                <a:gd name="textAreaLeft" fmla="*/ 0 w 19901160"/>
                <a:gd name="textAreaRight" fmla="*/ 19911240 w 19901160"/>
                <a:gd name="textAreaTop" fmla="*/ 0 h 16920"/>
                <a:gd name="textAreaBottom" fmla="*/ 27000 h 16920"/>
              </a:gdLst>
              <a:ahLst/>
              <a:cxnLst/>
              <a:rect l="textAreaLeft" t="textAreaTop" r="textAreaRight" b="textAreaBottom"/>
              <a:pathLst>
                <a:path w="26548335" h="35941">
                  <a:moveTo>
                    <a:pt x="0" y="0"/>
                  </a:moveTo>
                  <a:lnTo>
                    <a:pt x="26548335" y="0"/>
                  </a:lnTo>
                  <a:lnTo>
                    <a:pt x="26548335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14"/>
          <p:cNvSpPr/>
          <p:nvPr/>
        </p:nvSpPr>
        <p:spPr>
          <a:xfrm>
            <a:off x="736920" y="3936240"/>
            <a:ext cx="1306152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PERFIL PROFESIONAL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5"/>
          <p:cNvSpPr/>
          <p:nvPr/>
        </p:nvSpPr>
        <p:spPr>
          <a:xfrm>
            <a:off x="736920" y="4929120"/>
            <a:ext cx="19806120" cy="47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764"/>
              </a:lnSpc>
            </a:pPr>
            <a:r>
              <a:rPr lang="en-US" sz="269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{{about}}</a:t>
            </a:r>
            <a:endParaRPr lang="es-AR" sz="26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16"/>
          <p:cNvSpPr/>
          <p:nvPr/>
        </p:nvSpPr>
        <p:spPr>
          <a:xfrm>
            <a:off x="740160" y="7399440"/>
            <a:ext cx="15136200" cy="66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230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EXPERIENCIA LABORAL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Freeform 6"/>
          <p:cNvSpPr/>
          <p:nvPr/>
        </p:nvSpPr>
        <p:spPr>
          <a:xfrm>
            <a:off x="0" y="360720"/>
            <a:ext cx="9604080" cy="3396240"/>
          </a:xfrm>
          <a:custGeom>
            <a:avLst/>
            <a:gdLst>
              <a:gd name="textAreaLeft" fmla="*/ 0 w 9604080"/>
              <a:gd name="textAreaRight" fmla="*/ 9617400 w 9604080"/>
              <a:gd name="textAreaTop" fmla="*/ 0 h 3396240"/>
              <a:gd name="textAreaBottom" fmla="*/ 3409200 h 3396240"/>
            </a:gdLst>
            <a:ahLst/>
            <a:cxnLst/>
            <a:rect l="textAreaLeft" t="textAreaTop" r="textAreaRight" b="textAreaBottom"/>
            <a:pathLst>
              <a:path w="9617439" h="4035127">
                <a:moveTo>
                  <a:pt x="0" y="0"/>
                </a:moveTo>
                <a:lnTo>
                  <a:pt x="9617439" y="0"/>
                </a:lnTo>
                <a:lnTo>
                  <a:pt x="9617439" y="4035128"/>
                </a:lnTo>
                <a:lnTo>
                  <a:pt x="0" y="4035128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7"/>
          <p:cNvSpPr/>
          <p:nvPr/>
        </p:nvSpPr>
        <p:spPr>
          <a:xfrm>
            <a:off x="12780000" y="995040"/>
            <a:ext cx="8277120" cy="141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791"/>
              </a:lnSpc>
            </a:pPr>
            <a:r>
              <a:rPr lang="en-US" sz="5260" b="1" u="none" strike="noStrike">
                <a:solidFill>
                  <a:srgbClr val="000000"/>
                </a:solidFill>
                <a:effectLst/>
                <a:uFillTx/>
                <a:latin typeface="Montserrat"/>
                <a:ea typeface="Montserrat Bold"/>
              </a:rPr>
              <a:t>{{name}}</a:t>
            </a:r>
            <a:endParaRPr lang="es-AR" sz="5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366"/>
              </a:lnSpc>
            </a:pPr>
            <a:r>
              <a:rPr lang="en-US" sz="3200" b="1" u="none" strike="noStrike">
                <a:solidFill>
                  <a:srgbClr val="c0504d"/>
                </a:solidFill>
                <a:effectLst/>
                <a:uFillTx/>
                <a:latin typeface="Montserrat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41"/>
          <p:cNvSpPr/>
          <p:nvPr/>
        </p:nvSpPr>
        <p:spPr>
          <a:xfrm>
            <a:off x="7553520" y="39600"/>
            <a:ext cx="2695320" cy="67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8280360" y="1080"/>
            <a:ext cx="3768840" cy="3768840"/>
          </a:xfrm>
          <a:prstGeom prst="flowChartConnector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8100000" y="-16560"/>
            <a:ext cx="30495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2"/>
          <p:cNvSpPr/>
          <p:nvPr/>
        </p:nvSpPr>
        <p:spPr>
          <a:xfrm>
            <a:off x="540360" y="720360"/>
            <a:ext cx="7197840" cy="204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241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{{contact_location}}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241"/>
              </a:lnSpc>
            </a:pPr>
            <a:r>
              <a:rPr lang="en-US" sz="2600" b="0" u="none" strike="noStrike">
                <a:solidFill>
                  <a:srgbClr val="543f3f"/>
                </a:solidFill>
                <a:effectLst/>
                <a:uFillTx/>
                <a:latin typeface="Montserrat"/>
                <a:ea typeface="Montserrat"/>
              </a:rPr>
              <a:t>{{contact_email}}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3" name="Group 7"/>
          <p:cNvGrpSpPr/>
          <p:nvPr/>
        </p:nvGrpSpPr>
        <p:grpSpPr>
          <a:xfrm>
            <a:off x="711000" y="19766880"/>
            <a:ext cx="19776240" cy="16560"/>
            <a:chOff x="711000" y="19766880"/>
            <a:chExt cx="19776240" cy="16560"/>
          </a:xfrm>
        </p:grpSpPr>
        <p:sp>
          <p:nvSpPr>
            <p:cNvPr id="74" name="Freeform 1"/>
            <p:cNvSpPr/>
            <p:nvPr/>
          </p:nvSpPr>
          <p:spPr>
            <a:xfrm>
              <a:off x="711000" y="19766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roup 9"/>
          <p:cNvGrpSpPr/>
          <p:nvPr/>
        </p:nvGrpSpPr>
        <p:grpSpPr>
          <a:xfrm>
            <a:off x="731520" y="25051680"/>
            <a:ext cx="19846080" cy="16560"/>
            <a:chOff x="731520" y="25051680"/>
            <a:chExt cx="19846080" cy="16560"/>
          </a:xfrm>
        </p:grpSpPr>
        <p:sp>
          <p:nvSpPr>
            <p:cNvPr id="76" name="Freeform 10"/>
            <p:cNvSpPr/>
            <p:nvPr/>
          </p:nvSpPr>
          <p:spPr>
            <a:xfrm>
              <a:off x="731520" y="2505168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7" name="TextBox 11"/>
          <p:cNvSpPr/>
          <p:nvPr/>
        </p:nvSpPr>
        <p:spPr>
          <a:xfrm>
            <a:off x="719640" y="2439936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CURSOS Y CAPACITACIONES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12"/>
          <p:cNvSpPr/>
          <p:nvPr/>
        </p:nvSpPr>
        <p:spPr>
          <a:xfrm>
            <a:off x="719640" y="2547720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Freeform 13"/>
          <p:cNvSpPr/>
          <p:nvPr/>
        </p:nvSpPr>
        <p:spPr>
          <a:xfrm>
            <a:off x="360" y="30019320"/>
            <a:ext cx="21382560" cy="262440"/>
          </a:xfrm>
          <a:custGeom>
            <a:avLst/>
            <a:gdLst>
              <a:gd name="textAreaLeft" fmla="*/ 0 w 21382560"/>
              <a:gd name="textAreaRight" fmla="*/ 21393000 w 21382560"/>
              <a:gd name="textAreaTop" fmla="*/ 0 h 262440"/>
              <a:gd name="textAreaBottom" fmla="*/ 265680 h 262440"/>
            </a:gdLst>
            <a:ahLst/>
            <a:cxnLst/>
            <a:rect l="textAreaLeft" t="textAreaTop" r="textAreaRight" b="textAreaBottom"/>
            <a:pathLst>
              <a:path w="21392989" h="1219584">
                <a:moveTo>
                  <a:pt x="0" y="0"/>
                </a:moveTo>
                <a:lnTo>
                  <a:pt x="21392989" y="0"/>
                </a:lnTo>
                <a:lnTo>
                  <a:pt x="21392989" y="1219584"/>
                </a:lnTo>
                <a:lnTo>
                  <a:pt x="0" y="1219584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lang="es-A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19"/>
          <p:cNvSpPr/>
          <p:nvPr/>
        </p:nvSpPr>
        <p:spPr>
          <a:xfrm>
            <a:off x="688680" y="19055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20"/>
          <p:cNvSpPr/>
          <p:nvPr/>
        </p:nvSpPr>
        <p:spPr>
          <a:xfrm>
            <a:off x="785160" y="19756800"/>
            <a:ext cx="19733760" cy="93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{{edu_1_degree}}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{{edu_1_school}}  {{edu_1_years}}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685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{{edu_2_degree}} </a:t>
            </a:r>
            <a:r>
              <a:rPr lang="en-US" sz="2300" b="1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 </a:t>
            </a:r>
            <a:r>
              <a:rPr lang="en-US" sz="2300" b="0" u="none" spc="40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{{edu_2_school}}  {{edu_2_years}}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1"/>
          <p:cNvSpPr/>
          <p:nvPr/>
        </p:nvSpPr>
        <p:spPr>
          <a:xfrm>
            <a:off x="771840" y="25081200"/>
            <a:ext cx="19823400" cy="189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402"/>
              </a:lnSpc>
              <a:buClr>
                <a:srgbClr val="000000"/>
              </a:buClr>
              <a:buSzPct val="30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"/>
              </a:rPr>
              <a:t>{{curso_3}}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1"/>
          <p:cNvGrpSpPr/>
          <p:nvPr/>
        </p:nvGrpSpPr>
        <p:grpSpPr>
          <a:xfrm>
            <a:off x="711000" y="21350880"/>
            <a:ext cx="19776240" cy="16560"/>
            <a:chOff x="711000" y="21350880"/>
            <a:chExt cx="19776240" cy="16560"/>
          </a:xfrm>
        </p:grpSpPr>
        <p:sp>
          <p:nvSpPr>
            <p:cNvPr id="84" name="Freeform 3"/>
            <p:cNvSpPr/>
            <p:nvPr/>
          </p:nvSpPr>
          <p:spPr>
            <a:xfrm>
              <a:off x="711000" y="21350880"/>
              <a:ext cx="19776240" cy="16560"/>
            </a:xfrm>
            <a:custGeom>
              <a:avLst/>
              <a:gdLst>
                <a:gd name="textAreaLeft" fmla="*/ 0 w 19776240"/>
                <a:gd name="textAreaRight" fmla="*/ 19786680 w 1977624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382218" h="35941">
                  <a:moveTo>
                    <a:pt x="0" y="0"/>
                  </a:moveTo>
                  <a:lnTo>
                    <a:pt x="26382218" y="0"/>
                  </a:lnTo>
                  <a:lnTo>
                    <a:pt x="26382218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5" name="TextBox 2"/>
          <p:cNvSpPr/>
          <p:nvPr/>
        </p:nvSpPr>
        <p:spPr>
          <a:xfrm>
            <a:off x="688680" y="20639160"/>
            <a:ext cx="1978056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FORMACIÓN ACADÉMICA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317160" y="21363120"/>
            <a:ext cx="20161440" cy="30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{{it_3}}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{{it_4}}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{{idioma_1}}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{{idioma_2}}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20000" indent="-216000" defTabSz="914400">
              <a:lnSpc>
                <a:spcPts val="3402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300" b="0" u="none" strike="noStrike">
                <a:solidFill>
                  <a:srgbClr val="343434"/>
                </a:solidFill>
                <a:effectLst/>
                <a:uFillTx/>
                <a:latin typeface="Poppins"/>
                <a:ea typeface="Poppins"/>
              </a:rPr>
              <a:t>{{idioma_3}} </a:t>
            </a:r>
            <a:endParaRPr lang="es-AR" sz="2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Group 3"/>
          <p:cNvGrpSpPr/>
          <p:nvPr/>
        </p:nvGrpSpPr>
        <p:grpSpPr>
          <a:xfrm>
            <a:off x="731520" y="27140040"/>
            <a:ext cx="19846080" cy="16560"/>
            <a:chOff x="731520" y="27140040"/>
            <a:chExt cx="19846080" cy="16560"/>
          </a:xfrm>
        </p:grpSpPr>
        <p:sp>
          <p:nvSpPr>
            <p:cNvPr id="88" name="Freeform 4"/>
            <p:cNvSpPr/>
            <p:nvPr/>
          </p:nvSpPr>
          <p:spPr>
            <a:xfrm>
              <a:off x="731520" y="27140040"/>
              <a:ext cx="19846080" cy="16560"/>
            </a:xfrm>
            <a:custGeom>
              <a:avLst/>
              <a:gdLst>
                <a:gd name="textAreaLeft" fmla="*/ 0 w 19846080"/>
                <a:gd name="textAreaRight" fmla="*/ 19856520 w 19846080"/>
                <a:gd name="textAreaTop" fmla="*/ 0 h 16560"/>
                <a:gd name="textAreaBottom" fmla="*/ 27000 h 16560"/>
              </a:gdLst>
              <a:ahLst/>
              <a:cxnLst/>
              <a:rect l="textAreaLeft" t="textAreaTop" r="textAreaRight" b="textAreaBottom"/>
              <a:pathLst>
                <a:path w="26475183" h="35941">
                  <a:moveTo>
                    <a:pt x="0" y="0"/>
                  </a:moveTo>
                  <a:lnTo>
                    <a:pt x="26475183" y="0"/>
                  </a:lnTo>
                  <a:lnTo>
                    <a:pt x="26475183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062446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9" name="TextBox 4"/>
          <p:cNvSpPr/>
          <p:nvPr/>
        </p:nvSpPr>
        <p:spPr>
          <a:xfrm>
            <a:off x="719640" y="26307720"/>
            <a:ext cx="15094080" cy="7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856"/>
              </a:lnSpc>
            </a:pPr>
            <a:r>
              <a:rPr lang="en-US" sz="4180" b="1" u="none" strike="noStrike">
                <a:solidFill>
                  <a:srgbClr val="343434"/>
                </a:solidFill>
                <a:effectLst/>
                <a:uFillTx/>
                <a:latin typeface="Montserrat"/>
                <a:ea typeface="Montserrat Bold"/>
              </a:rPr>
              <a:t>COMPETENCIAS</a:t>
            </a:r>
            <a:endParaRPr lang="es-AR" sz="41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5"/>
          <p:cNvSpPr/>
          <p:nvPr/>
        </p:nvSpPr>
        <p:spPr>
          <a:xfrm>
            <a:off x="719640" y="27385560"/>
            <a:ext cx="19823400" cy="11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6"/>
          <p:cNvSpPr/>
          <p:nvPr/>
        </p:nvSpPr>
        <p:spPr>
          <a:xfrm>
            <a:off x="771840" y="27169560"/>
            <a:ext cx="19823400" cy="331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{{skill_1}}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{{skill_2}}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{{skill_3}}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{{skill_4}}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{{skill_5}}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260" b="0" u="none" strike="noStrike">
                <a:solidFill>
                  <a:srgbClr val="343434"/>
                </a:solidFill>
                <a:effectLst/>
                <a:uFillTx/>
                <a:latin typeface="Montserrat"/>
                <a:ea typeface="Poppins Bold"/>
              </a:rPr>
              <a:t>{{skill_6}}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9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49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DAG9kkGcXe8</dc:identifier>
  <dc:language>es-AR</dc:language>
  <cp:lastModifiedBy/>
  <dcterms:modified xsi:type="dcterms:W3CDTF">2026-03-08T21:03:10Z</dcterms:modified>
  <cp:revision>32</cp:revision>
  <dc:subject/>
  <dc:title>Plantilla_oficial_13.pptx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