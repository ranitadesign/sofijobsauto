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0A1472-8737-4070-9F32-4472863360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3CEDE2-F57C-446C-8ADC-59E29C059D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B1F9FD3-9413-4170-864C-0D3C3CA654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EBA7E0-DC05-4764-95A9-62508C6EF50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DBE9371-3CB2-4F68-A26B-AE0D0642D8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D20730-AE51-4AB6-B705-6A9CA38076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25427A-88A1-4BA1-9CDB-1BB0F35D93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B4EAE83-1D48-4A63-A354-09458252F9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B4B5FE-3697-4DB2-888D-94C8EAD3D9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FC1FB0-39DC-4A0E-AFA0-EAFEF52F57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C90D87-8CDA-4A13-B1A8-4A1DEA8A85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6"/>
          <p:cNvSpPr/>
          <p:nvPr/>
        </p:nvSpPr>
        <p:spPr>
          <a:xfrm>
            <a:off x="691920" y="8028000"/>
            <a:ext cx="19824480" cy="610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{{exp_1_company}}  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41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8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2"/>
          <p:cNvGrpSpPr/>
          <p:nvPr/>
        </p:nvGrpSpPr>
        <p:grpSpPr>
          <a:xfrm>
            <a:off x="736920" y="4809240"/>
            <a:ext cx="19823760" cy="16560"/>
            <a:chOff x="736920" y="4809240"/>
            <a:chExt cx="19823760" cy="16560"/>
          </a:xfrm>
        </p:grpSpPr>
        <p:sp>
          <p:nvSpPr>
            <p:cNvPr id="61" name="Freeform 2"/>
            <p:cNvSpPr/>
            <p:nvPr/>
          </p:nvSpPr>
          <p:spPr>
            <a:xfrm>
              <a:off x="736920" y="4809240"/>
              <a:ext cx="19823760" cy="16560"/>
            </a:xfrm>
            <a:custGeom>
              <a:avLst/>
              <a:gdLst>
                <a:gd name="textAreaLeft" fmla="*/ 0 w 19823760"/>
                <a:gd name="textAreaRight" fmla="*/ 19834200 w 1982376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4"/>
          <p:cNvGrpSpPr/>
          <p:nvPr/>
        </p:nvGrpSpPr>
        <p:grpSpPr>
          <a:xfrm>
            <a:off x="753480" y="8103960"/>
            <a:ext cx="19900800" cy="16560"/>
            <a:chOff x="753480" y="8103960"/>
            <a:chExt cx="19900800" cy="16560"/>
          </a:xfrm>
        </p:grpSpPr>
        <p:sp>
          <p:nvSpPr>
            <p:cNvPr id="63" name="Freeform 5"/>
            <p:cNvSpPr/>
            <p:nvPr/>
          </p:nvSpPr>
          <p:spPr>
            <a:xfrm>
              <a:off x="753480" y="8103960"/>
              <a:ext cx="19900800" cy="16560"/>
            </a:xfrm>
            <a:custGeom>
              <a:avLst/>
              <a:gdLst>
                <a:gd name="textAreaLeft" fmla="*/ 0 w 19900800"/>
                <a:gd name="textAreaRight" fmla="*/ 19911240 w 1990080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14"/>
          <p:cNvSpPr/>
          <p:nvPr/>
        </p:nvSpPr>
        <p:spPr>
          <a:xfrm>
            <a:off x="736920" y="3936240"/>
            <a:ext cx="130611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736920" y="4929120"/>
            <a:ext cx="198057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6"/>
          <p:cNvSpPr/>
          <p:nvPr/>
        </p:nvSpPr>
        <p:spPr>
          <a:xfrm>
            <a:off x="740160" y="7399440"/>
            <a:ext cx="1513584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6"/>
          <p:cNvSpPr/>
          <p:nvPr/>
        </p:nvSpPr>
        <p:spPr>
          <a:xfrm>
            <a:off x="0" y="360720"/>
            <a:ext cx="9603720" cy="3395880"/>
          </a:xfrm>
          <a:custGeom>
            <a:avLst/>
            <a:gdLst>
              <a:gd name="textAreaLeft" fmla="*/ 0 w 9603720"/>
              <a:gd name="textAreaRight" fmla="*/ 9617400 w 9603720"/>
              <a:gd name="textAreaTop" fmla="*/ 0 h 3395880"/>
              <a:gd name="textAreaBottom" fmla="*/ 3409200 h 339588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7"/>
          <p:cNvSpPr/>
          <p:nvPr/>
        </p:nvSpPr>
        <p:spPr>
          <a:xfrm>
            <a:off x="12780000" y="995040"/>
            <a:ext cx="827676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1"/>
          <p:cNvSpPr/>
          <p:nvPr/>
        </p:nvSpPr>
        <p:spPr>
          <a:xfrm>
            <a:off x="7553520" y="39600"/>
            <a:ext cx="269496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8280360" y="1080"/>
            <a:ext cx="3768480" cy="376848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8100000" y="-16560"/>
            <a:ext cx="3049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2"/>
          <p:cNvSpPr/>
          <p:nvPr/>
        </p:nvSpPr>
        <p:spPr>
          <a:xfrm>
            <a:off x="540360" y="720360"/>
            <a:ext cx="719748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7"/>
          <p:cNvGrpSpPr/>
          <p:nvPr/>
        </p:nvGrpSpPr>
        <p:grpSpPr>
          <a:xfrm>
            <a:off x="711000" y="19766880"/>
            <a:ext cx="19775880" cy="16200"/>
            <a:chOff x="711000" y="19766880"/>
            <a:chExt cx="19775880" cy="16200"/>
          </a:xfrm>
        </p:grpSpPr>
        <p:sp>
          <p:nvSpPr>
            <p:cNvPr id="74" name="Freeform 1"/>
            <p:cNvSpPr/>
            <p:nvPr/>
          </p:nvSpPr>
          <p:spPr>
            <a:xfrm>
              <a:off x="711000" y="19766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9"/>
          <p:cNvGrpSpPr/>
          <p:nvPr/>
        </p:nvGrpSpPr>
        <p:grpSpPr>
          <a:xfrm>
            <a:off x="731520" y="25051680"/>
            <a:ext cx="19845720" cy="16200"/>
            <a:chOff x="731520" y="25051680"/>
            <a:chExt cx="19845720" cy="16200"/>
          </a:xfrm>
        </p:grpSpPr>
        <p:sp>
          <p:nvSpPr>
            <p:cNvPr id="76" name="Freeform 10"/>
            <p:cNvSpPr/>
            <p:nvPr/>
          </p:nvSpPr>
          <p:spPr>
            <a:xfrm>
              <a:off x="731520" y="2505168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11"/>
          <p:cNvSpPr/>
          <p:nvPr/>
        </p:nvSpPr>
        <p:spPr>
          <a:xfrm>
            <a:off x="719640" y="2439936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719640" y="2547720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Freeform 13"/>
          <p:cNvSpPr/>
          <p:nvPr/>
        </p:nvSpPr>
        <p:spPr>
          <a:xfrm>
            <a:off x="360" y="30019320"/>
            <a:ext cx="21382200" cy="262080"/>
          </a:xfrm>
          <a:custGeom>
            <a:avLst/>
            <a:gdLst>
              <a:gd name="textAreaLeft" fmla="*/ 0 w 21382200"/>
              <a:gd name="textAreaRight" fmla="*/ 21393000 w 21382200"/>
              <a:gd name="textAreaTop" fmla="*/ 0 h 262080"/>
              <a:gd name="textAreaBottom" fmla="*/ 265680 h 26208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9"/>
          <p:cNvSpPr/>
          <p:nvPr/>
        </p:nvSpPr>
        <p:spPr>
          <a:xfrm>
            <a:off x="688680" y="19055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0"/>
          <p:cNvSpPr/>
          <p:nvPr/>
        </p:nvSpPr>
        <p:spPr>
          <a:xfrm>
            <a:off x="785160" y="19756800"/>
            <a:ext cx="1973340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"/>
          <p:cNvSpPr/>
          <p:nvPr/>
        </p:nvSpPr>
        <p:spPr>
          <a:xfrm>
            <a:off x="771840" y="25081200"/>
            <a:ext cx="1982304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711000" y="21350880"/>
            <a:ext cx="19775880" cy="16200"/>
            <a:chOff x="711000" y="21350880"/>
            <a:chExt cx="19775880" cy="16200"/>
          </a:xfrm>
        </p:grpSpPr>
        <p:sp>
          <p:nvSpPr>
            <p:cNvPr id="84" name="Freeform 3"/>
            <p:cNvSpPr/>
            <p:nvPr/>
          </p:nvSpPr>
          <p:spPr>
            <a:xfrm>
              <a:off x="711000" y="21350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2"/>
          <p:cNvSpPr/>
          <p:nvPr/>
        </p:nvSpPr>
        <p:spPr>
          <a:xfrm>
            <a:off x="688680" y="20639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317160" y="21363120"/>
            <a:ext cx="20161080" cy="30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Group 3"/>
          <p:cNvGrpSpPr/>
          <p:nvPr/>
        </p:nvGrpSpPr>
        <p:grpSpPr>
          <a:xfrm>
            <a:off x="731520" y="27140040"/>
            <a:ext cx="19845720" cy="16200"/>
            <a:chOff x="731520" y="27140040"/>
            <a:chExt cx="19845720" cy="16200"/>
          </a:xfrm>
        </p:grpSpPr>
        <p:sp>
          <p:nvSpPr>
            <p:cNvPr id="88" name="Freeform 4"/>
            <p:cNvSpPr/>
            <p:nvPr/>
          </p:nvSpPr>
          <p:spPr>
            <a:xfrm>
              <a:off x="731520" y="2714004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9" name="TextBox 4"/>
          <p:cNvSpPr/>
          <p:nvPr/>
        </p:nvSpPr>
        <p:spPr>
          <a:xfrm>
            <a:off x="719640" y="2630772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5"/>
          <p:cNvSpPr/>
          <p:nvPr/>
        </p:nvSpPr>
        <p:spPr>
          <a:xfrm>
            <a:off x="719640" y="2738556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6"/>
          <p:cNvSpPr/>
          <p:nvPr/>
        </p:nvSpPr>
        <p:spPr>
          <a:xfrm>
            <a:off x="771840" y="27169560"/>
            <a:ext cx="1982304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2026-03-08T23:27:34Z</dcterms:modified>
  <cp:revision>33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