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 Bold"/>
    </p:embeddedFont>
    <p:embeddedFont>
      <p:font typeface="Nova"/>
    </p:embeddedFont>
    <p:embeddedFont>
      <p:font typeface="Poppins"/>
      <p:regular r:id="rId4"/>
      <p:bold r:id="rId4"/>
    </p:embeddedFont>
    <p:embeddedFont>
      <p:font typeface="Poppins Bold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5CF388-CF8F-4920-9003-ED0146B964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13A7E0-6DE6-4BAC-8B54-70EA9DAAEC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CA38F5-B40C-40CD-983A-34855D335A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E95CBF-87EC-43C4-9580-32BFB68AEE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2CD8BF-6C08-4E54-9724-E580843410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BA1C3E-C70C-4081-A518-34AD62FAD4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073F34-48B4-4799-97F3-5EC02B7712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A17DAF-DAEA-44A2-A678-2D9E694092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AB213D-617E-4B01-8C86-2AC025EAF8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0C348F-A759-44D0-9091-5931402774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A804D5-4D32-4F7B-A918-D5BE9FBFAE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736920" y="4808880"/>
            <a:ext cx="19827720" cy="20520"/>
            <a:chOff x="736920" y="4808880"/>
            <a:chExt cx="19827720" cy="20520"/>
          </a:xfrm>
        </p:grpSpPr>
        <p:sp>
          <p:nvSpPr>
            <p:cNvPr id="60" name="Freeform 3"/>
            <p:cNvSpPr/>
            <p:nvPr/>
          </p:nvSpPr>
          <p:spPr>
            <a:xfrm>
              <a:off x="736920" y="4808880"/>
              <a:ext cx="19827720" cy="20520"/>
            </a:xfrm>
            <a:custGeom>
              <a:avLst/>
              <a:gdLst>
                <a:gd name="textAreaLeft" fmla="*/ 0 w 19827720"/>
                <a:gd name="textAreaRight" fmla="*/ 19834200 w 1982772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3480" y="8103600"/>
            <a:ext cx="19904760" cy="20520"/>
            <a:chOff x="753480" y="8103600"/>
            <a:chExt cx="19904760" cy="20520"/>
          </a:xfrm>
        </p:grpSpPr>
        <p:sp>
          <p:nvSpPr>
            <p:cNvPr id="62" name="Freeform 5"/>
            <p:cNvSpPr/>
            <p:nvPr/>
          </p:nvSpPr>
          <p:spPr>
            <a:xfrm>
              <a:off x="753480" y="8103600"/>
              <a:ext cx="19904760" cy="20520"/>
            </a:xfrm>
            <a:custGeom>
              <a:avLst/>
              <a:gdLst>
                <a:gd name="textAreaLeft" fmla="*/ 0 w 19904760"/>
                <a:gd name="textAreaRight" fmla="*/ 19911240 w 1990476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Freeform 6"/>
          <p:cNvSpPr/>
          <p:nvPr/>
        </p:nvSpPr>
        <p:spPr>
          <a:xfrm>
            <a:off x="0" y="180000"/>
            <a:ext cx="9610920" cy="3583080"/>
          </a:xfrm>
          <a:custGeom>
            <a:avLst/>
            <a:gdLst>
              <a:gd name="textAreaLeft" fmla="*/ 0 w 9610920"/>
              <a:gd name="textAreaRight" fmla="*/ 9617400 w 9610920"/>
              <a:gd name="textAreaTop" fmla="*/ 0 h 3583080"/>
              <a:gd name="textAreaBottom" fmla="*/ 3589200 h 358308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710640" y="24975720"/>
            <a:ext cx="19780200" cy="20520"/>
            <a:chOff x="710640" y="24975720"/>
            <a:chExt cx="19780200" cy="20520"/>
          </a:xfrm>
        </p:grpSpPr>
        <p:sp>
          <p:nvSpPr>
            <p:cNvPr id="65" name="Freeform 8"/>
            <p:cNvSpPr/>
            <p:nvPr/>
          </p:nvSpPr>
          <p:spPr>
            <a:xfrm>
              <a:off x="710640" y="24975720"/>
              <a:ext cx="19780200" cy="20520"/>
            </a:xfrm>
            <a:custGeom>
              <a:avLst/>
              <a:gdLst>
                <a:gd name="textAreaLeft" fmla="*/ 0 w 19780200"/>
                <a:gd name="textAreaRight" fmla="*/ 19786680 w 1978020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9"/>
          <p:cNvGrpSpPr/>
          <p:nvPr/>
        </p:nvGrpSpPr>
        <p:grpSpPr>
          <a:xfrm>
            <a:off x="731160" y="27355320"/>
            <a:ext cx="19850040" cy="20520"/>
            <a:chOff x="731160" y="27355320"/>
            <a:chExt cx="19850040" cy="20520"/>
          </a:xfrm>
        </p:grpSpPr>
        <p:sp>
          <p:nvSpPr>
            <p:cNvPr id="67" name="Freeform 10"/>
            <p:cNvSpPr/>
            <p:nvPr/>
          </p:nvSpPr>
          <p:spPr>
            <a:xfrm>
              <a:off x="731160" y="27355320"/>
              <a:ext cx="19850040" cy="20520"/>
            </a:xfrm>
            <a:custGeom>
              <a:avLst/>
              <a:gdLst>
                <a:gd name="textAreaLeft" fmla="*/ 0 w 19850040"/>
                <a:gd name="textAreaRight" fmla="*/ 19856520 w 198500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11"/>
          <p:cNvSpPr/>
          <p:nvPr/>
        </p:nvSpPr>
        <p:spPr>
          <a:xfrm>
            <a:off x="719280" y="26523000"/>
            <a:ext cx="1509804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719280" y="27348840"/>
            <a:ext cx="1982736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{{it_1}}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{{it_2}}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{{it_3}}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13"/>
          <p:cNvSpPr/>
          <p:nvPr/>
        </p:nvSpPr>
        <p:spPr>
          <a:xfrm>
            <a:off x="0" y="29340000"/>
            <a:ext cx="21386520" cy="909360"/>
          </a:xfrm>
          <a:custGeom>
            <a:avLst/>
            <a:gdLst>
              <a:gd name="textAreaLeft" fmla="*/ 0 w 21386520"/>
              <a:gd name="textAreaRight" fmla="*/ 21393000 w 21386520"/>
              <a:gd name="textAreaTop" fmla="*/ 0 h 909360"/>
              <a:gd name="textAreaBottom" fmla="*/ 915840 h 90936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736920" y="3935880"/>
            <a:ext cx="1306512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736920" y="4928760"/>
            <a:ext cx="198097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740160" y="7399080"/>
            <a:ext cx="1513980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7"/>
          <p:cNvSpPr/>
          <p:nvPr/>
        </p:nvSpPr>
        <p:spPr>
          <a:xfrm>
            <a:off x="13680000" y="1080000"/>
            <a:ext cx="683568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c0504d"/>
                </a:solidFill>
                <a:effectLst/>
                <a:uFillTx/>
                <a:latin typeface="poppins Bold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8"/>
          <p:cNvSpPr/>
          <p:nvPr/>
        </p:nvSpPr>
        <p:spPr>
          <a:xfrm>
            <a:off x="13680360" y="2340000"/>
            <a:ext cx="7015320" cy="6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poppins Bold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688320" y="24120000"/>
            <a:ext cx="1978452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Poppins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753480" y="25109640"/>
            <a:ext cx="1973772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049040" lvl="2" indent="-349560" defTabSz="914400">
              <a:lnSpc>
                <a:spcPts val="4810"/>
              </a:lnSpc>
              <a:buClr>
                <a:srgbClr val="343434"/>
              </a:buClr>
              <a:buFont typeface="Arial"/>
              <a:buChar char="⚬"/>
            </a:pP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{{edu_1_degree}} </a:t>
            </a:r>
            <a:r>
              <a:rPr lang="en-US" sz="2430" b="1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 </a:t>
            </a: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{{edu_1_school}}  {{edu_1_years}}</a:t>
            </a:r>
            <a:endParaRPr lang="es-A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9040" lvl="2" indent="-349560" defTabSz="914400">
              <a:lnSpc>
                <a:spcPts val="4810"/>
              </a:lnSpc>
              <a:buClr>
                <a:srgbClr val="343434"/>
              </a:buClr>
              <a:buFont typeface="Arial"/>
              <a:buChar char="⚬"/>
            </a:pP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{{edu_2_degree}} </a:t>
            </a:r>
            <a:r>
              <a:rPr lang="en-US" sz="2430" b="1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 Bold"/>
              </a:rPr>
              <a:t> </a:t>
            </a:r>
            <a:r>
              <a:rPr lang="en-US" sz="2430" b="0" u="none" spc="40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{{edu_2_school}}  {{edu_2_years}}</a:t>
            </a:r>
            <a:endParaRPr lang="es-AR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66680" y="2035080"/>
            <a:ext cx="792972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180000" y="680760"/>
            <a:ext cx="791640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"/>
              </a:rPr>
              <a:t>+{{contact_phone}}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3"/>
          <p:cNvSpPr/>
          <p:nvPr/>
        </p:nvSpPr>
        <p:spPr>
          <a:xfrm>
            <a:off x="180000" y="1361160"/>
            <a:ext cx="773640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4"/>
          <p:cNvSpPr/>
          <p:nvPr/>
        </p:nvSpPr>
        <p:spPr>
          <a:xfrm>
            <a:off x="272880" y="2747880"/>
            <a:ext cx="674568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"/>
              </a:rPr>
              <a:t>Disponibilidad full time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6"/>
          <p:cNvSpPr/>
          <p:nvPr/>
        </p:nvSpPr>
        <p:spPr>
          <a:xfrm>
            <a:off x="866160" y="8483040"/>
            <a:ext cx="19829520" cy="55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r>
              <a:rPr lang="en-US" sz="3600" b="1" u="none" strike="noStrike">
                <a:solidFill>
                  <a:srgbClr val="333333"/>
                </a:solidFill>
                <a:effectLst/>
                <a:uFillTx/>
                <a:latin typeface="Poppins Bold"/>
                <a:ea typeface="Poppins Bold"/>
              </a:rPr>
              <a:t>{{exp_1_role}}</a:t>
            </a:r>
            <a:r>
              <a:rPr lang="en-US" sz="3600" b="1" u="none" strike="noStrike">
                <a:solidFill>
                  <a:srgbClr val="1e1e1e"/>
                </a:solidFill>
                <a:effectLst/>
                <a:uFillTx/>
                <a:latin typeface="Poppins Bold"/>
                <a:ea typeface="Poppins Bold"/>
              </a:rPr>
              <a:t> </a:t>
            </a:r>
            <a:r>
              <a:rPr lang="en-US" sz="3600" b="1" u="none" strike="noStrike">
                <a:solidFill>
                  <a:srgbClr val="1e1e1e"/>
                </a:solidFill>
                <a:effectLst/>
                <a:uFillTx/>
                <a:latin typeface="Nova"/>
                <a:ea typeface="Poppins Bold"/>
              </a:rPr>
              <a:t> </a:t>
            </a: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Nova"/>
                <a:ea typeface="Poppins"/>
              </a:rPr>
              <a:t>{{exp_1_company}}   {{exp_1_dates}}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Nova"/>
                <a:ea typeface="Montserrat"/>
              </a:rPr>
              <a:t>{{exp_1_bullets_block}}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41"/>
              </a:lnSpc>
            </a:pPr>
            <a:endParaRPr lang="es-AR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8"/>
              </a:lnSpc>
            </a:pPr>
            <a:endParaRPr lang="es-AR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280000" y="0"/>
            <a:ext cx="3775680" cy="377568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580000" y="175320"/>
            <a:ext cx="305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"/>
          <p:cNvSpPr/>
          <p:nvPr/>
        </p:nvSpPr>
        <p:spPr>
          <a:xfrm>
            <a:off x="3960000" y="27376920"/>
            <a:ext cx="1982736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{{cursos_1}}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{{cursos_2}}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1840" lvl="2" indent="-407160" defTabSz="914400">
              <a:lnSpc>
                <a:spcPts val="4697"/>
              </a:lnSpc>
              <a:buClr>
                <a:srgbClr val="343434"/>
              </a:buClr>
              <a:buFont typeface="Arial"/>
              <a:buChar char="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Nova"/>
                <a:ea typeface="Montserrat"/>
              </a:rPr>
              <a:t>{{cursos_3}}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2026-01-14T15:50:49Z</dcterms:modified>
  <cp:revision>19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