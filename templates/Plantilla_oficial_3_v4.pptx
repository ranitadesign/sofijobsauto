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Now"/>
      <p:regular r:id="rId4"/>
      <p:bold r:id="rId4"/>
    </p:embeddedFont>
    <p:embeddedFont>
      <p:font typeface="Lato"/>
      <p:regular r:id="rId5"/>
      <p:bold r:id="rId5"/>
    </p:embeddedFont>
    <p:embeddedFont>
      <p:font typeface="Poppins"/>
      <p:regular r:id="rId6"/>
      <p:bold r:id="rId6"/>
    </p:embeddedFont>
    <p:embeddedFont>
      <p:font typeface="Lato Bold"/>
    </p:embeddedFont>
    <p:embeddedFont>
      <p:font typeface="Microsoft YaHei"/>
      <p:regular r:id="rId7"/>
    </p:embeddedFont>
    <p:embeddedFont>
      <p:font typeface="Now Bold"/>
    </p:embeddedFont>
    <p:embeddedFont>
      <p:font typeface="Montserrat Bold"/>
    </p:embeddedFont>
    <p:embeddedFont>
      <p:font typeface="Montserra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Now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Poppins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CE3CBF-E697-44E1-8D7D-8B4C238657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9F3B3D-7E49-453F-9777-E505B56E8D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D937D1-931C-445D-8611-6D39ABCB20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6AEF77-DA25-47E5-BE14-51B26754C5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824BE7-038A-4305-AEAE-D0502CBB84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52EE55-D2A5-460B-B1C1-E12973D0DC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976D78-C8E9-4B4D-B2CD-49B5CDDC30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CEBE07-F970-4CF9-8C31-686C2B8B2C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7C52AA-73A3-4337-BBFB-24226E4158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486583-9137-4DBB-8E33-58A07E70F2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545154-0A2E-4F0E-971D-F71C9ACCD1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15120" y="0"/>
            <a:ext cx="7358400" cy="30270240"/>
          </a:xfrm>
          <a:custGeom>
            <a:avLst/>
            <a:gdLst>
              <a:gd name="textAreaLeft" fmla="*/ 0 w 7358400"/>
              <a:gd name="textAreaRight" fmla="*/ 7365240 w 7358400"/>
              <a:gd name="textAreaTop" fmla="*/ 0 h 30270240"/>
              <a:gd name="textAreaBottom" fmla="*/ 30277080 h 3027024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52840" cy="12960"/>
            <a:chOff x="7767000" y="2985480"/>
            <a:chExt cx="1752840" cy="1296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52840" cy="12960"/>
            </a:xfrm>
            <a:custGeom>
              <a:avLst/>
              <a:gdLst>
                <a:gd name="textAreaLeft" fmla="*/ 0 w 1752840"/>
                <a:gd name="textAreaRight" fmla="*/ 1759680 w 1752840"/>
                <a:gd name="textAreaTop" fmla="*/ 0 h 12960"/>
                <a:gd name="textAreaBottom" fmla="*/ 18360 h 1296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Freeform 5"/>
          <p:cNvSpPr/>
          <p:nvPr/>
        </p:nvSpPr>
        <p:spPr>
          <a:xfrm>
            <a:off x="619920" y="8272080"/>
            <a:ext cx="347400" cy="378000"/>
          </a:xfrm>
          <a:custGeom>
            <a:avLst/>
            <a:gdLst>
              <a:gd name="textAreaLeft" fmla="*/ 0 w 347400"/>
              <a:gd name="textAreaRight" fmla="*/ 354240 w 347400"/>
              <a:gd name="textAreaTop" fmla="*/ 0 h 378000"/>
              <a:gd name="textAreaBottom" fmla="*/ 384840 h 37800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614160" y="9246240"/>
            <a:ext cx="359280" cy="255600"/>
          </a:xfrm>
          <a:custGeom>
            <a:avLst/>
            <a:gdLst>
              <a:gd name="textAreaLeft" fmla="*/ 0 w 359280"/>
              <a:gd name="textAreaRight" fmla="*/ 366120 w 359280"/>
              <a:gd name="textAreaTop" fmla="*/ 0 h 255600"/>
              <a:gd name="textAreaBottom" fmla="*/ 262440 h 25560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653400" y="10054080"/>
            <a:ext cx="292320" cy="452520"/>
          </a:xfrm>
          <a:custGeom>
            <a:avLst/>
            <a:gdLst>
              <a:gd name="textAreaLeft" fmla="*/ 0 w 292320"/>
              <a:gd name="textAreaRight" fmla="*/ 299160 w 292320"/>
              <a:gd name="textAreaTop" fmla="*/ 0 h 452520"/>
              <a:gd name="textAreaBottom" fmla="*/ 459360 h 45252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17"/>
          <p:cNvGrpSpPr/>
          <p:nvPr/>
        </p:nvGrpSpPr>
        <p:grpSpPr>
          <a:xfrm>
            <a:off x="7767000" y="8619480"/>
            <a:ext cx="12513960" cy="23760"/>
            <a:chOff x="7767000" y="8619480"/>
            <a:chExt cx="12513960" cy="23760"/>
          </a:xfrm>
        </p:grpSpPr>
        <p:sp>
          <p:nvSpPr>
            <p:cNvPr id="66" name="Freeform 18"/>
            <p:cNvSpPr/>
            <p:nvPr/>
          </p:nvSpPr>
          <p:spPr>
            <a:xfrm>
              <a:off x="7767000" y="8619480"/>
              <a:ext cx="12513960" cy="23760"/>
            </a:xfrm>
            <a:custGeom>
              <a:avLst/>
              <a:gdLst>
                <a:gd name="textAreaLeft" fmla="*/ 0 w 12513960"/>
                <a:gd name="textAreaRight" fmla="*/ 12520800 w 12513960"/>
                <a:gd name="textAreaTop" fmla="*/ 0 h 23760"/>
                <a:gd name="textAreaBottom" fmla="*/ 30600 h 237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19"/>
          <p:cNvGrpSpPr/>
          <p:nvPr/>
        </p:nvGrpSpPr>
        <p:grpSpPr>
          <a:xfrm>
            <a:off x="7825680" y="4495680"/>
            <a:ext cx="12482280" cy="11520"/>
            <a:chOff x="7825680" y="4495680"/>
            <a:chExt cx="12482280" cy="11520"/>
          </a:xfrm>
        </p:grpSpPr>
        <p:sp>
          <p:nvSpPr>
            <p:cNvPr id="68" name="Freeform 20"/>
            <p:cNvSpPr/>
            <p:nvPr/>
          </p:nvSpPr>
          <p:spPr>
            <a:xfrm>
              <a:off x="7825680" y="4495680"/>
              <a:ext cx="12482280" cy="11520"/>
            </a:xfrm>
            <a:custGeom>
              <a:avLst/>
              <a:gdLst>
                <a:gd name="textAreaLeft" fmla="*/ 0 w 12482280"/>
                <a:gd name="textAreaRight" fmla="*/ 12489120 w 12482280"/>
                <a:gd name="textAreaTop" fmla="*/ 0 h 11520"/>
                <a:gd name="textAreaBottom" fmla="*/ 18360 h 115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1"/>
          <p:cNvGrpSpPr/>
          <p:nvPr/>
        </p:nvGrpSpPr>
        <p:grpSpPr>
          <a:xfrm>
            <a:off x="7889400" y="9081360"/>
            <a:ext cx="41040" cy="19653120"/>
            <a:chOff x="7889400" y="9081360"/>
            <a:chExt cx="41040" cy="19653120"/>
          </a:xfrm>
        </p:grpSpPr>
        <p:sp>
          <p:nvSpPr>
            <p:cNvPr id="70" name="Freeform 22"/>
            <p:cNvSpPr/>
            <p:nvPr/>
          </p:nvSpPr>
          <p:spPr>
            <a:xfrm rot="5400000">
              <a:off x="-1916640" y="18887400"/>
              <a:ext cx="19653120" cy="41040"/>
            </a:xfrm>
            <a:custGeom>
              <a:avLst/>
              <a:gdLst>
                <a:gd name="textAreaLeft" fmla="*/ 0 w 19653120"/>
                <a:gd name="textAreaRight" fmla="*/ 19659960 w 19653120"/>
                <a:gd name="textAreaTop" fmla="*/ 0 h 41040"/>
                <a:gd name="textAreaBottom" fmla="*/ 47880 h 4104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26"/>
          <p:cNvSpPr/>
          <p:nvPr/>
        </p:nvSpPr>
        <p:spPr>
          <a:xfrm>
            <a:off x="7767000" y="681120"/>
            <a:ext cx="1360080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7"/>
          <p:cNvSpPr/>
          <p:nvPr/>
        </p:nvSpPr>
        <p:spPr>
          <a:xfrm>
            <a:off x="7767000" y="1932480"/>
            <a:ext cx="120387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5941"/>
              </a:lnSpc>
            </a:pPr>
            <a:r>
              <a:rPr lang="en-US" sz="3200" b="0" u="none" strike="noStrike">
                <a:solidFill>
                  <a:srgbClr val="1c1c1c"/>
                </a:solidFill>
                <a:effectLst/>
                <a:uFillTx/>
                <a:latin typeface="Now"/>
                <a:ea typeface="Now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9"/>
          <p:cNvSpPr/>
          <p:nvPr/>
        </p:nvSpPr>
        <p:spPr>
          <a:xfrm>
            <a:off x="1289160" y="8119800"/>
            <a:ext cx="4364280" cy="47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960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0"/>
          <p:cNvSpPr/>
          <p:nvPr/>
        </p:nvSpPr>
        <p:spPr>
          <a:xfrm>
            <a:off x="1289160" y="9060120"/>
            <a:ext cx="48261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{{contact_email}}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1"/>
          <p:cNvSpPr/>
          <p:nvPr/>
        </p:nvSpPr>
        <p:spPr>
          <a:xfrm>
            <a:off x="1326960" y="10087920"/>
            <a:ext cx="302976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95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7"/>
          <p:cNvSpPr/>
          <p:nvPr/>
        </p:nvSpPr>
        <p:spPr>
          <a:xfrm>
            <a:off x="7767000" y="7687440"/>
            <a:ext cx="1254096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8"/>
          <p:cNvSpPr/>
          <p:nvPr/>
        </p:nvSpPr>
        <p:spPr>
          <a:xfrm>
            <a:off x="7825680" y="3617640"/>
            <a:ext cx="124822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9"/>
          <p:cNvSpPr/>
          <p:nvPr/>
        </p:nvSpPr>
        <p:spPr>
          <a:xfrm>
            <a:off x="7825680" y="4489200"/>
            <a:ext cx="124822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0"/>
          <p:cNvSpPr/>
          <p:nvPr/>
        </p:nvSpPr>
        <p:spPr>
          <a:xfrm>
            <a:off x="8265600" y="8902440"/>
            <a:ext cx="12069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1"/>
          <p:cNvSpPr/>
          <p:nvPr/>
        </p:nvSpPr>
        <p:spPr>
          <a:xfrm>
            <a:off x="8089560" y="9424440"/>
            <a:ext cx="12065040" cy="873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{{exp_1_role}}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{{exp_1_company}} {{exp_1_dates}}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{{exp_2_role}}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Lato Bold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{{exp_2_company}} {{exp_2_dates}}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{{exp_3_role}}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Lato Bold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{{exp_3_company}} {{exp_3_dates}}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Poppins"/>
                <a:ea typeface="Lato Bold"/>
              </a:rPr>
              <a:t>{{exp_4_role}}</a:t>
            </a:r>
            <a:r>
              <a:rPr lang="en-US" sz="2550" b="1" u="none" strike="noStrike">
                <a:solidFill>
                  <a:srgbClr val="1c1c1c"/>
                </a:solidFill>
                <a:effectLst/>
                <a:uFillTx/>
                <a:latin typeface="Lato Bold"/>
                <a:ea typeface="Lato Bold"/>
              </a:rPr>
              <a:t> </a:t>
            </a: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220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{{exp_4_company}} {{exp_4_dates}}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3"/>
          <p:cNvSpPr/>
          <p:nvPr/>
        </p:nvSpPr>
        <p:spPr>
          <a:xfrm>
            <a:off x="8305200" y="13141800"/>
            <a:ext cx="120301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080000" y="1435320"/>
            <a:ext cx="521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360000" y="11700000"/>
            <a:ext cx="597240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8"/>
          <p:cNvGrpSpPr/>
          <p:nvPr/>
        </p:nvGrpSpPr>
        <p:grpSpPr>
          <a:xfrm>
            <a:off x="470520" y="7646760"/>
            <a:ext cx="5109480" cy="23040"/>
            <a:chOff x="470520" y="7646760"/>
            <a:chExt cx="5109480" cy="23040"/>
          </a:xfrm>
        </p:grpSpPr>
        <p:sp>
          <p:nvSpPr>
            <p:cNvPr id="85" name="Freeform 1"/>
            <p:cNvSpPr/>
            <p:nvPr/>
          </p:nvSpPr>
          <p:spPr>
            <a:xfrm>
              <a:off x="470520" y="7646760"/>
              <a:ext cx="5109480" cy="23040"/>
            </a:xfrm>
            <a:custGeom>
              <a:avLst/>
              <a:gdLst>
                <a:gd name="textAreaLeft" fmla="*/ 0 w 5109480"/>
                <a:gd name="textAreaRight" fmla="*/ 5117040 w 5109480"/>
                <a:gd name="textAreaTop" fmla="*/ 0 h 23040"/>
                <a:gd name="textAreaBottom" fmla="*/ 30600 h 2304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"/>
          <p:cNvSpPr txBox="1"/>
          <p:nvPr/>
        </p:nvSpPr>
        <p:spPr>
          <a:xfrm>
            <a:off x="360000" y="7046280"/>
            <a:ext cx="3780000" cy="69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2026-01-14T16:31:28Z</dcterms:modified>
  <cp:revision>20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