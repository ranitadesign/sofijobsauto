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Lato"/>
      <p:regular r:id="rId5"/>
      <p:bold r:id="rId5"/>
    </p:embeddedFont>
    <p:embeddedFont>
      <p:font typeface="Microsoft YaHei"/>
      <p:regular r:id="rId6"/>
    </p:embeddedFont>
    <p:embeddedFont>
      <p:font typeface="Now Bold"/>
    </p:embeddedFont>
    <p:embeddedFont>
      <p:font typeface="Montserrat Bold"/>
    </p:embeddedFont>
    <p:embeddedFont>
      <p:font typeface="Now"/>
      <p:regular r:id="rId7"/>
      <p:bold r:id="rId7"/>
    </p:embeddedFont>
    <p:embeddedFont>
      <p:font typeface="Montserrat"/>
      <p:regular r:id="rId8"/>
      <p:bold r:id="rId8"/>
    </p:embeddedFont>
    <p:embeddedFont>
      <p:font typeface="Lato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Lato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Now_Regular.fntdata"/><Relationship Id="rId8" Type="http://schemas.openxmlformats.org/officeDocument/2006/relationships/font" Target="fonts/Font_5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760" cy="62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760" cy="393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200" cy="62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200" cy="393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7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D418E0E-01A5-4181-885E-6CD44B358D4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66984C1-EBE4-4AED-9725-F33B0CFBC16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21486A-DBF0-44AF-8CAC-10D71FCC00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6640" cy="115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12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6640" cy="467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E3511B7-A5E3-4A27-BE19-95C4D387C2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880" cy="55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880" cy="4103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880" cy="79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3A8A7DE-9768-47A5-8EBA-DE682A17EF8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880" cy="145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B8F6FE6-A8DC-4398-B0D5-61424C78F9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08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AA89A65-2499-4CEF-AFE8-1727CBF944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88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40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F49C130-EF49-4FA0-9933-DD5DC706DB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08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24D27F4-A6ED-4666-AA79-1DD09E1C397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880" cy="13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880" cy="148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E1B7FE9-8604-4722-91FE-7FD81A234B8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96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96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FED082B-35BE-4125-AEE1-F11D8AC9231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15120" y="0"/>
            <a:ext cx="7353720" cy="30265560"/>
          </a:xfrm>
          <a:custGeom>
            <a:avLst/>
            <a:gdLst>
              <a:gd name="textAreaLeft" fmla="*/ 0 w 7353720"/>
              <a:gd name="textAreaRight" fmla="*/ 7365240 w 7353720"/>
              <a:gd name="textAreaTop" fmla="*/ 0 h 30265560"/>
              <a:gd name="textAreaBottom" fmla="*/ 30277080 h 30265560"/>
            </a:gdLst>
            <a:ahLst/>
            <a:cxnLst/>
            <a:rect l="textAreaLeft" t="textAreaTop" r="textAreaRight" b="textAreaBottom"/>
            <a:pathLst>
              <a:path w="8625412" h="31806316">
                <a:moveTo>
                  <a:pt x="0" y="0"/>
                </a:moveTo>
                <a:lnTo>
                  <a:pt x="8625412" y="0"/>
                </a:lnTo>
                <a:lnTo>
                  <a:pt x="8625412" y="31806316"/>
                </a:lnTo>
                <a:lnTo>
                  <a:pt x="0" y="31806316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7767000" y="2985480"/>
            <a:ext cx="1748160" cy="8280"/>
            <a:chOff x="7767000" y="2985480"/>
            <a:chExt cx="1748160" cy="8280"/>
          </a:xfrm>
        </p:grpSpPr>
        <p:sp>
          <p:nvSpPr>
            <p:cNvPr id="61" name="Freeform 4"/>
            <p:cNvSpPr/>
            <p:nvPr/>
          </p:nvSpPr>
          <p:spPr>
            <a:xfrm>
              <a:off x="7767000" y="2985480"/>
              <a:ext cx="1748160" cy="8280"/>
            </a:xfrm>
            <a:custGeom>
              <a:avLst/>
              <a:gdLst>
                <a:gd name="textAreaLeft" fmla="*/ 0 w 1748160"/>
                <a:gd name="textAreaRight" fmla="*/ 1759680 w 1748160"/>
                <a:gd name="textAreaTop" fmla="*/ 0 h 8280"/>
                <a:gd name="textAreaBottom" fmla="*/ 18360 h 8280"/>
              </a:gdLst>
              <a:ahLst/>
              <a:cxnLst/>
              <a:rect l="textAreaLeft" t="textAreaTop" r="textAreaRight" b="textAreaBottom"/>
              <a:pathLst>
                <a:path w="2346198" h="143764">
                  <a:moveTo>
                    <a:pt x="0" y="0"/>
                  </a:moveTo>
                  <a:lnTo>
                    <a:pt x="2346198" y="0"/>
                  </a:lnTo>
                  <a:lnTo>
                    <a:pt x="2346198" y="143764"/>
                  </a:lnTo>
                  <a:lnTo>
                    <a:pt x="0" y="143764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2" name="Group 17"/>
          <p:cNvGrpSpPr/>
          <p:nvPr/>
        </p:nvGrpSpPr>
        <p:grpSpPr>
          <a:xfrm>
            <a:off x="7767000" y="8619480"/>
            <a:ext cx="12509280" cy="19080"/>
            <a:chOff x="7767000" y="8619480"/>
            <a:chExt cx="12509280" cy="19080"/>
          </a:xfrm>
        </p:grpSpPr>
        <p:sp>
          <p:nvSpPr>
            <p:cNvPr id="63" name="Freeform 18"/>
            <p:cNvSpPr/>
            <p:nvPr/>
          </p:nvSpPr>
          <p:spPr>
            <a:xfrm>
              <a:off x="7767000" y="8619480"/>
              <a:ext cx="12509280" cy="19080"/>
            </a:xfrm>
            <a:custGeom>
              <a:avLst/>
              <a:gdLst>
                <a:gd name="textAreaLeft" fmla="*/ 0 w 12509280"/>
                <a:gd name="textAreaRight" fmla="*/ 12520800 w 12509280"/>
                <a:gd name="textAreaTop" fmla="*/ 0 h 19080"/>
                <a:gd name="textAreaBottom" fmla="*/ 30600 h 1908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19"/>
          <p:cNvGrpSpPr/>
          <p:nvPr/>
        </p:nvGrpSpPr>
        <p:grpSpPr>
          <a:xfrm>
            <a:off x="7825680" y="4495680"/>
            <a:ext cx="12477600" cy="6840"/>
            <a:chOff x="7825680" y="4495680"/>
            <a:chExt cx="12477600" cy="6840"/>
          </a:xfrm>
        </p:grpSpPr>
        <p:sp>
          <p:nvSpPr>
            <p:cNvPr id="65" name="Freeform 20"/>
            <p:cNvSpPr/>
            <p:nvPr/>
          </p:nvSpPr>
          <p:spPr>
            <a:xfrm>
              <a:off x="7825680" y="4495680"/>
              <a:ext cx="12477600" cy="6840"/>
            </a:xfrm>
            <a:custGeom>
              <a:avLst/>
              <a:gdLst>
                <a:gd name="textAreaLeft" fmla="*/ 0 w 12477600"/>
                <a:gd name="textAreaRight" fmla="*/ 12489120 w 12477600"/>
                <a:gd name="textAreaTop" fmla="*/ 0 h 6840"/>
                <a:gd name="textAreaBottom" fmla="*/ 18360 h 684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6" name="Group 21"/>
          <p:cNvGrpSpPr/>
          <p:nvPr/>
        </p:nvGrpSpPr>
        <p:grpSpPr>
          <a:xfrm>
            <a:off x="7894080" y="9081360"/>
            <a:ext cx="36360" cy="19648440"/>
            <a:chOff x="7894080" y="9081360"/>
            <a:chExt cx="36360" cy="19648440"/>
          </a:xfrm>
        </p:grpSpPr>
        <p:sp>
          <p:nvSpPr>
            <p:cNvPr id="67" name="Freeform 22"/>
            <p:cNvSpPr/>
            <p:nvPr/>
          </p:nvSpPr>
          <p:spPr>
            <a:xfrm rot="5400000">
              <a:off x="-1911960" y="18887400"/>
              <a:ext cx="19648440" cy="36360"/>
            </a:xfrm>
            <a:custGeom>
              <a:avLst/>
              <a:gdLst>
                <a:gd name="textAreaLeft" fmla="*/ 0 w 19648440"/>
                <a:gd name="textAreaRight" fmla="*/ 19659960 w 19648440"/>
                <a:gd name="textAreaTop" fmla="*/ 0 h 36360"/>
                <a:gd name="textAreaBottom" fmla="*/ 47880 h 36360"/>
              </a:gdLst>
              <a:ahLst/>
              <a:cxnLst/>
              <a:rect l="textAreaLeft" t="textAreaTop" r="textAreaRight" b="textAreaBottom"/>
              <a:pathLst>
                <a:path w="26213308" h="63754">
                  <a:moveTo>
                    <a:pt x="25947751" y="0"/>
                  </a:moveTo>
                  <a:lnTo>
                    <a:pt x="0" y="0"/>
                  </a:lnTo>
                  <a:lnTo>
                    <a:pt x="0" y="63754"/>
                  </a:lnTo>
                  <a:lnTo>
                    <a:pt x="26213308" y="63754"/>
                  </a:lnTo>
                  <a:lnTo>
                    <a:pt x="26213308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26"/>
          <p:cNvSpPr/>
          <p:nvPr/>
        </p:nvSpPr>
        <p:spPr>
          <a:xfrm>
            <a:off x="7767000" y="681120"/>
            <a:ext cx="13596120" cy="172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645"/>
              </a:lnSpc>
            </a:pPr>
            <a:r>
              <a:rPr lang="en-US" sz="765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5941"/>
              </a:lnSpc>
            </a:pPr>
            <a:r>
              <a:rPr lang="en-US" sz="320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Now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7"/>
          <p:cNvSpPr/>
          <p:nvPr/>
        </p:nvSpPr>
        <p:spPr>
          <a:xfrm>
            <a:off x="7767000" y="7687440"/>
            <a:ext cx="12536280" cy="70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7"/>
              </a:lnSpc>
            </a:pPr>
            <a:r>
              <a:rPr lang="en-US" sz="3959" b="1" u="none" spc="468" strike="noStrike">
                <a:solidFill>
                  <a:srgbClr val="1c1c1c"/>
                </a:solidFill>
                <a:effectLst/>
                <a:uFillTx/>
                <a:latin typeface="Poppins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8"/>
          <p:cNvSpPr/>
          <p:nvPr/>
        </p:nvSpPr>
        <p:spPr>
          <a:xfrm>
            <a:off x="7825680" y="3617640"/>
            <a:ext cx="1247760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1c1c1c"/>
                </a:solidFill>
                <a:effectLst/>
                <a:uFillTx/>
                <a:latin typeface="Poppins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9"/>
          <p:cNvSpPr/>
          <p:nvPr/>
        </p:nvSpPr>
        <p:spPr>
          <a:xfrm>
            <a:off x="7825680" y="4489200"/>
            <a:ext cx="1247760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201"/>
              </a:lnSpc>
            </a:pPr>
            <a:r>
              <a:rPr lang="en-US" sz="2200" b="0" u="none" strike="noStrike">
                <a:solidFill>
                  <a:srgbClr val="1c1c1c"/>
                </a:solidFill>
                <a:effectLst/>
                <a:uFillTx/>
                <a:latin typeface="Lato"/>
                <a:ea typeface="Lato"/>
              </a:rPr>
              <a:t>{{about}}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40"/>
          <p:cNvSpPr/>
          <p:nvPr/>
        </p:nvSpPr>
        <p:spPr>
          <a:xfrm>
            <a:off x="8265600" y="8902440"/>
            <a:ext cx="1206504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41"/>
          <p:cNvSpPr/>
          <p:nvPr/>
        </p:nvSpPr>
        <p:spPr>
          <a:xfrm>
            <a:off x="7794000" y="8820000"/>
            <a:ext cx="12060360" cy="794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c4c4be"/>
              </a:buClr>
              <a:buFont typeface="Wingdings" charset="2"/>
              <a:buChar char=""/>
            </a:pPr>
            <a:r>
              <a:rPr lang="en-US" sz="2200" b="1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  {{exp_1_role}}</a:t>
            </a:r>
            <a:r>
              <a:rPr lang="en-US" sz="255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 </a:t>
            </a:r>
            <a:r>
              <a:rPr lang="en-US" sz="255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 </a:t>
            </a:r>
            <a:r>
              <a:rPr lang="en-US" sz="220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{{exp_1_company}} {{exp_1_dates}}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06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06"/>
              </a:lnSpc>
            </a:pP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3969"/>
              </a:lnSpc>
            </a:pP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c4c4be"/>
              </a:buClr>
              <a:buFont typeface="Wingdings" charset="2"/>
              <a:buChar char=""/>
            </a:pPr>
            <a:r>
              <a:rPr lang="en-US" sz="2400" b="1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 {{exp_2_role}}</a:t>
            </a:r>
            <a:r>
              <a:rPr lang="en-US" sz="2550" b="1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 </a:t>
            </a:r>
            <a:r>
              <a:rPr lang="en-US" sz="255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 </a:t>
            </a:r>
            <a:r>
              <a:rPr lang="en-US" sz="220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{{exp_2_company}} {{exp_2_dates}}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06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06"/>
              </a:lnSpc>
            </a:pP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396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c4c4be"/>
              </a:buClr>
              <a:buFont typeface="Wingdings" charset="2"/>
              <a:buChar char=""/>
            </a:pPr>
            <a:r>
              <a:rPr lang="en-US" sz="2400" b="1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 {{exp_3_role}}</a:t>
            </a:r>
            <a:r>
              <a:rPr lang="en-US" sz="2550" b="1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 </a:t>
            </a:r>
            <a:r>
              <a:rPr lang="en-US" sz="255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 </a:t>
            </a:r>
            <a:r>
              <a:rPr lang="en-US" sz="220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{{exp_3_company}} {{exp_3_dates}}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06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06"/>
              </a:lnSpc>
            </a:pP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396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c4c4be"/>
              </a:buClr>
              <a:buFont typeface="Wingdings" charset="2"/>
              <a:buChar char=""/>
            </a:pPr>
            <a:r>
              <a:rPr lang="en-US" sz="2400" b="1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 {{exp_4_role}}</a:t>
            </a:r>
            <a:r>
              <a:rPr lang="en-US" sz="2550" b="1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 </a:t>
            </a:r>
            <a:r>
              <a:rPr lang="en-US" sz="255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 </a:t>
            </a:r>
            <a:r>
              <a:rPr lang="en-US" sz="220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{{exp_4_company}} {{exp_4_dates}}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06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{{exp_4_bullets_block}}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43"/>
          <p:cNvSpPr/>
          <p:nvPr/>
        </p:nvSpPr>
        <p:spPr>
          <a:xfrm>
            <a:off x="8305200" y="13141800"/>
            <a:ext cx="1202544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900360" y="891720"/>
            <a:ext cx="5034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252360" y="5760360"/>
            <a:ext cx="6331680" cy="40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685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DAG9j18jp5c</dc:identifier>
  <dc:language>es-AR</dc:language>
  <cp:lastModifiedBy/>
  <dcterms:modified xsi:type="dcterms:W3CDTF">2026-02-13T13:28:25Z</dcterms:modified>
  <cp:revision>32</cp:revision>
  <dc:subject/>
  <dc:title>Plantilla_oficial_3.pptx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