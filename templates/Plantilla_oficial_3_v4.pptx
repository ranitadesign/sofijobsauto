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  <p:regular r:id="rId4"/>
      <p:bold r:id="rId4"/>
    </p:embeddedFont>
    <p:embeddedFont>
      <p:font typeface="Poppins"/>
      <p:regular r:id="rId5"/>
      <p:bold r:id="rId5"/>
    </p:embeddedFont>
    <p:embeddedFont>
      <p:font typeface="Microsoft YaHei"/>
      <p:regular r:id="rId6"/>
    </p:embeddedFont>
    <p:embeddedFont>
      <p:font typeface="Montserrat"/>
      <p:regular r:id="rId7"/>
      <p:bold r:id="rId7"/>
    </p:embeddedFont>
    <p:embeddedFont>
      <p:font typeface="Montserrat Bold"/>
    </p:embeddedFont>
    <p:embeddedFont>
      <p:font typeface="Now"/>
      <p:regular r:id="rId8"/>
      <p:bold r:id="rId8"/>
    </p:embeddedFont>
    <p:embeddedFont>
      <p:font typeface="Lato Bold"/>
    </p:embeddedFont>
    <p:embeddedFont>
      <p:font typeface="Now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Lato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Microsoft_YaHei_Regular.fntdata"/><Relationship Id="rId7" Type="http://schemas.openxmlformats.org/officeDocument/2006/relationships/font" Target="fonts/Font_4_Montserrat_Regular.fntdata"/><Relationship Id="rId8" Type="http://schemas.openxmlformats.org/officeDocument/2006/relationships/font" Target="fonts/Font_5_Now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72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706D2-3B6F-4CC5-85AA-440813D251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0520" cy="13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0520" cy="148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80C26F-BD21-4C8D-ABA5-B373CF5238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660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660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6A92F5-8CC5-4A7F-BCE7-C7FA7370E5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8400" cy="62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8400" cy="39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9840" cy="62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9840" cy="393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670297-42B1-415F-B3A5-72EEC7B265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6EC6CD-7209-4143-B307-95951CD906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08DF12-B309-4C59-B782-5DEC08223A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6280" cy="115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9760" cy="584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6280" cy="467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A25C3B-2152-4971-9225-3F003B3F98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4520" cy="55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4520" cy="41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4520" cy="79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F4AE7D-8036-4017-AC61-16A23C3EAD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0520" cy="145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04FCDB-BCFC-4C6B-820B-FCC37D12FF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7720" cy="113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7720" cy="45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AAF13B-C25C-41CE-B507-F44C8E3B14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5520" cy="58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8040" cy="58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360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1840" cy="35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CE9734-F08F-4BF4-9C30-FFC890F5BB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15120" y="0"/>
            <a:ext cx="7353360" cy="30265200"/>
          </a:xfrm>
          <a:custGeom>
            <a:avLst/>
            <a:gdLst>
              <a:gd name="textAreaLeft" fmla="*/ 0 w 7353360"/>
              <a:gd name="textAreaRight" fmla="*/ 7365240 w 7353360"/>
              <a:gd name="textAreaTop" fmla="*/ 0 h 30265200"/>
              <a:gd name="textAreaBottom" fmla="*/ 30277080 h 30265200"/>
            </a:gdLst>
            <a:ahLst/>
            <a:cxnLst/>
            <a:rect l="textAreaLeft" t="textAreaTop" r="textAreaRight" b="textAreaBottom"/>
            <a:pathLst>
              <a:path w="8625412" h="31806316">
                <a:moveTo>
                  <a:pt x="0" y="0"/>
                </a:moveTo>
                <a:lnTo>
                  <a:pt x="8625412" y="0"/>
                </a:lnTo>
                <a:lnTo>
                  <a:pt x="8625412" y="31806316"/>
                </a:lnTo>
                <a:lnTo>
                  <a:pt x="0" y="31806316"/>
                </a:lnTo>
                <a:lnTo>
                  <a:pt x="0" y="0"/>
                </a:lnTo>
                <a:close/>
              </a:path>
            </a:pathLst>
          </a:cu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7767000" y="2985480"/>
            <a:ext cx="1747800" cy="7920"/>
            <a:chOff x="7767000" y="2985480"/>
            <a:chExt cx="1747800" cy="7920"/>
          </a:xfrm>
        </p:grpSpPr>
        <p:sp>
          <p:nvSpPr>
            <p:cNvPr id="61" name="Freeform 4"/>
            <p:cNvSpPr/>
            <p:nvPr/>
          </p:nvSpPr>
          <p:spPr>
            <a:xfrm>
              <a:off x="7767000" y="2985480"/>
              <a:ext cx="1747800" cy="7920"/>
            </a:xfrm>
            <a:custGeom>
              <a:avLst/>
              <a:gdLst>
                <a:gd name="textAreaLeft" fmla="*/ 0 w 1747800"/>
                <a:gd name="textAreaRight" fmla="*/ 1759680 w 1747800"/>
                <a:gd name="textAreaTop" fmla="*/ 0 h 7920"/>
                <a:gd name="textAreaBottom" fmla="*/ 18360 h 7920"/>
              </a:gdLst>
              <a:ahLst/>
              <a:cxnLst/>
              <a:rect l="textAreaLeft" t="textAreaTop" r="textAreaRight" b="textAreaBottom"/>
              <a:pathLst>
                <a:path w="2346198" h="143764">
                  <a:moveTo>
                    <a:pt x="0" y="0"/>
                  </a:moveTo>
                  <a:lnTo>
                    <a:pt x="2346198" y="0"/>
                  </a:lnTo>
                  <a:lnTo>
                    <a:pt x="2346198" y="143764"/>
                  </a:lnTo>
                  <a:lnTo>
                    <a:pt x="0" y="143764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roup 17"/>
          <p:cNvGrpSpPr/>
          <p:nvPr/>
        </p:nvGrpSpPr>
        <p:grpSpPr>
          <a:xfrm>
            <a:off x="7767000" y="8619480"/>
            <a:ext cx="12508920" cy="18720"/>
            <a:chOff x="7767000" y="8619480"/>
            <a:chExt cx="12508920" cy="18720"/>
          </a:xfrm>
        </p:grpSpPr>
        <p:sp>
          <p:nvSpPr>
            <p:cNvPr id="63" name="Freeform 18"/>
            <p:cNvSpPr/>
            <p:nvPr/>
          </p:nvSpPr>
          <p:spPr>
            <a:xfrm>
              <a:off x="7767000" y="8619480"/>
              <a:ext cx="12508920" cy="18720"/>
            </a:xfrm>
            <a:custGeom>
              <a:avLst/>
              <a:gdLst>
                <a:gd name="textAreaLeft" fmla="*/ 0 w 12508920"/>
                <a:gd name="textAreaRight" fmla="*/ 12520800 w 12508920"/>
                <a:gd name="textAreaTop" fmla="*/ 0 h 18720"/>
                <a:gd name="textAreaBottom" fmla="*/ 30600 h 18720"/>
              </a:gdLst>
              <a:ahLst/>
              <a:cxnLst/>
              <a:rect l="textAreaLeft" t="textAreaTop" r="textAreaRight" b="textAreaBottom"/>
              <a:pathLst>
                <a:path w="16694277" h="40640">
                  <a:moveTo>
                    <a:pt x="16525239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94277" y="40640"/>
                  </a:lnTo>
                  <a:lnTo>
                    <a:pt x="16694277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19"/>
          <p:cNvGrpSpPr/>
          <p:nvPr/>
        </p:nvGrpSpPr>
        <p:grpSpPr>
          <a:xfrm>
            <a:off x="7825680" y="4495680"/>
            <a:ext cx="12477240" cy="6480"/>
            <a:chOff x="7825680" y="4495680"/>
            <a:chExt cx="12477240" cy="6480"/>
          </a:xfrm>
        </p:grpSpPr>
        <p:sp>
          <p:nvSpPr>
            <p:cNvPr id="65" name="Freeform 20"/>
            <p:cNvSpPr/>
            <p:nvPr/>
          </p:nvSpPr>
          <p:spPr>
            <a:xfrm>
              <a:off x="7825680" y="4495680"/>
              <a:ext cx="12477240" cy="6480"/>
            </a:xfrm>
            <a:custGeom>
              <a:avLst/>
              <a:gdLst>
                <a:gd name="textAreaLeft" fmla="*/ 0 w 12477240"/>
                <a:gd name="textAreaRight" fmla="*/ 12489120 w 12477240"/>
                <a:gd name="textAreaTop" fmla="*/ 0 h 6480"/>
                <a:gd name="textAreaBottom" fmla="*/ 18360 h 6480"/>
              </a:gdLst>
              <a:ahLst/>
              <a:cxnLst/>
              <a:rect l="textAreaLeft" t="textAreaTop" r="textAreaRight" b="textAreaBottom"/>
              <a:pathLst>
                <a:path w="16652239" h="40640">
                  <a:moveTo>
                    <a:pt x="16483076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16652239" y="40640"/>
                  </a:lnTo>
                  <a:lnTo>
                    <a:pt x="16652239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" name="Group 21"/>
          <p:cNvGrpSpPr/>
          <p:nvPr/>
        </p:nvGrpSpPr>
        <p:grpSpPr>
          <a:xfrm>
            <a:off x="7894440" y="9081360"/>
            <a:ext cx="36000" cy="19648080"/>
            <a:chOff x="7894440" y="9081360"/>
            <a:chExt cx="36000" cy="19648080"/>
          </a:xfrm>
        </p:grpSpPr>
        <p:sp>
          <p:nvSpPr>
            <p:cNvPr id="67" name="Freeform 22"/>
            <p:cNvSpPr/>
            <p:nvPr/>
          </p:nvSpPr>
          <p:spPr>
            <a:xfrm rot="5400000">
              <a:off x="-1911600" y="18887400"/>
              <a:ext cx="19648080" cy="36000"/>
            </a:xfrm>
            <a:custGeom>
              <a:avLst/>
              <a:gdLst>
                <a:gd name="textAreaLeft" fmla="*/ 0 w 19648080"/>
                <a:gd name="textAreaRight" fmla="*/ 19659960 w 19648080"/>
                <a:gd name="textAreaTop" fmla="*/ 0 h 36000"/>
                <a:gd name="textAreaBottom" fmla="*/ 47880 h 36000"/>
              </a:gdLst>
              <a:ahLst/>
              <a:cxnLst/>
              <a:rect l="textAreaLeft" t="textAreaTop" r="textAreaRight" b="textAreaBottom"/>
              <a:pathLst>
                <a:path w="26213308" h="63754">
                  <a:moveTo>
                    <a:pt x="25947751" y="0"/>
                  </a:moveTo>
                  <a:lnTo>
                    <a:pt x="0" y="0"/>
                  </a:lnTo>
                  <a:lnTo>
                    <a:pt x="0" y="63754"/>
                  </a:lnTo>
                  <a:lnTo>
                    <a:pt x="26213308" y="63754"/>
                  </a:lnTo>
                  <a:lnTo>
                    <a:pt x="26213308" y="0"/>
                  </a:lnTo>
                  <a:close/>
                </a:path>
              </a:pathLst>
            </a:custGeom>
            <a:solidFill>
              <a:srgbClr val="c4c4be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" bIns="288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TextBox 26"/>
          <p:cNvSpPr/>
          <p:nvPr/>
        </p:nvSpPr>
        <p:spPr>
          <a:xfrm>
            <a:off x="7767000" y="681120"/>
            <a:ext cx="13595760" cy="17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7645"/>
              </a:lnSpc>
            </a:pPr>
            <a:r>
              <a:rPr lang="en-US" sz="765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Now Bold"/>
              </a:rPr>
              <a:t>{{name}}</a:t>
            </a:r>
            <a:endParaRPr lang="es-AR" sz="7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5941"/>
              </a:lnSpc>
            </a:pPr>
            <a:r>
              <a:rPr lang="en-US" sz="32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Now"/>
              </a:rPr>
              <a:t>{{title}}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7"/>
          <p:cNvSpPr/>
          <p:nvPr/>
        </p:nvSpPr>
        <p:spPr>
          <a:xfrm>
            <a:off x="7767000" y="7687440"/>
            <a:ext cx="1253592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7"/>
              </a:lnSpc>
            </a:pPr>
            <a:r>
              <a:rPr lang="en-US" sz="3959" b="1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8"/>
          <p:cNvSpPr/>
          <p:nvPr/>
        </p:nvSpPr>
        <p:spPr>
          <a:xfrm>
            <a:off x="7825680" y="3617640"/>
            <a:ext cx="124772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542"/>
              </a:lnSpc>
            </a:pPr>
            <a:r>
              <a:rPr lang="en-US" sz="3959" b="1" u="none" spc="468" strike="noStrike">
                <a:solidFill>
                  <a:srgbClr val="1c1c1c"/>
                </a:solidFill>
                <a:effectLst/>
                <a:uFillTx/>
                <a:latin typeface="Poppins"/>
                <a:ea typeface="Now Bold"/>
              </a:rPr>
              <a:t>Perfil Profesional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9"/>
          <p:cNvSpPr/>
          <p:nvPr/>
        </p:nvSpPr>
        <p:spPr>
          <a:xfrm>
            <a:off x="7825680" y="4489200"/>
            <a:ext cx="124772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201"/>
              </a:lnSpc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{{about}}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0"/>
          <p:cNvSpPr/>
          <p:nvPr/>
        </p:nvSpPr>
        <p:spPr>
          <a:xfrm>
            <a:off x="8265600" y="8902440"/>
            <a:ext cx="1206468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1"/>
          <p:cNvSpPr/>
          <p:nvPr/>
        </p:nvSpPr>
        <p:spPr>
          <a:xfrm>
            <a:off x="7794000" y="8820000"/>
            <a:ext cx="12060000" cy="68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0000"/>
                </a:solidFill>
                <a:effectLst/>
                <a:uFillTx/>
                <a:latin typeface="Poppins"/>
                <a:ea typeface="Lato Bold"/>
              </a:rPr>
              <a:t>[[EXPERIENCE_BLOCK]]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 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{{exp_1_role}}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{{exp_1_company}} {{exp_1_dates}}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40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{{exp_2_role}}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{{exp_2_company}} {{exp_2_dates}}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40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{{exp_3_role}}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{{exp_3_company}} {{exp_3_dates}}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{{exp_3_bullets_block}}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c4c4be"/>
              </a:buClr>
              <a:buFont typeface="Wingdings" charset="2"/>
              <a:buChar char=""/>
            </a:pPr>
            <a:r>
              <a:rPr lang="en-US" sz="240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{{exp_4_role}}</a:t>
            </a:r>
            <a:r>
              <a:rPr lang="en-US" sz="2550" b="1" u="none" strike="noStrike">
                <a:solidFill>
                  <a:srgbClr val="1c1c1c"/>
                </a:solidFill>
                <a:effectLst/>
                <a:uFillTx/>
                <a:latin typeface="Poppins"/>
                <a:ea typeface="Lato Bold"/>
              </a:rPr>
              <a:t> </a:t>
            </a:r>
            <a:r>
              <a:rPr lang="en-US" sz="255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Poppins"/>
                <a:ea typeface="Lato"/>
              </a:rPr>
              <a:t>{{exp_4_company}} {{exp_4_dates}}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4606"/>
              </a:lnSpc>
            </a:pPr>
            <a:r>
              <a:rPr lang="es-AR" sz="220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{{exp_4_bullets_block}}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3"/>
          <p:cNvSpPr/>
          <p:nvPr/>
        </p:nvSpPr>
        <p:spPr>
          <a:xfrm>
            <a:off x="8305200" y="13141800"/>
            <a:ext cx="12025080" cy="4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00360" y="891720"/>
            <a:ext cx="503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52360" y="5760360"/>
            <a:ext cx="6331320" cy="461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4535"/>
              </a:lnSpc>
            </a:pPr>
            <a:r>
              <a:rPr lang="es-AR" sz="22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[[SIDEBAR_BLOCK]]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{{#sidebar_sections_full}}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7937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2268"/>
              </a:lnSpc>
            </a:pPr>
            <a:r>
              <a:rPr lang="es-AR" sz="2000" b="1" u="none" spc="-300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3685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4535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{{/sidebar_sections_full}}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DAG9j18jp5c</dc:identifier>
  <dc:language>es-AR</dc:language>
  <cp:lastModifiedBy/>
  <dcterms:modified xsi:type="dcterms:W3CDTF">2026-03-05T01:04:46Z</dcterms:modified>
  <cp:revision>33</cp:revision>
  <dc:subject/>
  <dc:title>Plantilla_oficial_3.pptx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