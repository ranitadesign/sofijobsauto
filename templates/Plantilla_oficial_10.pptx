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</p:embeddedFont>
    <p:embeddedFont>
      <p:font typeface="Microsoft YaHei"/>
    </p:embeddedFont>
    <p:embeddedFont>
      <p:font typeface="Proxima Nova"/>
      <p:regular r:id="rId4"/>
    </p:embeddedFont>
    <p:embeddedFont>
      <p:font typeface="Montserrat"/>
      <p:regular r:id="rId5"/>
    </p:embeddedFont>
    <p:embeddedFont>
      <p:font typeface="Montserrat Bold"/>
    </p:embeddedFont>
    <p:embeddedFont>
      <p:font typeface="Proxima Nova Italics"/>
    </p:embeddedFont>
    <p:embeddedFont>
      <p:font typeface="Proxima Nova Bold"/>
    </p:embeddedFont>
    <p:embeddedFont>
      <p:font typeface="The Seasons"/>
      <p:regular r:id="rId6"/>
    </p:embeddedFont>
    <p:embeddedFont>
      <p:font typeface="Garet"/>
      <p:regular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The_Seasons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160" cy="14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84B1A9-F171-45ED-90ED-78DE3DFC1C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8781FF-B26E-4F2C-8B1F-7824038A4E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16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68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0B176A-D18B-43EF-B75D-FF3EE4DE23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9C3230-092D-43C3-BB2F-E7A6FCD283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160" cy="13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160" cy="14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F9E79D-2329-4250-9807-C68D883DEB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CD1194-BDC0-4CEB-BE69-D00599D10D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04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04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48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48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607E55-57CA-4198-AF94-C3ADEE74BE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4206BE-27AC-4FA6-9B44-37E75A2680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0333F2-5BA4-418D-9B15-9FCD5DEDDF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92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40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920" cy="467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669B21-8A7D-49F4-AE83-7450EE3016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16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160" cy="410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160" cy="7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8307C9-E308-4E91-AAD4-843DC0DDEA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09600" cy="14760"/>
            <a:chOff x="635760" y="7526880"/>
            <a:chExt cx="11109600" cy="1476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09600" cy="14760"/>
            </a:xfrm>
            <a:custGeom>
              <a:avLst/>
              <a:gdLst>
                <a:gd name="textAreaLeft" fmla="*/ 0 w 11109600"/>
                <a:gd name="textAreaRight" fmla="*/ 11121840 w 11109600"/>
                <a:gd name="textAreaTop" fmla="*/ 0 h 14760"/>
                <a:gd name="textAreaBottom" fmla="*/ 27000 h 1476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17040" y="7202880"/>
            <a:ext cx="11943000" cy="63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{{exp_3_role}}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{exp_3_company}} {{exp_3_dates}}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2"/>
          <p:cNvSpPr/>
          <p:nvPr/>
        </p:nvSpPr>
        <p:spPr>
          <a:xfrm>
            <a:off x="540000" y="900000"/>
            <a:ext cx="1196100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672480" y="3112560"/>
            <a:ext cx="133927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18"/>
          <p:cNvGrpSpPr/>
          <p:nvPr/>
        </p:nvGrpSpPr>
        <p:grpSpPr>
          <a:xfrm>
            <a:off x="13684680" y="7552080"/>
            <a:ext cx="5374440" cy="15120"/>
            <a:chOff x="13684680" y="7552080"/>
            <a:chExt cx="5374440" cy="15120"/>
          </a:xfrm>
        </p:grpSpPr>
        <p:sp>
          <p:nvSpPr>
            <p:cNvPr id="65" name="Freeform 19"/>
            <p:cNvSpPr/>
            <p:nvPr/>
          </p:nvSpPr>
          <p:spPr>
            <a:xfrm>
              <a:off x="13684680" y="7552080"/>
              <a:ext cx="5374440" cy="15120"/>
            </a:xfrm>
            <a:custGeom>
              <a:avLst/>
              <a:gdLst>
                <a:gd name="textAreaLeft" fmla="*/ 0 w 5374440"/>
                <a:gd name="textAreaRight" fmla="*/ 5386680 w 5374440"/>
                <a:gd name="textAreaTop" fmla="*/ 0 h 15120"/>
                <a:gd name="textAreaBottom" fmla="*/ 24480 h 1512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2"/>
          <p:cNvSpPr/>
          <p:nvPr/>
        </p:nvSpPr>
        <p:spPr>
          <a:xfrm>
            <a:off x="13860000" y="7751160"/>
            <a:ext cx="575856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3"/>
          <p:cNvSpPr/>
          <p:nvPr/>
        </p:nvSpPr>
        <p:spPr>
          <a:xfrm>
            <a:off x="14477760" y="10165680"/>
            <a:ext cx="646668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4"/>
          <p:cNvSpPr/>
          <p:nvPr/>
        </p:nvSpPr>
        <p:spPr>
          <a:xfrm>
            <a:off x="14477760" y="9083160"/>
            <a:ext cx="52524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5"/>
          <p:cNvSpPr/>
          <p:nvPr/>
        </p:nvSpPr>
        <p:spPr>
          <a:xfrm>
            <a:off x="14477760" y="10888200"/>
            <a:ext cx="419148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37640" y="14252040"/>
            <a:ext cx="1095192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37640" y="15186600"/>
            <a:ext cx="12422520" cy="15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764640" y="20436480"/>
            <a:ext cx="1110492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14580720" y="540000"/>
            <a:ext cx="413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3680000" y="9792000"/>
            <a:ext cx="596664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2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[[SIDEBAR_BLOCK]]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"/>
          <p:cNvSpPr/>
          <p:nvPr/>
        </p:nvSpPr>
        <p:spPr>
          <a:xfrm>
            <a:off x="13680000" y="6861600"/>
            <a:ext cx="37281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635760" y="6861600"/>
            <a:ext cx="780408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2026-03-05T15:34:22Z</dcterms:modified>
  <cp:revision>35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