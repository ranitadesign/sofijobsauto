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Microsoft YaHei"/>
      <p:regular r:id="rId4"/>
    </p:embeddedFont>
    <p:embeddedFont>
      <p:font typeface="Montserrat"/>
      <p:regular r:id="rId5"/>
      <p:bold r:id="rId5"/>
    </p:embeddedFont>
    <p:embeddedFont>
      <p:font typeface="The Seasons"/>
      <p:regular r:id="rId6"/>
      <p:bold r:id="rId6"/>
    </p:embeddedFont>
    <p:embeddedFont>
      <p:font typeface="Proxima Nova Italics"/>
    </p:embeddedFont>
    <p:embeddedFont>
      <p:font typeface="Proxima Nova"/>
      <p:regular r:id="rId7"/>
      <p:bold r:id="rId7"/>
    </p:embeddedFont>
    <p:embeddedFont>
      <p:font typeface="Proxima Nova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icrosoft_YaHei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The_Seasons_Regular.fntdata"/><Relationship Id="rId7" Type="http://schemas.openxmlformats.org/officeDocument/2006/relationships/font" Target="fonts/Font_4_Proxima_Nova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46F660-BF0B-4646-9129-67454B52FB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0D530A-053B-4C74-AA5D-CB9A97871D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423DE8-0217-4E53-A914-D92B00C977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60AD18-E9A6-4B1D-842D-0296770333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A1E12D-7ABB-4F71-9F00-598ABA607B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385B13-2E39-4E17-B391-379B119074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AA7943-70B4-4F4E-BC2E-9E64B83573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0AA2CC-2FD5-4B36-9FC2-C3BCF37527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755AF5-2624-42F7-BCD4-BD704C6F12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F8D265-65A3-4923-8AC4-F5041DAC39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63A7AE-1B7A-4EAB-8BCD-10A3FB8BD7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09960" cy="15120"/>
            <a:chOff x="635760" y="7526880"/>
            <a:chExt cx="11109960" cy="1512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09960" cy="15120"/>
            </a:xfrm>
            <a:custGeom>
              <a:avLst/>
              <a:gdLst>
                <a:gd name="textAreaLeft" fmla="*/ 0 w 11109960"/>
                <a:gd name="textAreaRight" fmla="*/ 11121840 w 1110996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17040" y="7913880"/>
            <a:ext cx="11943360" cy="57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{{exp_3_role}}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{exp_3_company}} {{exp_3_dates}}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2"/>
          <p:cNvSpPr/>
          <p:nvPr/>
        </p:nvSpPr>
        <p:spPr>
          <a:xfrm>
            <a:off x="540000" y="900000"/>
            <a:ext cx="1196136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672480" y="3112560"/>
            <a:ext cx="13393080" cy="13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18"/>
          <p:cNvGrpSpPr/>
          <p:nvPr/>
        </p:nvGrpSpPr>
        <p:grpSpPr>
          <a:xfrm>
            <a:off x="13684680" y="7552080"/>
            <a:ext cx="5374800" cy="15480"/>
            <a:chOff x="13684680" y="7552080"/>
            <a:chExt cx="5374800" cy="15480"/>
          </a:xfrm>
        </p:grpSpPr>
        <p:sp>
          <p:nvSpPr>
            <p:cNvPr id="65" name="Freeform 19"/>
            <p:cNvSpPr/>
            <p:nvPr/>
          </p:nvSpPr>
          <p:spPr>
            <a:xfrm>
              <a:off x="13684680" y="7552080"/>
              <a:ext cx="5374800" cy="15480"/>
            </a:xfrm>
            <a:custGeom>
              <a:avLst/>
              <a:gdLst>
                <a:gd name="textAreaLeft" fmla="*/ 0 w 5374800"/>
                <a:gd name="textAreaRight" fmla="*/ 5386680 w 5374800"/>
                <a:gd name="textAreaTop" fmla="*/ 0 h 15480"/>
                <a:gd name="textAreaBottom" fmla="*/ 24480 h 1548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2"/>
          <p:cNvSpPr/>
          <p:nvPr/>
        </p:nvSpPr>
        <p:spPr>
          <a:xfrm>
            <a:off x="13860000" y="7751160"/>
            <a:ext cx="575892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3"/>
          <p:cNvSpPr/>
          <p:nvPr/>
        </p:nvSpPr>
        <p:spPr>
          <a:xfrm>
            <a:off x="14477760" y="10165680"/>
            <a:ext cx="646704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4"/>
          <p:cNvSpPr/>
          <p:nvPr/>
        </p:nvSpPr>
        <p:spPr>
          <a:xfrm>
            <a:off x="14477760" y="9083160"/>
            <a:ext cx="52527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5"/>
          <p:cNvSpPr/>
          <p:nvPr/>
        </p:nvSpPr>
        <p:spPr>
          <a:xfrm>
            <a:off x="14477760" y="10888200"/>
            <a:ext cx="419184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37640" y="14252040"/>
            <a:ext cx="1095228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37640" y="15186600"/>
            <a:ext cx="12422880" cy="15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764640" y="20436480"/>
            <a:ext cx="1110528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4580720" y="54000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3680000" y="10260000"/>
            <a:ext cx="5967000" cy="34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"/>
          <p:cNvSpPr/>
          <p:nvPr/>
        </p:nvSpPr>
        <p:spPr>
          <a:xfrm>
            <a:off x="13680000" y="6861600"/>
            <a:ext cx="37285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635760" y="6861600"/>
            <a:ext cx="78044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2026-02-14T18:13:06Z</dcterms:modified>
  <cp:revision>34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