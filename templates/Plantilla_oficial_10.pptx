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</p:embeddedFont>
    <p:embeddedFont>
      <p:font typeface="Microsoft YaHei"/>
      <p:regular r:id="rId4"/>
    </p:embeddedFont>
    <p:embeddedFont>
      <p:font typeface="Proxima Nova"/>
      <p:regular r:id="rId5"/>
      <p:bold r:id="rId5"/>
    </p:embeddedFont>
    <p:embeddedFont>
      <p:font typeface="Montserrat"/>
      <p:regular r:id="rId6"/>
      <p:bold r:id="rId6"/>
    </p:embeddedFont>
    <p:embeddedFont>
      <p:font typeface="Proxima Nova Bold"/>
    </p:embeddedFont>
    <p:embeddedFont>
      <p:font typeface="Proxima Nova Italics"/>
    </p:embeddedFont>
    <p:embeddedFont>
      <p:font typeface="The Seasons"/>
      <p:regular r:id="rId7"/>
      <p:bold r:id="rId7"/>
    </p:embeddedFont>
    <p:embeddedFont>
      <p:font typeface="Montserrat Bold"/>
    </p:embeddedFont>
    <p:embeddedFont>
      <p:font typeface="Garet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icrosoft_YaHei_Regular.fntdata"/><Relationship Id="rId5" Type="http://schemas.openxmlformats.org/officeDocument/2006/relationships/font" Target="fonts/Font_2_Proxima_Nova_Regular.fntdata"/><Relationship Id="rId6" Type="http://schemas.openxmlformats.org/officeDocument/2006/relationships/font" Target="fonts/Font_3_Montserrat_Regular.fntdata"/><Relationship Id="rId7" Type="http://schemas.openxmlformats.org/officeDocument/2006/relationships/font" Target="fonts/Font_4_The_Seasons_Regular.fntdata"/><Relationship Id="rId8" Type="http://schemas.openxmlformats.org/officeDocument/2006/relationships/font" Target="fonts/Font_5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52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52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CA9FF3-E52A-4414-954C-88919777BC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320" cy="62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320" cy="39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760" cy="62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760" cy="39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BB823A-FDEE-47AA-961C-1E707DC6CF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17DFE1-27B1-4DDF-92D6-39209F7DB5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82D625-AE15-4147-8AB3-1D1397E106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200" cy="114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68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200" cy="467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1D2F1D-8465-4E5D-82A0-310D99D394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44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440" cy="41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44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829CA6-7A40-4CB3-9BDA-97EC9F9CE8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440" cy="145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9653AE-589D-4868-86C5-0B7BB594CE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64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EDB8B9-B004-430E-A1BB-560680496F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440" cy="583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960" cy="583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2CA4B0-9E74-4572-B0B3-8D118106FE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64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E9365-BC27-4F6A-A49C-0D7EE834A0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440" cy="13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440" cy="14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F0326B-5AFE-45A3-AEA7-0B95957EB7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635760" y="7526880"/>
            <a:ext cx="11108880" cy="14040"/>
            <a:chOff x="635760" y="7526880"/>
            <a:chExt cx="11108880" cy="14040"/>
          </a:xfrm>
        </p:grpSpPr>
        <p:sp>
          <p:nvSpPr>
            <p:cNvPr id="60" name="Freeform 3"/>
            <p:cNvSpPr/>
            <p:nvPr/>
          </p:nvSpPr>
          <p:spPr>
            <a:xfrm>
              <a:off x="635760" y="7526880"/>
              <a:ext cx="11108880" cy="14040"/>
            </a:xfrm>
            <a:custGeom>
              <a:avLst/>
              <a:gdLst>
                <a:gd name="textAreaLeft" fmla="*/ 0 w 11108880"/>
                <a:gd name="textAreaRight" fmla="*/ 11121840 w 11108880"/>
                <a:gd name="textAreaTop" fmla="*/ 0 h 14040"/>
                <a:gd name="textAreaBottom" fmla="*/ 27000 h 14040"/>
              </a:gdLst>
              <a:ahLst/>
              <a:cxnLst/>
              <a:rect l="textAreaLeft" t="textAreaTop" r="textAreaRight" b="textAreaBottom"/>
              <a:pathLst>
                <a:path w="14829029" h="35941">
                  <a:moveTo>
                    <a:pt x="0" y="0"/>
                  </a:moveTo>
                  <a:lnTo>
                    <a:pt x="14829029" y="0"/>
                  </a:lnTo>
                  <a:lnTo>
                    <a:pt x="14829029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8"/>
          <p:cNvSpPr/>
          <p:nvPr/>
        </p:nvSpPr>
        <p:spPr>
          <a:xfrm>
            <a:off x="617040" y="7490880"/>
            <a:ext cx="11942280" cy="63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3400" b="1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{{exp_1_role}}  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{exp_1_company}} {{exp_1_dates}}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3400" b="1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{{exp_2_role}}  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{exp_2_company}} {{exp_2_dates}}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"/>
              </a:rPr>
              <a:t>{{exp_2_bullets_block}}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US" sz="3400" b="1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{{exp_3_role}} 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Bold"/>
              </a:rPr>
              <a:t>{</a:t>
            </a:r>
            <a:r>
              <a:rPr lang="en-US" sz="3400" b="0" u="none" spc="62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{exp_3_company}} {{exp_3_dates}}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"/>
              </a:rPr>
              <a:t>{{exp_3_bullets_block}}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2"/>
          <p:cNvSpPr/>
          <p:nvPr/>
        </p:nvSpPr>
        <p:spPr>
          <a:xfrm>
            <a:off x="540000" y="900000"/>
            <a:ext cx="11960280" cy="32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203"/>
              </a:lnSpc>
            </a:pPr>
            <a:r>
              <a:rPr lang="en-US" sz="8500" b="0" u="none" strike="noStrike">
                <a:solidFill>
                  <a:srgbClr val="c0504d"/>
                </a:solidFill>
                <a:effectLst/>
                <a:uFillTx/>
                <a:latin typeface="Proxima nova"/>
                <a:ea typeface="The Seasons"/>
              </a:rPr>
              <a:t>{{name}}</a:t>
            </a: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8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u="none" spc="533" strike="noStrike">
                <a:solidFill>
                  <a:srgbClr val="231f20"/>
                </a:solidFill>
                <a:effectLst/>
                <a:uFillTx/>
                <a:latin typeface="Proxima nova"/>
                <a:ea typeface="The Seaso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095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 Italics"/>
              </a:rPr>
              <a:t>{{about}}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672480" y="3112560"/>
            <a:ext cx="13392000" cy="13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18"/>
          <p:cNvGrpSpPr/>
          <p:nvPr/>
        </p:nvGrpSpPr>
        <p:grpSpPr>
          <a:xfrm>
            <a:off x="13684680" y="7552080"/>
            <a:ext cx="5373720" cy="14400"/>
            <a:chOff x="13684680" y="7552080"/>
            <a:chExt cx="5373720" cy="14400"/>
          </a:xfrm>
        </p:grpSpPr>
        <p:sp>
          <p:nvSpPr>
            <p:cNvPr id="65" name="Freeform 19"/>
            <p:cNvSpPr/>
            <p:nvPr/>
          </p:nvSpPr>
          <p:spPr>
            <a:xfrm>
              <a:off x="13684680" y="7552080"/>
              <a:ext cx="5373720" cy="14400"/>
            </a:xfrm>
            <a:custGeom>
              <a:avLst/>
              <a:gdLst>
                <a:gd name="textAreaLeft" fmla="*/ 0 w 5373720"/>
                <a:gd name="textAreaRight" fmla="*/ 5386680 w 5373720"/>
                <a:gd name="textAreaTop" fmla="*/ 0 h 14400"/>
                <a:gd name="textAreaBottom" fmla="*/ 24480 h 14400"/>
              </a:gdLst>
              <a:ahLst/>
              <a:cxnLst/>
              <a:rect l="textAreaLeft" t="textAreaTop" r="textAreaRight" b="textAreaBottom"/>
              <a:pathLst>
                <a:path w="7182104" h="47879">
                  <a:moveTo>
                    <a:pt x="0" y="0"/>
                  </a:moveTo>
                  <a:lnTo>
                    <a:pt x="7182104" y="0"/>
                  </a:lnTo>
                  <a:lnTo>
                    <a:pt x="7182104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c0504d"/>
            </a:solidFill>
            <a:ln w="648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22"/>
          <p:cNvSpPr/>
          <p:nvPr/>
        </p:nvSpPr>
        <p:spPr>
          <a:xfrm>
            <a:off x="13860000" y="7751160"/>
            <a:ext cx="575784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{{contact_phone}}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r>
              <a:rPr lang="en-US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Proxima Nova"/>
              </a:rPr>
              <a:t>{{licencia}}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3"/>
          <p:cNvSpPr/>
          <p:nvPr/>
        </p:nvSpPr>
        <p:spPr>
          <a:xfrm>
            <a:off x="14477760" y="10165680"/>
            <a:ext cx="646596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4"/>
          <p:cNvSpPr/>
          <p:nvPr/>
        </p:nvSpPr>
        <p:spPr>
          <a:xfrm>
            <a:off x="14477760" y="9083160"/>
            <a:ext cx="52516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5"/>
          <p:cNvSpPr/>
          <p:nvPr/>
        </p:nvSpPr>
        <p:spPr>
          <a:xfrm>
            <a:off x="14477760" y="10888200"/>
            <a:ext cx="419076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9"/>
          <p:cNvSpPr/>
          <p:nvPr/>
        </p:nvSpPr>
        <p:spPr>
          <a:xfrm>
            <a:off x="737640" y="15186600"/>
            <a:ext cx="12421800" cy="15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53"/>
              </a:lnSpc>
            </a:pPr>
            <a:endParaRPr lang="es-AR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95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0"/>
          <p:cNvSpPr/>
          <p:nvPr/>
        </p:nvSpPr>
        <p:spPr>
          <a:xfrm>
            <a:off x="764640" y="20436480"/>
            <a:ext cx="11104200" cy="11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05"/>
              </a:lnSpc>
            </a:pPr>
            <a:endParaRPr lang="es-AR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4580720" y="540000"/>
            <a:ext cx="4130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3680000" y="9792000"/>
            <a:ext cx="5965920" cy="37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2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[[SIDEBAR_BLOCK]]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551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3000" b="0" u="none" spc="-711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600" b="0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3d3d3d"/>
                </a:solidFill>
                <a:effectLst/>
                <a:uFillTx/>
                <a:latin typeface="Proxima nova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"/>
          <p:cNvSpPr/>
          <p:nvPr/>
        </p:nvSpPr>
        <p:spPr>
          <a:xfrm>
            <a:off x="13680000" y="6861600"/>
            <a:ext cx="3727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635760" y="6861600"/>
            <a:ext cx="780336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DAG9kcItwbc</dc:identifier>
  <dc:language>es-AR</dc:language>
  <cp:lastModifiedBy/>
  <dcterms:modified xsi:type="dcterms:W3CDTF">2026-03-09T20:00:50Z</dcterms:modified>
  <cp:revision>37</cp:revision>
  <dc:subject/>
  <dc:title>Plantilla_oficial_10.pptx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