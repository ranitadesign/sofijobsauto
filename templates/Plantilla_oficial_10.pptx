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Montserrat"/>
      <p:regular r:id="rId5"/>
      <p:bold r:id="rId5"/>
    </p:embeddedFont>
    <p:embeddedFont>
      <p:font typeface="Lato"/>
    </p:embeddedFont>
    <p:embeddedFont>
      <p:font typeface="Proxima Nova Bold"/>
    </p:embeddedFont>
    <p:embeddedFont>
      <p:font typeface="Montserrat Bold"/>
    </p:embeddedFont>
    <p:embeddedFont>
      <p:font typeface="Proxima Nova Italics"/>
    </p:embeddedFont>
    <p:embeddedFont>
      <p:font typeface="Microsoft YaHei"/>
      <p:regular r:id="rId6"/>
    </p:embeddedFont>
    <p:embeddedFont>
      <p:font typeface="The Seasons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he_Seaso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5DDC3D-5515-420F-B135-C40C7AF36B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24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24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68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68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7E3628-5EBD-4FF9-A96A-E7E927D0BD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C5EC0A-B8DB-4D90-B26F-0EF0F625C5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D2CE6C-B41D-4035-9D12-2A45FEAAD2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120" cy="11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600" cy="58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120" cy="468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3470AB-18B8-4188-B5AE-35863F75B6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360" cy="5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360" cy="410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360" cy="79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6C5D89-AC38-42DF-8B1A-1F2C6B542E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360" cy="14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C2C2E4-E066-4A10-8405-6CA82A1DBC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965FC3-6C01-436F-9D45-25C073C5D7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36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88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1D7ADB-ABE0-49B6-BC59-E849261BD2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2D6299-AAF5-48EA-9EEA-90C78CCCE1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360" cy="13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360" cy="149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6900F0-8099-4B21-941E-059A394E4B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6800" cy="21960"/>
            <a:chOff x="635760" y="7526880"/>
            <a:chExt cx="11116800" cy="2196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6800" cy="21960"/>
            </a:xfrm>
            <a:custGeom>
              <a:avLst/>
              <a:gdLst>
                <a:gd name="textAreaLeft" fmla="*/ 0 w 11116800"/>
                <a:gd name="textAreaRight" fmla="*/ 11121840 w 1111680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469440" y="7920000"/>
            <a:ext cx="11950200" cy="57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{{exp_1_role}}</a:t>
            </a: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{exp_1_company}} ({{exp_1_dates}})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{{exp_2_role}}</a:t>
            </a: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{exp_2_company}} ({{exp_2_dates}})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{{exp_3_role}}</a:t>
            </a:r>
            <a:r>
              <a:rPr lang="en-US" sz="3140" b="1" u="none" spc="62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800" b="0" u="none" spc="62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{exp_3_company}} ({{exp_3_dates}})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737640" y="4642560"/>
            <a:ext cx="1111680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1"/>
          <p:cNvSpPr/>
          <p:nvPr/>
        </p:nvSpPr>
        <p:spPr>
          <a:xfrm>
            <a:off x="635760" y="6678720"/>
            <a:ext cx="781092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96"/>
              </a:lnSpc>
            </a:pPr>
            <a:r>
              <a:rPr lang="en-US" sz="4000" b="0" u="none" spc="79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EXPERIENCIA LABORAL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635760" y="180000"/>
            <a:ext cx="10802880" cy="15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72480" y="2844000"/>
            <a:ext cx="13399920" cy="95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523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Lato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4"/>
          <p:cNvSpPr/>
          <p:nvPr/>
        </p:nvSpPr>
        <p:spPr>
          <a:xfrm>
            <a:off x="13785120" y="8998200"/>
            <a:ext cx="641160" cy="641160"/>
          </a:xfrm>
          <a:custGeom>
            <a:avLst/>
            <a:gdLst>
              <a:gd name="textAreaLeft" fmla="*/ 0 w 641160"/>
              <a:gd name="textAreaRight" fmla="*/ 646200 w 641160"/>
              <a:gd name="textAreaTop" fmla="*/ 0 h 641160"/>
              <a:gd name="textAreaBottom" fmla="*/ 646200 h 64116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5"/>
          <p:cNvSpPr/>
          <p:nvPr/>
        </p:nvSpPr>
        <p:spPr>
          <a:xfrm>
            <a:off x="13785120" y="11043720"/>
            <a:ext cx="641160" cy="641160"/>
          </a:xfrm>
          <a:custGeom>
            <a:avLst/>
            <a:gdLst>
              <a:gd name="textAreaLeft" fmla="*/ 0 w 641160"/>
              <a:gd name="textAreaRight" fmla="*/ 646200 w 641160"/>
              <a:gd name="textAreaTop" fmla="*/ 0 h 641160"/>
              <a:gd name="textAreaBottom" fmla="*/ 646200 h 64116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6"/>
          <p:cNvSpPr/>
          <p:nvPr/>
        </p:nvSpPr>
        <p:spPr>
          <a:xfrm>
            <a:off x="13785120" y="9966240"/>
            <a:ext cx="641160" cy="641160"/>
          </a:xfrm>
          <a:custGeom>
            <a:avLst/>
            <a:gdLst>
              <a:gd name="textAreaLeft" fmla="*/ 0 w 641160"/>
              <a:gd name="textAreaRight" fmla="*/ 646200 w 641160"/>
              <a:gd name="textAreaTop" fmla="*/ 0 h 641160"/>
              <a:gd name="textAreaBottom" fmla="*/ 646200 h 64116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3785120" y="7589520"/>
            <a:ext cx="373500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r>
              <a:rPr lang="en-US" sz="3909" b="0" u="none" spc="77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CONTACTO</a:t>
            </a:r>
            <a:endParaRPr lang="es-AR" sz="39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3789800" y="8452080"/>
            <a:ext cx="5381640" cy="30960"/>
            <a:chOff x="13789800" y="8452080"/>
            <a:chExt cx="5381640" cy="30960"/>
          </a:xfrm>
        </p:grpSpPr>
        <p:sp>
          <p:nvSpPr>
            <p:cNvPr id="71" name="Freeform 19"/>
            <p:cNvSpPr/>
            <p:nvPr/>
          </p:nvSpPr>
          <p:spPr>
            <a:xfrm>
              <a:off x="13789800" y="8452080"/>
              <a:ext cx="5381640" cy="30960"/>
            </a:xfrm>
            <a:custGeom>
              <a:avLst/>
              <a:gdLst>
                <a:gd name="textAreaLeft" fmla="*/ 0 w 5381640"/>
                <a:gd name="textAreaRight" fmla="*/ 5386680 w 538164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Freeform 20"/>
          <p:cNvSpPr/>
          <p:nvPr/>
        </p:nvSpPr>
        <p:spPr>
          <a:xfrm>
            <a:off x="13785120" y="12121200"/>
            <a:ext cx="669600" cy="669600"/>
          </a:xfrm>
          <a:custGeom>
            <a:avLst/>
            <a:gdLst>
              <a:gd name="textAreaLeft" fmla="*/ 0 w 669600"/>
              <a:gd name="textAreaRight" fmla="*/ 674640 w 669600"/>
              <a:gd name="textAreaTop" fmla="*/ 0 h 669600"/>
              <a:gd name="textAreaBottom" fmla="*/ 674640 h 669600"/>
            </a:gdLst>
            <a:ahLst/>
            <a:cxnLst/>
            <a:rect l="textAreaLeft" t="textAreaTop" r="textAreaRight" b="textAreaBottom"/>
            <a:pathLst>
              <a:path w="674618" h="674618">
                <a:moveTo>
                  <a:pt x="0" y="0"/>
                </a:moveTo>
                <a:lnTo>
                  <a:pt x="674618" y="0"/>
                </a:lnTo>
                <a:lnTo>
                  <a:pt x="674618" y="674618"/>
                </a:lnTo>
                <a:lnTo>
                  <a:pt x="0" y="67461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1"/>
          <p:cNvSpPr/>
          <p:nvPr/>
        </p:nvSpPr>
        <p:spPr>
          <a:xfrm>
            <a:off x="13891680" y="12285720"/>
            <a:ext cx="428400" cy="340200"/>
          </a:xfrm>
          <a:custGeom>
            <a:avLst/>
            <a:gdLst>
              <a:gd name="textAreaLeft" fmla="*/ 0 w 428400"/>
              <a:gd name="textAreaRight" fmla="*/ 433440 w 428400"/>
              <a:gd name="textAreaTop" fmla="*/ 0 h 340200"/>
              <a:gd name="textAreaBottom" fmla="*/ 345240 h 340200"/>
            </a:gdLst>
            <a:ahLst/>
            <a:cxnLst/>
            <a:rect l="textAreaLeft" t="textAreaTop" r="textAreaRight" b="textAreaBottom"/>
            <a:pathLst>
              <a:path w="433388" h="345138">
                <a:moveTo>
                  <a:pt x="0" y="0"/>
                </a:moveTo>
                <a:lnTo>
                  <a:pt x="433387" y="0"/>
                </a:lnTo>
                <a:lnTo>
                  <a:pt x="433387" y="345138"/>
                </a:lnTo>
                <a:lnTo>
                  <a:pt x="0" y="3451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14582880" y="9010800"/>
            <a:ext cx="43596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+{{contact_phone}}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3"/>
          <p:cNvSpPr/>
          <p:nvPr/>
        </p:nvSpPr>
        <p:spPr>
          <a:xfrm>
            <a:off x="14582880" y="11065680"/>
            <a:ext cx="64738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4"/>
          <p:cNvSpPr/>
          <p:nvPr/>
        </p:nvSpPr>
        <p:spPr>
          <a:xfrm>
            <a:off x="14582880" y="9983160"/>
            <a:ext cx="525960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14582880" y="12147840"/>
            <a:ext cx="41986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Proxima Nova"/>
                <a:ea typeface="Proxima Nova"/>
              </a:rPr>
              <a:t>Licencia de conducir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8"/>
          <p:cNvSpPr/>
          <p:nvPr/>
        </p:nvSpPr>
        <p:spPr>
          <a:xfrm>
            <a:off x="737640" y="14252040"/>
            <a:ext cx="10959120" cy="11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9"/>
          <p:cNvSpPr/>
          <p:nvPr/>
        </p:nvSpPr>
        <p:spPr>
          <a:xfrm>
            <a:off x="737640" y="15186600"/>
            <a:ext cx="12429720" cy="151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0"/>
          <p:cNvSpPr/>
          <p:nvPr/>
        </p:nvSpPr>
        <p:spPr>
          <a:xfrm>
            <a:off x="764640" y="20436480"/>
            <a:ext cx="11112120" cy="11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14580720" y="540000"/>
            <a:ext cx="4138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3826520" y="13484160"/>
            <a:ext cx="597348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2026-01-14T15:11:53Z</dcterms:modified>
  <cp:revision>15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