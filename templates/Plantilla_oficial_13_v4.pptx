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Proxima nova"/>
    </p:embeddedFont>
    <p:embeddedFont>
      <p:font typeface="Poppins"/>
      <p:regular r:id="rId4"/>
      <p:bold r:id="rId4"/>
    </p:embeddedFont>
    <p:embeddedFont>
      <p:font typeface="Montserrat"/>
      <p:regular r:id="rId5"/>
      <p:bold r:id="rId5"/>
    </p:embeddedFont>
    <p:embeddedFont>
      <p:font typeface="Montserrat Bold"/>
    </p:embeddedFont>
    <p:embeddedFont>
      <p:font typeface="Microsoft YaHei"/>
      <p:regular r:id="rId6"/>
    </p:embeddedFont>
    <p:embeddedFont>
      <p:font typeface="Garet"/>
      <p:regular r:id="rId7"/>
      <p:bold r:id="rId7"/>
    </p:embeddedFont>
    <p:embeddedFont>
      <p:font typeface="Poppins Bold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Poppins_Regular.fntdata"/><Relationship Id="rId5" Type="http://schemas.openxmlformats.org/officeDocument/2006/relationships/font" Target="fonts/Font_2_Montserrat_Regular.fntdata"/><Relationship Id="rId6" Type="http://schemas.openxmlformats.org/officeDocument/2006/relationships/font" Target="fonts/Font_3_Microsoft_YaHei_Regular.fntdata"/><Relationship Id="rId7" Type="http://schemas.openxmlformats.org/officeDocument/2006/relationships/font" Target="fonts/Font_4_Garet_Regular.fntdata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3040" cy="114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096520" cy="583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3040" cy="467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036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8A9B7E5-422B-43AB-A01D-DC2F9EF9A6B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1280" cy="55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1280" cy="4099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1280" cy="78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036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1815C93-D315-4560-BB79-7E37458512A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57280" cy="145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036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1F18F27-0F03-4CDB-B316-8F5CC101DB1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4480" cy="112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4480" cy="451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036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8882A18-B532-4A8D-AAC3-CBDA33126DD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2280" cy="5836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4800" cy="5836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036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E3BA779-4683-431E-94E5-13B82AB07B7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4480" cy="112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4480" cy="451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036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0F94732-B014-4DC0-B4B9-27485D655E9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57280" cy="134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57280" cy="1485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036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0C54976-0BED-4D61-925A-63D7FACA91B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4480" cy="112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3360" cy="451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3360" cy="451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036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D012B59-C617-434B-9868-F980704EF7B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4480" cy="112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25160" cy="62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25160" cy="393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26600" cy="62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26600" cy="393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036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8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5D3A5AA-9842-4362-8661-1D9054498F7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4480" cy="112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036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5646688-EE45-43F1-A9F1-2E8094A0182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036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11FCF8F-65FE-4263-B530-2C249B1526E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25"/>
          <p:cNvGrpSpPr/>
          <p:nvPr/>
        </p:nvGrpSpPr>
        <p:grpSpPr>
          <a:xfrm>
            <a:off x="726840" y="7776000"/>
            <a:ext cx="20089440" cy="5921640"/>
            <a:chOff x="726840" y="7776000"/>
            <a:chExt cx="20089440" cy="5921640"/>
          </a:xfrm>
        </p:grpSpPr>
        <p:sp>
          <p:nvSpPr>
            <p:cNvPr id="60" name="TextBox 26"/>
            <p:cNvSpPr/>
            <p:nvPr/>
          </p:nvSpPr>
          <p:spPr>
            <a:xfrm>
              <a:off x="778680" y="8359920"/>
              <a:ext cx="14717880" cy="1883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73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TextBox 27"/>
            <p:cNvSpPr/>
            <p:nvPr/>
          </p:nvSpPr>
          <p:spPr>
            <a:xfrm>
              <a:off x="726840" y="7776000"/>
              <a:ext cx="20089440" cy="5921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4252"/>
                </a:lnSpc>
              </a:pPr>
              <a:r>
                <a:rPr lang="en-US" sz="2500" b="0" u="none" strike="noStrike">
                  <a:solidFill>
                    <a:srgbClr val="000000"/>
                  </a:solidFill>
                  <a:effectLst/>
                  <a:uFillTx/>
                  <a:latin typeface="Proxima nova"/>
                  <a:ea typeface="Garet"/>
                </a:rPr>
                <a:t>[[EXPERIENCE_BLOCK]]</a:t>
              </a:r>
              <a:endParaRPr lang="es-AR" sz="25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252"/>
                </a:lnSpc>
              </a:pPr>
              <a:r>
                <a:rPr lang="en-US" sz="3200" b="1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 Bold"/>
                </a:rPr>
                <a:t>{{exp_1_role}}</a:t>
              </a:r>
              <a:r>
                <a:rPr lang="en-US" sz="2700" b="1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 Bold"/>
                </a:rPr>
                <a:t>  </a:t>
              </a:r>
              <a:r>
                <a:rPr lang="en-US" sz="2700" b="0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"/>
                </a:rPr>
                <a:t>{{exp_1_company}}   {{exp_1_dates}}</a:t>
              </a:r>
              <a:endParaRPr lang="es-AR" sz="2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252"/>
                </a:lnSpc>
              </a:pPr>
              <a:r>
                <a:rPr lang="es-AR" sz="2800" b="0" u="none" strike="noStrike">
                  <a:solidFill>
                    <a:srgbClr val="000000"/>
                  </a:solidFill>
                  <a:effectLst/>
                  <a:uFillTx/>
                  <a:latin typeface="Montserrat"/>
                  <a:ea typeface="Montserrat"/>
                </a:rPr>
                <a:t>{{exp_1_bullets_block}}</a:t>
              </a:r>
              <a:endParaRPr lang="es-AR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252"/>
                </a:lnSpc>
              </a:pPr>
              <a:r>
                <a:rPr lang="en-US" sz="3200" b="1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 Bold"/>
                </a:rPr>
                <a:t>{{exp_2_role}}</a:t>
              </a:r>
              <a:r>
                <a:rPr lang="en-US" sz="2700" b="1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 Bold"/>
                </a:rPr>
                <a:t>  </a:t>
              </a:r>
              <a:r>
                <a:rPr lang="en-US" sz="2700" b="0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"/>
                </a:rPr>
                <a:t>{{exp_2_company}}   {{exp_2_dates}}</a:t>
              </a:r>
              <a:endParaRPr lang="es-AR" sz="2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252"/>
                </a:lnSpc>
              </a:pPr>
              <a:r>
                <a:rPr lang="es-AR" sz="2800" b="0" u="none" strike="noStrike">
                  <a:solidFill>
                    <a:srgbClr val="000000"/>
                  </a:solidFill>
                  <a:effectLst/>
                  <a:uFillTx/>
                  <a:latin typeface="Montserrat"/>
                  <a:ea typeface="Montserrat"/>
                </a:rPr>
                <a:t>{{exp_2_bullets_block}}</a:t>
              </a:r>
              <a:endParaRPr lang="es-AR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252"/>
                </a:lnSpc>
              </a:pPr>
              <a:r>
                <a:rPr lang="en-US" sz="3200" b="1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 Bold"/>
                </a:rPr>
                <a:t>{{exp_3_role}}</a:t>
              </a:r>
              <a:r>
                <a:rPr lang="en-US" sz="2700" b="1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 Bold"/>
                </a:rPr>
                <a:t>  </a:t>
              </a:r>
              <a:r>
                <a:rPr lang="en-US" sz="2700" b="0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"/>
                </a:rPr>
                <a:t>{{exp_3_company}}   {{exp_3_dates}}</a:t>
              </a:r>
              <a:endParaRPr lang="es-AR" sz="2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252"/>
                </a:lnSpc>
              </a:pPr>
              <a:r>
                <a:rPr lang="es-AR" sz="2800" b="0" u="none" strike="noStrike">
                  <a:solidFill>
                    <a:srgbClr val="000000"/>
                  </a:solidFill>
                  <a:effectLst/>
                  <a:uFillTx/>
                  <a:latin typeface="Montserrat"/>
                  <a:ea typeface="Montserrat"/>
                </a:rPr>
                <a:t>{{exp_3_bullets_block}}</a:t>
              </a:r>
              <a:endParaRPr lang="es-AR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252"/>
                </a:lnSpc>
              </a:pPr>
              <a:r>
                <a:rPr lang="en-US" sz="3200" b="1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 Bold"/>
                </a:rPr>
                <a:t>{{exp_4_role}}</a:t>
              </a:r>
              <a:r>
                <a:rPr lang="en-US" sz="2700" b="1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 Bold"/>
                </a:rPr>
                <a:t>  </a:t>
              </a:r>
              <a:r>
                <a:rPr lang="en-US" sz="2700" b="0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"/>
                </a:rPr>
                <a:t>{{exp_4_company}}   {{exp_3_dates}}</a:t>
              </a:r>
              <a:endParaRPr lang="es-AR" sz="2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252"/>
                </a:lnSpc>
              </a:pPr>
              <a:r>
                <a:rPr lang="es-AR" sz="2800" b="0" u="none" strike="noStrike">
                  <a:solidFill>
                    <a:srgbClr val="000000"/>
                  </a:solidFill>
                  <a:effectLst/>
                  <a:uFillTx/>
                  <a:latin typeface="Montserrat"/>
                  <a:ea typeface="Montserrat"/>
                </a:rPr>
                <a:t>{{exp_4_bullets_block}}</a:t>
              </a:r>
              <a:endParaRPr lang="es-AR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733"/>
                </a:lnSpc>
                <a:spcBef>
                  <a:spcPts val="283"/>
                </a:spcBef>
                <a:spcAft>
                  <a:spcPts val="283"/>
                </a:spcAft>
              </a:pPr>
              <a:endParaRPr lang="es-AR" sz="2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779"/>
                </a:lnSpc>
                <a:spcBef>
                  <a:spcPts val="283"/>
                </a:spcBef>
                <a:spcAft>
                  <a:spcPts val="283"/>
                </a:spcAft>
              </a:pPr>
              <a:endParaRPr lang="es-AR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TextBox 28"/>
            <p:cNvSpPr/>
            <p:nvPr/>
          </p:nvSpPr>
          <p:spPr>
            <a:xfrm>
              <a:off x="3111840" y="7776000"/>
              <a:ext cx="12520080" cy="46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77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3" name="Group 2"/>
          <p:cNvGrpSpPr/>
          <p:nvPr/>
        </p:nvGrpSpPr>
        <p:grpSpPr>
          <a:xfrm>
            <a:off x="736920" y="4809240"/>
            <a:ext cx="19823400" cy="16200"/>
            <a:chOff x="736920" y="4809240"/>
            <a:chExt cx="19823400" cy="16200"/>
          </a:xfrm>
        </p:grpSpPr>
        <p:sp>
          <p:nvSpPr>
            <p:cNvPr id="64" name="Freeform 2"/>
            <p:cNvSpPr/>
            <p:nvPr/>
          </p:nvSpPr>
          <p:spPr>
            <a:xfrm>
              <a:off x="736920" y="4809240"/>
              <a:ext cx="19823400" cy="16200"/>
            </a:xfrm>
            <a:custGeom>
              <a:avLst/>
              <a:gdLst>
                <a:gd name="textAreaLeft" fmla="*/ 0 w 19823400"/>
                <a:gd name="textAreaRight" fmla="*/ 19834200 w 19823400"/>
                <a:gd name="textAreaTop" fmla="*/ 0 h 16200"/>
                <a:gd name="textAreaBottom" fmla="*/ 27000 h 16200"/>
              </a:gdLst>
              <a:ahLst/>
              <a:cxnLst/>
              <a:rect l="textAreaLeft" t="textAreaTop" r="textAreaRight" b="textAreaBottom"/>
              <a:pathLst>
                <a:path w="26445718" h="35941">
                  <a:moveTo>
                    <a:pt x="0" y="0"/>
                  </a:moveTo>
                  <a:lnTo>
                    <a:pt x="26445718" y="0"/>
                  </a:lnTo>
                  <a:lnTo>
                    <a:pt x="2644571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62446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5" name="Group 4"/>
          <p:cNvGrpSpPr/>
          <p:nvPr/>
        </p:nvGrpSpPr>
        <p:grpSpPr>
          <a:xfrm>
            <a:off x="753480" y="7707960"/>
            <a:ext cx="19900440" cy="16200"/>
            <a:chOff x="753480" y="7707960"/>
            <a:chExt cx="19900440" cy="16200"/>
          </a:xfrm>
        </p:grpSpPr>
        <p:sp>
          <p:nvSpPr>
            <p:cNvPr id="66" name="Freeform 5"/>
            <p:cNvSpPr/>
            <p:nvPr/>
          </p:nvSpPr>
          <p:spPr>
            <a:xfrm>
              <a:off x="753480" y="7707960"/>
              <a:ext cx="19900440" cy="16200"/>
            </a:xfrm>
            <a:custGeom>
              <a:avLst/>
              <a:gdLst>
                <a:gd name="textAreaLeft" fmla="*/ 0 w 19900440"/>
                <a:gd name="textAreaRight" fmla="*/ 19911240 w 19900440"/>
                <a:gd name="textAreaTop" fmla="*/ 0 h 16200"/>
                <a:gd name="textAreaBottom" fmla="*/ 27000 h 16200"/>
              </a:gdLst>
              <a:ahLst/>
              <a:cxnLst/>
              <a:rect l="textAreaLeft" t="textAreaTop" r="textAreaRight" b="textAreaBottom"/>
              <a:pathLst>
                <a:path w="26548335" h="35941">
                  <a:moveTo>
                    <a:pt x="0" y="0"/>
                  </a:moveTo>
                  <a:lnTo>
                    <a:pt x="26548335" y="0"/>
                  </a:lnTo>
                  <a:lnTo>
                    <a:pt x="26548335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62446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7" name="TextBox 14"/>
          <p:cNvSpPr/>
          <p:nvPr/>
        </p:nvSpPr>
        <p:spPr>
          <a:xfrm>
            <a:off x="736920" y="3936240"/>
            <a:ext cx="13060800" cy="74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856"/>
              </a:lnSpc>
            </a:pPr>
            <a:r>
              <a:rPr lang="en-US" sz="4180" b="1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PERFIL PROFESIONAL</a:t>
            </a:r>
            <a:endParaRPr lang="es-AR" sz="4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15"/>
          <p:cNvSpPr/>
          <p:nvPr/>
        </p:nvSpPr>
        <p:spPr>
          <a:xfrm>
            <a:off x="736920" y="4929120"/>
            <a:ext cx="19805400" cy="47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764"/>
              </a:lnSpc>
            </a:pPr>
            <a:r>
              <a:rPr lang="en-US" sz="2690" b="0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"/>
              </a:rPr>
              <a:t>{{about}}</a:t>
            </a:r>
            <a:endParaRPr lang="es-AR" sz="2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16"/>
          <p:cNvSpPr/>
          <p:nvPr/>
        </p:nvSpPr>
        <p:spPr>
          <a:xfrm>
            <a:off x="740160" y="7003440"/>
            <a:ext cx="15135480" cy="66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230"/>
              </a:lnSpc>
            </a:pPr>
            <a:r>
              <a:rPr lang="en-US" sz="4180" b="1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EXPERIENCIA LABORAL</a:t>
            </a:r>
            <a:endParaRPr lang="es-AR" sz="4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Freeform 6"/>
          <p:cNvSpPr/>
          <p:nvPr/>
        </p:nvSpPr>
        <p:spPr>
          <a:xfrm>
            <a:off x="0" y="360720"/>
            <a:ext cx="9603360" cy="3395520"/>
          </a:xfrm>
          <a:custGeom>
            <a:avLst/>
            <a:gdLst>
              <a:gd name="textAreaLeft" fmla="*/ 0 w 9603360"/>
              <a:gd name="textAreaRight" fmla="*/ 9617400 w 9603360"/>
              <a:gd name="textAreaTop" fmla="*/ 0 h 3395520"/>
              <a:gd name="textAreaBottom" fmla="*/ 3409200 h 3395520"/>
            </a:gdLst>
            <a:ahLst/>
            <a:cxnLst/>
            <a:rect l="textAreaLeft" t="textAreaTop" r="textAreaRight" b="textAreaBottom"/>
            <a:pathLst>
              <a:path w="9617439" h="4035127">
                <a:moveTo>
                  <a:pt x="0" y="0"/>
                </a:moveTo>
                <a:lnTo>
                  <a:pt x="9617439" y="0"/>
                </a:lnTo>
                <a:lnTo>
                  <a:pt x="9617439" y="4035128"/>
                </a:lnTo>
                <a:lnTo>
                  <a:pt x="0" y="4035128"/>
                </a:lnTo>
                <a:lnTo>
                  <a:pt x="0" y="0"/>
                </a:lnTo>
                <a:close/>
              </a:path>
            </a:pathLst>
          </a:cu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7"/>
          <p:cNvSpPr/>
          <p:nvPr/>
        </p:nvSpPr>
        <p:spPr>
          <a:xfrm>
            <a:off x="12780000" y="995040"/>
            <a:ext cx="809640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791"/>
              </a:lnSpc>
            </a:pPr>
            <a:r>
              <a:rPr lang="en-US" sz="5260" b="1" u="none" strike="noStrike">
                <a:solidFill>
                  <a:srgbClr val="000000"/>
                </a:solidFill>
                <a:effectLst/>
                <a:uFillTx/>
                <a:latin typeface="Montserrat"/>
                <a:ea typeface="Montserrat Bold"/>
              </a:rPr>
              <a:t>{{name}}</a:t>
            </a:r>
            <a:endParaRPr lang="es-AR" sz="5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366"/>
              </a:lnSpc>
            </a:pPr>
            <a:r>
              <a:rPr lang="en-US" sz="3200" b="1" u="none" strike="noStrike">
                <a:solidFill>
                  <a:srgbClr val="c0504d"/>
                </a:solidFill>
                <a:effectLst/>
                <a:uFillTx/>
                <a:latin typeface="Montserrat"/>
                <a:ea typeface="Montserrat Bold"/>
              </a:rPr>
              <a:t>{{title}}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41"/>
          <p:cNvSpPr/>
          <p:nvPr/>
        </p:nvSpPr>
        <p:spPr>
          <a:xfrm>
            <a:off x="7553520" y="39600"/>
            <a:ext cx="2694600" cy="66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8280360" y="1080"/>
            <a:ext cx="3768120" cy="3768120"/>
          </a:xfrm>
          <a:prstGeom prst="flowChartConnector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8100000" y="-16560"/>
            <a:ext cx="3048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22"/>
          <p:cNvSpPr/>
          <p:nvPr/>
        </p:nvSpPr>
        <p:spPr>
          <a:xfrm>
            <a:off x="540360" y="720360"/>
            <a:ext cx="7196760" cy="20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241"/>
              </a:lnSpc>
            </a:pPr>
            <a:r>
              <a:rPr lang="en-US" sz="2830" b="0" u="none" strike="noStrike">
                <a:solidFill>
                  <a:srgbClr val="543f3f"/>
                </a:solidFill>
                <a:effectLst/>
                <a:uFillTx/>
                <a:latin typeface="Montserrat"/>
                <a:ea typeface="Montserrat"/>
              </a:rPr>
              <a:t>+{{contact_phone}}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701"/>
              </a:lnSpc>
            </a:pP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241"/>
              </a:lnSpc>
            </a:pPr>
            <a:r>
              <a:rPr lang="en-US" sz="2600" b="0" u="none" strike="noStrike">
                <a:solidFill>
                  <a:srgbClr val="543f3f"/>
                </a:solidFill>
                <a:effectLst/>
                <a:uFillTx/>
                <a:latin typeface="Montserrat"/>
                <a:ea typeface="Montserrat"/>
              </a:rPr>
              <a:t>{{contact_location}}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701"/>
              </a:lnSpc>
            </a:pP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241"/>
              </a:lnSpc>
            </a:pPr>
            <a:r>
              <a:rPr lang="en-US" sz="2600" b="0" u="none" strike="noStrike">
                <a:solidFill>
                  <a:srgbClr val="543f3f"/>
                </a:solidFill>
                <a:effectLst/>
                <a:uFillTx/>
                <a:latin typeface="Montserrat"/>
                <a:ea typeface="Montserrat"/>
              </a:rPr>
              <a:t>{{contact_email}}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6" name="Group 7"/>
          <p:cNvGrpSpPr/>
          <p:nvPr/>
        </p:nvGrpSpPr>
        <p:grpSpPr>
          <a:xfrm>
            <a:off x="711000" y="19694880"/>
            <a:ext cx="19775160" cy="15480"/>
            <a:chOff x="711000" y="19694880"/>
            <a:chExt cx="19775160" cy="15480"/>
          </a:xfrm>
        </p:grpSpPr>
        <p:sp>
          <p:nvSpPr>
            <p:cNvPr id="77" name="Freeform 1"/>
            <p:cNvSpPr/>
            <p:nvPr/>
          </p:nvSpPr>
          <p:spPr>
            <a:xfrm>
              <a:off x="711000" y="19694880"/>
              <a:ext cx="19775160" cy="15480"/>
            </a:xfrm>
            <a:custGeom>
              <a:avLst/>
              <a:gdLst>
                <a:gd name="textAreaLeft" fmla="*/ 0 w 19775160"/>
                <a:gd name="textAreaRight" fmla="*/ 19786680 w 19775160"/>
                <a:gd name="textAreaTop" fmla="*/ 0 h 15480"/>
                <a:gd name="textAreaBottom" fmla="*/ 27000 h 15480"/>
              </a:gdLst>
              <a:ahLst/>
              <a:cxnLst/>
              <a:rect l="textAreaLeft" t="textAreaTop" r="textAreaRight" b="textAreaBottom"/>
              <a:pathLst>
                <a:path w="26382218" h="35941">
                  <a:moveTo>
                    <a:pt x="0" y="0"/>
                  </a:moveTo>
                  <a:lnTo>
                    <a:pt x="26382218" y="0"/>
                  </a:lnTo>
                  <a:lnTo>
                    <a:pt x="2638221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62446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8" name="Group 9"/>
          <p:cNvGrpSpPr/>
          <p:nvPr/>
        </p:nvGrpSpPr>
        <p:grpSpPr>
          <a:xfrm>
            <a:off x="731520" y="24799680"/>
            <a:ext cx="19845000" cy="15480"/>
            <a:chOff x="731520" y="24799680"/>
            <a:chExt cx="19845000" cy="15480"/>
          </a:xfrm>
        </p:grpSpPr>
        <p:sp>
          <p:nvSpPr>
            <p:cNvPr id="79" name="Freeform 10"/>
            <p:cNvSpPr/>
            <p:nvPr/>
          </p:nvSpPr>
          <p:spPr>
            <a:xfrm>
              <a:off x="731520" y="24799680"/>
              <a:ext cx="19845000" cy="15480"/>
            </a:xfrm>
            <a:custGeom>
              <a:avLst/>
              <a:gdLst>
                <a:gd name="textAreaLeft" fmla="*/ 0 w 19845000"/>
                <a:gd name="textAreaRight" fmla="*/ 19856520 w 19845000"/>
                <a:gd name="textAreaTop" fmla="*/ 0 h 15480"/>
                <a:gd name="textAreaBottom" fmla="*/ 27000 h 15480"/>
              </a:gdLst>
              <a:ahLst/>
              <a:cxnLst/>
              <a:rect l="textAreaLeft" t="textAreaTop" r="textAreaRight" b="textAreaBottom"/>
              <a:pathLst>
                <a:path w="26475183" h="35941">
                  <a:moveTo>
                    <a:pt x="0" y="0"/>
                  </a:moveTo>
                  <a:lnTo>
                    <a:pt x="26475183" y="0"/>
                  </a:lnTo>
                  <a:lnTo>
                    <a:pt x="26475183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62446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0" name="TextBox 11"/>
          <p:cNvSpPr/>
          <p:nvPr/>
        </p:nvSpPr>
        <p:spPr>
          <a:xfrm>
            <a:off x="719640" y="24003360"/>
            <a:ext cx="15093000" cy="74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856"/>
              </a:lnSpc>
            </a:pPr>
            <a:r>
              <a:rPr lang="en-US" sz="4180" b="1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CURSOS Y CAPACITACIONES</a:t>
            </a:r>
            <a:endParaRPr lang="es-AR" sz="4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2"/>
          <p:cNvSpPr/>
          <p:nvPr/>
        </p:nvSpPr>
        <p:spPr>
          <a:xfrm>
            <a:off x="719640" y="25081200"/>
            <a:ext cx="19822320" cy="11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Freeform 13"/>
          <p:cNvSpPr/>
          <p:nvPr/>
        </p:nvSpPr>
        <p:spPr>
          <a:xfrm>
            <a:off x="360" y="30019320"/>
            <a:ext cx="21381480" cy="261360"/>
          </a:xfrm>
          <a:custGeom>
            <a:avLst/>
            <a:gdLst>
              <a:gd name="textAreaLeft" fmla="*/ 0 w 21381480"/>
              <a:gd name="textAreaRight" fmla="*/ 21393000 w 21381480"/>
              <a:gd name="textAreaTop" fmla="*/ 0 h 261360"/>
              <a:gd name="textAreaBottom" fmla="*/ 265680 h 261360"/>
            </a:gdLst>
            <a:ahLst/>
            <a:cxnLst/>
            <a:rect l="textAreaLeft" t="textAreaTop" r="textAreaRight" b="textAreaBottom"/>
            <a:pathLst>
              <a:path w="21392989" h="1219584">
                <a:moveTo>
                  <a:pt x="0" y="0"/>
                </a:moveTo>
                <a:lnTo>
                  <a:pt x="21392989" y="0"/>
                </a:lnTo>
                <a:lnTo>
                  <a:pt x="21392989" y="1219584"/>
                </a:lnTo>
                <a:lnTo>
                  <a:pt x="0" y="1219584"/>
                </a:lnTo>
                <a:lnTo>
                  <a:pt x="0" y="0"/>
                </a:lnTo>
                <a:close/>
              </a:path>
            </a:pathLst>
          </a:cu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9"/>
          <p:cNvSpPr/>
          <p:nvPr/>
        </p:nvSpPr>
        <p:spPr>
          <a:xfrm>
            <a:off x="688680" y="18983160"/>
            <a:ext cx="19779480" cy="74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856"/>
              </a:lnSpc>
            </a:pPr>
            <a:r>
              <a:rPr lang="en-US" sz="4180" b="1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FORMACIÓN ACADÉMICA</a:t>
            </a:r>
            <a:endParaRPr lang="es-AR" sz="4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20"/>
          <p:cNvSpPr/>
          <p:nvPr/>
        </p:nvSpPr>
        <p:spPr>
          <a:xfrm>
            <a:off x="785160" y="19684800"/>
            <a:ext cx="19732680" cy="93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685"/>
              </a:lnSpc>
              <a:buClr>
                <a:srgbClr val="000000"/>
              </a:buClr>
              <a:buSzPct val="30000"/>
              <a:buFont typeface="Wingdings" charset="2"/>
              <a:buChar char=""/>
            </a:pPr>
            <a:r>
              <a:rPr lang="en-US" sz="2300" b="0" u="none" spc="40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{{edu_1_degree}} </a:t>
            </a:r>
            <a:r>
              <a:rPr lang="en-US" sz="2300" b="1" u="none" spc="40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 </a:t>
            </a:r>
            <a:r>
              <a:rPr lang="en-US" sz="2300" b="0" u="none" spc="40" strike="noStrike">
                <a:solidFill>
                  <a:srgbClr val="343434"/>
                </a:solidFill>
                <a:effectLst/>
                <a:uFillTx/>
                <a:latin typeface="Montserrat"/>
                <a:ea typeface="Montserrat"/>
              </a:rPr>
              <a:t>{{edu_1_school}}  {{edu_1_years}}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685"/>
              </a:lnSpc>
              <a:buClr>
                <a:srgbClr val="000000"/>
              </a:buClr>
              <a:buSzPct val="30000"/>
              <a:buFont typeface="Wingdings" charset="2"/>
              <a:buChar char=""/>
            </a:pPr>
            <a:r>
              <a:rPr lang="en-US" sz="2300" b="0" u="none" spc="40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{{edu_2_degree}} </a:t>
            </a:r>
            <a:r>
              <a:rPr lang="en-US" sz="2300" b="1" u="none" spc="40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 </a:t>
            </a:r>
            <a:r>
              <a:rPr lang="en-US" sz="2300" b="0" u="none" spc="40" strike="noStrike">
                <a:solidFill>
                  <a:srgbClr val="343434"/>
                </a:solidFill>
                <a:effectLst/>
                <a:uFillTx/>
                <a:latin typeface="Montserrat"/>
                <a:ea typeface="Montserrat"/>
              </a:rPr>
              <a:t>{{edu_2_school}}  {{edu_2_years}}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1"/>
          <p:cNvSpPr/>
          <p:nvPr/>
        </p:nvSpPr>
        <p:spPr>
          <a:xfrm>
            <a:off x="771840" y="24829200"/>
            <a:ext cx="1982232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118"/>
              </a:lnSpc>
              <a:buClr>
                <a:srgbClr val="000000"/>
              </a:buClr>
              <a:buSzPct val="30000"/>
              <a:buFont typeface="Wingdings" charset="2"/>
              <a:buChar char=""/>
            </a:pPr>
            <a:r>
              <a:rPr lang="en-US" sz="2300" b="0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"/>
              </a:rPr>
              <a:t>{{curso_1}}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118"/>
              </a:lnSpc>
              <a:buClr>
                <a:srgbClr val="000000"/>
              </a:buClr>
              <a:buSzPct val="30000"/>
              <a:buFont typeface="Wingdings" charset="2"/>
              <a:buChar char=""/>
            </a:pPr>
            <a:r>
              <a:rPr lang="en-US" sz="2300" b="0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"/>
              </a:rPr>
              <a:t>{{curso_2}}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118"/>
              </a:lnSpc>
              <a:buClr>
                <a:srgbClr val="000000"/>
              </a:buClr>
              <a:buSzPct val="30000"/>
              <a:buFont typeface="Wingdings" charset="2"/>
              <a:buChar char=""/>
            </a:pPr>
            <a:r>
              <a:rPr lang="en-US" sz="2300" b="0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"/>
              </a:rPr>
              <a:t>{{curso_3}}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6" name="Group 1"/>
          <p:cNvGrpSpPr/>
          <p:nvPr/>
        </p:nvGrpSpPr>
        <p:grpSpPr>
          <a:xfrm>
            <a:off x="711000" y="21278880"/>
            <a:ext cx="19775160" cy="15480"/>
            <a:chOff x="711000" y="21278880"/>
            <a:chExt cx="19775160" cy="15480"/>
          </a:xfrm>
        </p:grpSpPr>
        <p:sp>
          <p:nvSpPr>
            <p:cNvPr id="87" name="Freeform 3"/>
            <p:cNvSpPr/>
            <p:nvPr/>
          </p:nvSpPr>
          <p:spPr>
            <a:xfrm>
              <a:off x="711000" y="21278880"/>
              <a:ext cx="19775160" cy="15480"/>
            </a:xfrm>
            <a:custGeom>
              <a:avLst/>
              <a:gdLst>
                <a:gd name="textAreaLeft" fmla="*/ 0 w 19775160"/>
                <a:gd name="textAreaRight" fmla="*/ 19786680 w 19775160"/>
                <a:gd name="textAreaTop" fmla="*/ 0 h 15480"/>
                <a:gd name="textAreaBottom" fmla="*/ 27000 h 15480"/>
              </a:gdLst>
              <a:ahLst/>
              <a:cxnLst/>
              <a:rect l="textAreaLeft" t="textAreaTop" r="textAreaRight" b="textAreaBottom"/>
              <a:pathLst>
                <a:path w="26382218" h="35941">
                  <a:moveTo>
                    <a:pt x="0" y="0"/>
                  </a:moveTo>
                  <a:lnTo>
                    <a:pt x="26382218" y="0"/>
                  </a:lnTo>
                  <a:lnTo>
                    <a:pt x="2638221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62446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8" name="TextBox 2"/>
          <p:cNvSpPr/>
          <p:nvPr/>
        </p:nvSpPr>
        <p:spPr>
          <a:xfrm>
            <a:off x="688680" y="20567160"/>
            <a:ext cx="19779480" cy="74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856"/>
              </a:lnSpc>
            </a:pPr>
            <a:r>
              <a:rPr lang="en-US" sz="4180" b="1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INFORMATICA E IDIOMAS</a:t>
            </a:r>
            <a:endParaRPr lang="es-AR" sz="4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3"/>
          <p:cNvSpPr/>
          <p:nvPr/>
        </p:nvSpPr>
        <p:spPr>
          <a:xfrm>
            <a:off x="317160" y="21363120"/>
            <a:ext cx="19732680" cy="252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720000" indent="-216000" defTabSz="914400">
              <a:lnSpc>
                <a:spcPts val="283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30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{{it_1}}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283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30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{{it_2}}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283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30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{{it_3}}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283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30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{{it_4}}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283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30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{{idioma_1}}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283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3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{{idioma_2}}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283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30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{{idioma_3}} 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0" name="Group 3"/>
          <p:cNvGrpSpPr/>
          <p:nvPr/>
        </p:nvGrpSpPr>
        <p:grpSpPr>
          <a:xfrm>
            <a:off x="731520" y="27032040"/>
            <a:ext cx="19845000" cy="15480"/>
            <a:chOff x="731520" y="27032040"/>
            <a:chExt cx="19845000" cy="15480"/>
          </a:xfrm>
        </p:grpSpPr>
        <p:sp>
          <p:nvSpPr>
            <p:cNvPr id="91" name="Freeform 4"/>
            <p:cNvSpPr/>
            <p:nvPr/>
          </p:nvSpPr>
          <p:spPr>
            <a:xfrm>
              <a:off x="731520" y="27032040"/>
              <a:ext cx="19845000" cy="15480"/>
            </a:xfrm>
            <a:custGeom>
              <a:avLst/>
              <a:gdLst>
                <a:gd name="textAreaLeft" fmla="*/ 0 w 19845000"/>
                <a:gd name="textAreaRight" fmla="*/ 19856520 w 19845000"/>
                <a:gd name="textAreaTop" fmla="*/ 0 h 15480"/>
                <a:gd name="textAreaBottom" fmla="*/ 27000 h 15480"/>
              </a:gdLst>
              <a:ahLst/>
              <a:cxnLst/>
              <a:rect l="textAreaLeft" t="textAreaTop" r="textAreaRight" b="textAreaBottom"/>
              <a:pathLst>
                <a:path w="26475183" h="35941">
                  <a:moveTo>
                    <a:pt x="0" y="0"/>
                  </a:moveTo>
                  <a:lnTo>
                    <a:pt x="26475183" y="0"/>
                  </a:lnTo>
                  <a:lnTo>
                    <a:pt x="26475183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62446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2" name="TextBox 4"/>
          <p:cNvSpPr/>
          <p:nvPr/>
        </p:nvSpPr>
        <p:spPr>
          <a:xfrm>
            <a:off x="719640" y="26307720"/>
            <a:ext cx="15093000" cy="74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856"/>
              </a:lnSpc>
            </a:pPr>
            <a:r>
              <a:rPr lang="en-US" sz="4180" b="1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COMPETENCIAS</a:t>
            </a:r>
            <a:endParaRPr lang="es-AR" sz="4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5"/>
          <p:cNvSpPr/>
          <p:nvPr/>
        </p:nvSpPr>
        <p:spPr>
          <a:xfrm>
            <a:off x="719640" y="27421560"/>
            <a:ext cx="19822320" cy="11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6"/>
          <p:cNvSpPr/>
          <p:nvPr/>
        </p:nvSpPr>
        <p:spPr>
          <a:xfrm>
            <a:off x="771840" y="27133560"/>
            <a:ext cx="19822320" cy="29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118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Montserrat"/>
                <a:ea typeface="Poppins Bold"/>
              </a:rPr>
              <a:t>{{skill_1}}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118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Montserrat"/>
                <a:ea typeface="Poppins Bold"/>
              </a:rPr>
              <a:t>{{skill_2}}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118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Montserrat"/>
                <a:ea typeface="Poppins Bold"/>
              </a:rPr>
              <a:t>{{skill_3}}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118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Montserrat"/>
                <a:ea typeface="Poppins Bold"/>
              </a:rPr>
              <a:t>{{skill_4}}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118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Montserrat"/>
                <a:ea typeface="Poppins Bold"/>
              </a:rPr>
              <a:t>{{skill_5}}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118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Montserrat"/>
                <a:ea typeface="Poppins Bold"/>
              </a:rPr>
              <a:t>{{skill_6}}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697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DAG9kkGcXe8</dc:identifier>
  <dc:language>es-AR</dc:language>
  <cp:lastModifiedBy/>
  <dcterms:modified xsi:type="dcterms:W3CDTF">2026-03-09T20:03:16Z</dcterms:modified>
  <cp:revision>43</cp:revision>
  <dc:subject/>
  <dc:title>Plantilla_oficial_13.pptx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