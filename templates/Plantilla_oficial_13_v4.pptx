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ontserrat"/>
      <p:regular r:id="rId5"/>
      <p:bold r:id="rId5"/>
    </p:embeddedFont>
    <p:embeddedFont>
      <p:font typeface="Proxima nova"/>
    </p:embeddedFont>
    <p:embeddedFont>
      <p:font typeface="Microsoft YaHei"/>
      <p:regular r:id="rId6"/>
    </p:embeddedFont>
    <p:embeddedFont>
      <p:font typeface="Poppins Bold"/>
    </p:embeddedFont>
    <p:embeddedFont>
      <p:font typeface="Montserrat Bold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84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7B626E-AD35-4115-BB98-65331644DD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264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16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310CD5-EC78-44AD-8B7F-47F18054B6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84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00D0AE-9BE5-4271-9A18-924BA03665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7640" cy="13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7640" cy="148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C1F98D-EF62-4080-9D33-4BC27CA358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372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372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8ED0E0-C97E-45D1-9EE8-160DA991FC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5520" cy="6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5520" cy="393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6960" cy="6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6960" cy="393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4999C0-441E-4245-B4D4-66CE3D7E475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943CF9-E822-460E-80EA-6097843F0C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E35CEF-A1D2-489D-B54A-52C1616674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3400" cy="11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688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3400" cy="467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1DE6C4-266E-4490-B7DC-1679CAAC12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1640" cy="55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1640" cy="410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1640" cy="79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46CE1B-74C5-4CA6-9F2A-7C891DECB8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7640" cy="14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99909B-6FF8-47A3-9A58-2D307C105A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5"/>
          <p:cNvGrpSpPr/>
          <p:nvPr/>
        </p:nvGrpSpPr>
        <p:grpSpPr>
          <a:xfrm>
            <a:off x="726840" y="7596000"/>
            <a:ext cx="20089800" cy="5921640"/>
            <a:chOff x="726840" y="7596000"/>
            <a:chExt cx="20089800" cy="5921640"/>
          </a:xfrm>
        </p:grpSpPr>
        <p:sp>
          <p:nvSpPr>
            <p:cNvPr id="60" name="TextBox 26"/>
            <p:cNvSpPr/>
            <p:nvPr/>
          </p:nvSpPr>
          <p:spPr>
            <a:xfrm>
              <a:off x="778680" y="8179920"/>
              <a:ext cx="14718240" cy="188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3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TextBox 27"/>
            <p:cNvSpPr/>
            <p:nvPr/>
          </p:nvSpPr>
          <p:spPr>
            <a:xfrm>
              <a:off x="726840" y="7596000"/>
              <a:ext cx="20089800" cy="5921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52"/>
                </a:lnSpc>
              </a:pPr>
              <a:r>
                <a:rPr lang="en-US" sz="25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{{exp_1_role}}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7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{{exp_1_company}}   {{exp_1_dates}}</a:t>
              </a: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{{exp_1_bullets_block}}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{{exp_2_role}}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7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{{exp_2_company}}   {{exp_2_dates}}</a:t>
              </a: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{{exp_2_bullets_block}}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{{exp_3_role}}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7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{{exp_3_company}}   {{exp_3_dates}}</a:t>
              </a: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{{exp_3_bullets_block}}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{{exp_4_role}}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7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{{exp_4_company}}   {{exp_3_dates}}</a:t>
              </a: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{{exp_4_bullets_block}}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33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79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28"/>
            <p:cNvSpPr/>
            <p:nvPr/>
          </p:nvSpPr>
          <p:spPr>
            <a:xfrm>
              <a:off x="3111840" y="7596000"/>
              <a:ext cx="12520440" cy="467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7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2"/>
          <p:cNvGrpSpPr/>
          <p:nvPr/>
        </p:nvGrpSpPr>
        <p:grpSpPr>
          <a:xfrm>
            <a:off x="736920" y="4809240"/>
            <a:ext cx="19823760" cy="16560"/>
            <a:chOff x="736920" y="4809240"/>
            <a:chExt cx="19823760" cy="16560"/>
          </a:xfrm>
        </p:grpSpPr>
        <p:sp>
          <p:nvSpPr>
            <p:cNvPr id="64" name="Freeform 2"/>
            <p:cNvSpPr/>
            <p:nvPr/>
          </p:nvSpPr>
          <p:spPr>
            <a:xfrm>
              <a:off x="736920" y="4809240"/>
              <a:ext cx="19823760" cy="16560"/>
            </a:xfrm>
            <a:custGeom>
              <a:avLst/>
              <a:gdLst>
                <a:gd name="textAreaLeft" fmla="*/ 0 w 19823760"/>
                <a:gd name="textAreaRight" fmla="*/ 19834200 w 1982376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4"/>
          <p:cNvGrpSpPr/>
          <p:nvPr/>
        </p:nvGrpSpPr>
        <p:grpSpPr>
          <a:xfrm>
            <a:off x="753480" y="7707960"/>
            <a:ext cx="19900800" cy="16560"/>
            <a:chOff x="753480" y="7707960"/>
            <a:chExt cx="19900800" cy="16560"/>
          </a:xfrm>
        </p:grpSpPr>
        <p:sp>
          <p:nvSpPr>
            <p:cNvPr id="66" name="Freeform 5"/>
            <p:cNvSpPr/>
            <p:nvPr/>
          </p:nvSpPr>
          <p:spPr>
            <a:xfrm>
              <a:off x="753480" y="7707960"/>
              <a:ext cx="19900800" cy="16560"/>
            </a:xfrm>
            <a:custGeom>
              <a:avLst/>
              <a:gdLst>
                <a:gd name="textAreaLeft" fmla="*/ 0 w 19900800"/>
                <a:gd name="textAreaRight" fmla="*/ 19911240 w 1990080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14"/>
          <p:cNvSpPr/>
          <p:nvPr/>
        </p:nvSpPr>
        <p:spPr>
          <a:xfrm>
            <a:off x="736920" y="3936240"/>
            <a:ext cx="130611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5"/>
          <p:cNvSpPr/>
          <p:nvPr/>
        </p:nvSpPr>
        <p:spPr>
          <a:xfrm>
            <a:off x="736920" y="4929120"/>
            <a:ext cx="198057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6"/>
          <p:cNvSpPr/>
          <p:nvPr/>
        </p:nvSpPr>
        <p:spPr>
          <a:xfrm>
            <a:off x="740160" y="7003440"/>
            <a:ext cx="1513584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6"/>
          <p:cNvSpPr/>
          <p:nvPr/>
        </p:nvSpPr>
        <p:spPr>
          <a:xfrm>
            <a:off x="0" y="360720"/>
            <a:ext cx="9603720" cy="3395880"/>
          </a:xfrm>
          <a:custGeom>
            <a:avLst/>
            <a:gdLst>
              <a:gd name="textAreaLeft" fmla="*/ 0 w 9603720"/>
              <a:gd name="textAreaRight" fmla="*/ 9617400 w 9603720"/>
              <a:gd name="textAreaTop" fmla="*/ 0 h 3395880"/>
              <a:gd name="textAreaBottom" fmla="*/ 3409200 h 339588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7"/>
          <p:cNvSpPr/>
          <p:nvPr/>
        </p:nvSpPr>
        <p:spPr>
          <a:xfrm>
            <a:off x="12780000" y="995040"/>
            <a:ext cx="809676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1"/>
          <p:cNvSpPr/>
          <p:nvPr/>
        </p:nvSpPr>
        <p:spPr>
          <a:xfrm>
            <a:off x="7553520" y="39600"/>
            <a:ext cx="269496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8280360" y="1080"/>
            <a:ext cx="3768480" cy="376848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8100000" y="-16560"/>
            <a:ext cx="3049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2"/>
          <p:cNvSpPr/>
          <p:nvPr/>
        </p:nvSpPr>
        <p:spPr>
          <a:xfrm>
            <a:off x="540360" y="720360"/>
            <a:ext cx="719712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7"/>
          <p:cNvGrpSpPr/>
          <p:nvPr/>
        </p:nvGrpSpPr>
        <p:grpSpPr>
          <a:xfrm>
            <a:off x="711000" y="19694880"/>
            <a:ext cx="19775520" cy="15840"/>
            <a:chOff x="711000" y="19694880"/>
            <a:chExt cx="19775520" cy="15840"/>
          </a:xfrm>
        </p:grpSpPr>
        <p:sp>
          <p:nvSpPr>
            <p:cNvPr id="77" name="Freeform 1"/>
            <p:cNvSpPr/>
            <p:nvPr/>
          </p:nvSpPr>
          <p:spPr>
            <a:xfrm>
              <a:off x="711000" y="19694880"/>
              <a:ext cx="19775520" cy="15840"/>
            </a:xfrm>
            <a:custGeom>
              <a:avLst/>
              <a:gdLst>
                <a:gd name="textAreaLeft" fmla="*/ 0 w 19775520"/>
                <a:gd name="textAreaRight" fmla="*/ 19786680 w 1977552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9"/>
          <p:cNvGrpSpPr/>
          <p:nvPr/>
        </p:nvGrpSpPr>
        <p:grpSpPr>
          <a:xfrm>
            <a:off x="731520" y="24799680"/>
            <a:ext cx="19845360" cy="15840"/>
            <a:chOff x="731520" y="24799680"/>
            <a:chExt cx="19845360" cy="15840"/>
          </a:xfrm>
        </p:grpSpPr>
        <p:sp>
          <p:nvSpPr>
            <p:cNvPr id="79" name="Freeform 10"/>
            <p:cNvSpPr/>
            <p:nvPr/>
          </p:nvSpPr>
          <p:spPr>
            <a:xfrm>
              <a:off x="731520" y="24799680"/>
              <a:ext cx="19845360" cy="15840"/>
            </a:xfrm>
            <a:custGeom>
              <a:avLst/>
              <a:gdLst>
                <a:gd name="textAreaLeft" fmla="*/ 0 w 19845360"/>
                <a:gd name="textAreaRight" fmla="*/ 19856520 w 1984536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11"/>
          <p:cNvSpPr/>
          <p:nvPr/>
        </p:nvSpPr>
        <p:spPr>
          <a:xfrm>
            <a:off x="719640" y="24003360"/>
            <a:ext cx="150933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2"/>
          <p:cNvSpPr/>
          <p:nvPr/>
        </p:nvSpPr>
        <p:spPr>
          <a:xfrm>
            <a:off x="719640" y="25081200"/>
            <a:ext cx="1982268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Freeform 13"/>
          <p:cNvSpPr/>
          <p:nvPr/>
        </p:nvSpPr>
        <p:spPr>
          <a:xfrm>
            <a:off x="360" y="30019320"/>
            <a:ext cx="21381840" cy="261720"/>
          </a:xfrm>
          <a:custGeom>
            <a:avLst/>
            <a:gdLst>
              <a:gd name="textAreaLeft" fmla="*/ 0 w 21381840"/>
              <a:gd name="textAreaRight" fmla="*/ 21393000 w 21381840"/>
              <a:gd name="textAreaTop" fmla="*/ 0 h 261720"/>
              <a:gd name="textAreaBottom" fmla="*/ 265680 h 26172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9"/>
          <p:cNvSpPr/>
          <p:nvPr/>
        </p:nvSpPr>
        <p:spPr>
          <a:xfrm>
            <a:off x="688680" y="18983160"/>
            <a:ext cx="197798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0"/>
          <p:cNvSpPr/>
          <p:nvPr/>
        </p:nvSpPr>
        <p:spPr>
          <a:xfrm>
            <a:off x="785160" y="19684800"/>
            <a:ext cx="19733040" cy="9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"/>
          <p:cNvSpPr/>
          <p:nvPr/>
        </p:nvSpPr>
        <p:spPr>
          <a:xfrm>
            <a:off x="771840" y="24829200"/>
            <a:ext cx="198226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118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118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118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711000" y="21278880"/>
            <a:ext cx="19775520" cy="15840"/>
            <a:chOff x="711000" y="21278880"/>
            <a:chExt cx="19775520" cy="15840"/>
          </a:xfrm>
        </p:grpSpPr>
        <p:sp>
          <p:nvSpPr>
            <p:cNvPr id="87" name="Freeform 3"/>
            <p:cNvSpPr/>
            <p:nvPr/>
          </p:nvSpPr>
          <p:spPr>
            <a:xfrm>
              <a:off x="711000" y="21278880"/>
              <a:ext cx="19775520" cy="15840"/>
            </a:xfrm>
            <a:custGeom>
              <a:avLst/>
              <a:gdLst>
                <a:gd name="textAreaLeft" fmla="*/ 0 w 19775520"/>
                <a:gd name="textAreaRight" fmla="*/ 19786680 w 1977552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TextBox 2"/>
          <p:cNvSpPr/>
          <p:nvPr/>
        </p:nvSpPr>
        <p:spPr>
          <a:xfrm>
            <a:off x="688680" y="20567160"/>
            <a:ext cx="197798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INFORMATICA E IDIOMAS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317160" y="21363120"/>
            <a:ext cx="19733040" cy="252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283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" name="Group 3"/>
          <p:cNvGrpSpPr/>
          <p:nvPr/>
        </p:nvGrpSpPr>
        <p:grpSpPr>
          <a:xfrm>
            <a:off x="731520" y="27032040"/>
            <a:ext cx="19845360" cy="15840"/>
            <a:chOff x="731520" y="27032040"/>
            <a:chExt cx="19845360" cy="15840"/>
          </a:xfrm>
        </p:grpSpPr>
        <p:sp>
          <p:nvSpPr>
            <p:cNvPr id="91" name="Freeform 4"/>
            <p:cNvSpPr/>
            <p:nvPr/>
          </p:nvSpPr>
          <p:spPr>
            <a:xfrm>
              <a:off x="731520" y="27032040"/>
              <a:ext cx="19845360" cy="15840"/>
            </a:xfrm>
            <a:custGeom>
              <a:avLst/>
              <a:gdLst>
                <a:gd name="textAreaLeft" fmla="*/ 0 w 19845360"/>
                <a:gd name="textAreaRight" fmla="*/ 19856520 w 1984536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2" name="TextBox 4"/>
          <p:cNvSpPr/>
          <p:nvPr/>
        </p:nvSpPr>
        <p:spPr>
          <a:xfrm>
            <a:off x="719640" y="26307720"/>
            <a:ext cx="150933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5"/>
          <p:cNvSpPr/>
          <p:nvPr/>
        </p:nvSpPr>
        <p:spPr>
          <a:xfrm>
            <a:off x="719640" y="27421560"/>
            <a:ext cx="19822680" cy="11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771840" y="27133560"/>
            <a:ext cx="19822680" cy="29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118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118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118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118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118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118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2026-03-09T00:32:18Z</dcterms:modified>
  <cp:revision>42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