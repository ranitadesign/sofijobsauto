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Poppins"/>
      <p:regular r:id="rId5"/>
      <p:bold r:id="rId5"/>
    </p:embeddedFont>
    <p:embeddedFont>
      <p:font typeface="Proxima nova"/>
    </p:embeddedFont>
    <p:embeddedFont>
      <p:font typeface="Garet"/>
      <p:regular r:id="rId6"/>
      <p:bold r:id="rId6"/>
    </p:embeddedFont>
    <p:embeddedFont>
      <p:font typeface="Microsoft YaHei"/>
      <p:regular r:id="rId7"/>
    </p:embeddedFont>
    <p:embeddedFont>
      <p:font typeface="Poppins Bold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Garet_Regular.fntdata"/><Relationship Id="rId7" Type="http://schemas.openxmlformats.org/officeDocument/2006/relationships/font" Target="fonts/Font_4_Microsoft_YaHei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8000" cy="13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8000" cy="1485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FA3C6C-416A-42EE-8BF3-EDB8F8DB88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408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18231CE-C41D-40BA-B5B4-91B2A80239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88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88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7320" cy="62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7320" cy="393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0FAD10-95E8-4B38-A2A3-08CD595BE7D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8BF3FC8-E08F-401A-B707-936EFE62517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8059AB-C5D1-426B-B83E-3417FA82984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760" cy="1147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7240" cy="583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760" cy="467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10134F-9F1F-45A7-86A6-C9998E5729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2000" cy="55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2000" cy="410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2000" cy="79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6B5A1E-286A-4B7E-A1A3-4EF9AB5A34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8000" cy="14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279E9D-E36D-4D8F-912D-32DCDDE9CD1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6B57BD1-E81B-40CA-BBFD-9619222F46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300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520" cy="583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56ABDC-4F1A-46D3-A6BD-105C595577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5200" cy="112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5200" cy="451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108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9320" cy="3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D7BFD2-BCAB-4539-BD4C-9C713A1C22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5"/>
          <p:cNvGrpSpPr/>
          <p:nvPr/>
        </p:nvGrpSpPr>
        <p:grpSpPr>
          <a:xfrm>
            <a:off x="726840" y="7380000"/>
            <a:ext cx="20090160" cy="5709240"/>
            <a:chOff x="726840" y="7380000"/>
            <a:chExt cx="20090160" cy="5709240"/>
          </a:xfrm>
        </p:grpSpPr>
        <p:sp>
          <p:nvSpPr>
            <p:cNvPr id="60" name="TextBox 26"/>
            <p:cNvSpPr/>
            <p:nvPr/>
          </p:nvSpPr>
          <p:spPr>
            <a:xfrm>
              <a:off x="778680" y="7963920"/>
              <a:ext cx="14718600" cy="188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3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TextBox 27"/>
            <p:cNvSpPr/>
            <p:nvPr/>
          </p:nvSpPr>
          <p:spPr>
            <a:xfrm>
              <a:off x="726840" y="7380000"/>
              <a:ext cx="20090160" cy="570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470"/>
                </a:lnSpc>
              </a:pPr>
              <a:r>
                <a:rPr lang="en-US" sz="25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Garet"/>
                </a:rPr>
                <a:t>[[EXPERIENCE_BLOCK]]</a:t>
              </a:r>
              <a:endParaRPr lang="es-AR" sz="25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{{exp_1_role}}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{{exp_1_company}}   {{exp_1_dates}}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{{exp_1_bullets_block}}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{{exp_2_role}}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{{exp_2_company}}   {{exp_2_dates}}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{{exp_2_bullets_block}}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{{exp_3_role}}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{{exp_3_company}}   {{exp_3_dates}}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{{exp_3_bullets_block}}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</a:pPr>
              <a:r>
                <a:rPr lang="en-US" sz="32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{{exp_4_role}}</a:t>
              </a:r>
              <a:r>
                <a:rPr lang="en-US" sz="2700" b="1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 Bold"/>
                </a:rPr>
                <a:t>  </a:t>
              </a:r>
              <a:r>
                <a:rPr lang="en-US" sz="2700" b="0" u="none" strike="noStrike">
                  <a:solidFill>
                    <a:srgbClr val="1e1e1e"/>
                  </a:solidFill>
                  <a:effectLst/>
                  <a:uFillTx/>
                  <a:latin typeface="Montserrat"/>
                  <a:ea typeface="Poppins"/>
                </a:rPr>
                <a:t>{{exp_4_company}}   {{exp_3_dates}}</a:t>
              </a:r>
              <a:endParaRPr lang="es-AR" sz="2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252"/>
                </a:lnSpc>
              </a:pPr>
              <a:r>
                <a:rPr lang="es-AR" sz="2800" b="0" u="none" strike="noStrike">
                  <a:solidFill>
                    <a:srgbClr val="000000"/>
                  </a:solidFill>
                  <a:effectLst/>
                  <a:uFillTx/>
                  <a:latin typeface="Montserrat"/>
                  <a:ea typeface="Montserrat"/>
                </a:rPr>
                <a:t>{{exp_4_bullets_block}}</a:t>
              </a: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33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779"/>
                </a:lnSpc>
                <a:spcBef>
                  <a:spcPts val="283"/>
                </a:spcBef>
                <a:spcAft>
                  <a:spcPts val="283"/>
                </a:spcAft>
              </a:pPr>
              <a:endParaRPr lang="es-AR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28"/>
            <p:cNvSpPr/>
            <p:nvPr/>
          </p:nvSpPr>
          <p:spPr>
            <a:xfrm>
              <a:off x="3111840" y="7380000"/>
              <a:ext cx="12520800" cy="467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77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2"/>
          <p:cNvGrpSpPr/>
          <p:nvPr/>
        </p:nvGrpSpPr>
        <p:grpSpPr>
          <a:xfrm>
            <a:off x="736920" y="4809240"/>
            <a:ext cx="19824120" cy="16920"/>
            <a:chOff x="736920" y="4809240"/>
            <a:chExt cx="19824120" cy="16920"/>
          </a:xfrm>
        </p:grpSpPr>
        <p:sp>
          <p:nvSpPr>
            <p:cNvPr id="64" name="Freeform 2"/>
            <p:cNvSpPr/>
            <p:nvPr/>
          </p:nvSpPr>
          <p:spPr>
            <a:xfrm>
              <a:off x="736920" y="4809240"/>
              <a:ext cx="19824120" cy="16920"/>
            </a:xfrm>
            <a:custGeom>
              <a:avLst/>
              <a:gdLst>
                <a:gd name="textAreaLeft" fmla="*/ 0 w 19824120"/>
                <a:gd name="textAreaRight" fmla="*/ 19834200 w 1982412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4"/>
          <p:cNvGrpSpPr/>
          <p:nvPr/>
        </p:nvGrpSpPr>
        <p:grpSpPr>
          <a:xfrm>
            <a:off x="753480" y="7707960"/>
            <a:ext cx="19901160" cy="16920"/>
            <a:chOff x="753480" y="7707960"/>
            <a:chExt cx="19901160" cy="16920"/>
          </a:xfrm>
        </p:grpSpPr>
        <p:sp>
          <p:nvSpPr>
            <p:cNvPr id="66" name="Freeform 5"/>
            <p:cNvSpPr/>
            <p:nvPr/>
          </p:nvSpPr>
          <p:spPr>
            <a:xfrm>
              <a:off x="753480" y="7707960"/>
              <a:ext cx="19901160" cy="16920"/>
            </a:xfrm>
            <a:custGeom>
              <a:avLst/>
              <a:gdLst>
                <a:gd name="textAreaLeft" fmla="*/ 0 w 19901160"/>
                <a:gd name="textAreaRight" fmla="*/ 19911240 w 1990116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14"/>
          <p:cNvSpPr/>
          <p:nvPr/>
        </p:nvSpPr>
        <p:spPr>
          <a:xfrm>
            <a:off x="736920" y="3936240"/>
            <a:ext cx="130615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5"/>
          <p:cNvSpPr/>
          <p:nvPr/>
        </p:nvSpPr>
        <p:spPr>
          <a:xfrm>
            <a:off x="736920" y="4929120"/>
            <a:ext cx="1980612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6"/>
          <p:cNvSpPr/>
          <p:nvPr/>
        </p:nvSpPr>
        <p:spPr>
          <a:xfrm>
            <a:off x="740160" y="7003440"/>
            <a:ext cx="1513620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6"/>
          <p:cNvSpPr/>
          <p:nvPr/>
        </p:nvSpPr>
        <p:spPr>
          <a:xfrm>
            <a:off x="0" y="360720"/>
            <a:ext cx="9604080" cy="3396240"/>
          </a:xfrm>
          <a:custGeom>
            <a:avLst/>
            <a:gdLst>
              <a:gd name="textAreaLeft" fmla="*/ 0 w 9604080"/>
              <a:gd name="textAreaRight" fmla="*/ 9617400 w 9604080"/>
              <a:gd name="textAreaTop" fmla="*/ 0 h 3396240"/>
              <a:gd name="textAreaBottom" fmla="*/ 3409200 h 339624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7"/>
          <p:cNvSpPr/>
          <p:nvPr/>
        </p:nvSpPr>
        <p:spPr>
          <a:xfrm>
            <a:off x="12780000" y="995040"/>
            <a:ext cx="80971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1"/>
          <p:cNvSpPr/>
          <p:nvPr/>
        </p:nvSpPr>
        <p:spPr>
          <a:xfrm>
            <a:off x="7553520" y="39600"/>
            <a:ext cx="269532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8280360" y="1080"/>
            <a:ext cx="3768840" cy="376884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8100000" y="-16560"/>
            <a:ext cx="3049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2"/>
          <p:cNvSpPr/>
          <p:nvPr/>
        </p:nvSpPr>
        <p:spPr>
          <a:xfrm>
            <a:off x="540360" y="720360"/>
            <a:ext cx="719748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Group 7"/>
          <p:cNvGrpSpPr/>
          <p:nvPr/>
        </p:nvGrpSpPr>
        <p:grpSpPr>
          <a:xfrm>
            <a:off x="711000" y="19694880"/>
            <a:ext cx="19775880" cy="16200"/>
            <a:chOff x="711000" y="19694880"/>
            <a:chExt cx="19775880" cy="16200"/>
          </a:xfrm>
        </p:grpSpPr>
        <p:sp>
          <p:nvSpPr>
            <p:cNvPr id="77" name="Freeform 1"/>
            <p:cNvSpPr/>
            <p:nvPr/>
          </p:nvSpPr>
          <p:spPr>
            <a:xfrm>
              <a:off x="711000" y="19694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9"/>
          <p:cNvGrpSpPr/>
          <p:nvPr/>
        </p:nvGrpSpPr>
        <p:grpSpPr>
          <a:xfrm>
            <a:off x="731520" y="25159680"/>
            <a:ext cx="19845720" cy="16200"/>
            <a:chOff x="731520" y="25159680"/>
            <a:chExt cx="19845720" cy="16200"/>
          </a:xfrm>
        </p:grpSpPr>
        <p:sp>
          <p:nvSpPr>
            <p:cNvPr id="79" name="Freeform 10"/>
            <p:cNvSpPr/>
            <p:nvPr/>
          </p:nvSpPr>
          <p:spPr>
            <a:xfrm>
              <a:off x="731520" y="2515968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1"/>
          <p:cNvSpPr/>
          <p:nvPr/>
        </p:nvSpPr>
        <p:spPr>
          <a:xfrm>
            <a:off x="719640" y="2432736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2"/>
          <p:cNvSpPr/>
          <p:nvPr/>
        </p:nvSpPr>
        <p:spPr>
          <a:xfrm>
            <a:off x="719640" y="2540520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Freeform 13"/>
          <p:cNvSpPr/>
          <p:nvPr/>
        </p:nvSpPr>
        <p:spPr>
          <a:xfrm>
            <a:off x="360" y="30019320"/>
            <a:ext cx="21382200" cy="262080"/>
          </a:xfrm>
          <a:custGeom>
            <a:avLst/>
            <a:gdLst>
              <a:gd name="textAreaLeft" fmla="*/ 0 w 21382200"/>
              <a:gd name="textAreaRight" fmla="*/ 21393000 w 21382200"/>
              <a:gd name="textAreaTop" fmla="*/ 0 h 262080"/>
              <a:gd name="textAreaBottom" fmla="*/ 265680 h 26208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9"/>
          <p:cNvSpPr/>
          <p:nvPr/>
        </p:nvSpPr>
        <p:spPr>
          <a:xfrm>
            <a:off x="688680" y="18983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20"/>
          <p:cNvSpPr/>
          <p:nvPr/>
        </p:nvSpPr>
        <p:spPr>
          <a:xfrm>
            <a:off x="785160" y="19684800"/>
            <a:ext cx="1973340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"/>
          <p:cNvSpPr/>
          <p:nvPr/>
        </p:nvSpPr>
        <p:spPr>
          <a:xfrm>
            <a:off x="771840" y="25081200"/>
            <a:ext cx="1982304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711000" y="21278880"/>
            <a:ext cx="19775880" cy="16200"/>
            <a:chOff x="711000" y="21278880"/>
            <a:chExt cx="19775880" cy="16200"/>
          </a:xfrm>
        </p:grpSpPr>
        <p:sp>
          <p:nvSpPr>
            <p:cNvPr id="87" name="Freeform 3"/>
            <p:cNvSpPr/>
            <p:nvPr/>
          </p:nvSpPr>
          <p:spPr>
            <a:xfrm>
              <a:off x="711000" y="21278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2"/>
          <p:cNvSpPr/>
          <p:nvPr/>
        </p:nvSpPr>
        <p:spPr>
          <a:xfrm>
            <a:off x="688680" y="20567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"/>
          <p:cNvSpPr/>
          <p:nvPr/>
        </p:nvSpPr>
        <p:spPr>
          <a:xfrm>
            <a:off x="317160" y="21363120"/>
            <a:ext cx="19733400" cy="30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Group 3"/>
          <p:cNvGrpSpPr/>
          <p:nvPr/>
        </p:nvGrpSpPr>
        <p:grpSpPr>
          <a:xfrm>
            <a:off x="731520" y="27068040"/>
            <a:ext cx="19845720" cy="16200"/>
            <a:chOff x="731520" y="27068040"/>
            <a:chExt cx="19845720" cy="16200"/>
          </a:xfrm>
        </p:grpSpPr>
        <p:sp>
          <p:nvSpPr>
            <p:cNvPr id="91" name="Freeform 4"/>
            <p:cNvSpPr/>
            <p:nvPr/>
          </p:nvSpPr>
          <p:spPr>
            <a:xfrm>
              <a:off x="731520" y="2706804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2" name="TextBox 4"/>
          <p:cNvSpPr/>
          <p:nvPr/>
        </p:nvSpPr>
        <p:spPr>
          <a:xfrm>
            <a:off x="719640" y="2623572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5"/>
          <p:cNvSpPr/>
          <p:nvPr/>
        </p:nvSpPr>
        <p:spPr>
          <a:xfrm>
            <a:off x="719640" y="2731356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6"/>
          <p:cNvSpPr/>
          <p:nvPr/>
        </p:nvSpPr>
        <p:spPr>
          <a:xfrm>
            <a:off x="771840" y="27169560"/>
            <a:ext cx="1982304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2026-03-08T23:27:50Z</dcterms:modified>
  <cp:revision>41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