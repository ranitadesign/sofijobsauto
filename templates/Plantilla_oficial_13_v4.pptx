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Nova"/>
    </p:embeddedFont>
    <p:embeddedFont>
      <p:font typeface="Montserrat"/>
      <p:regular r:id="rId5"/>
      <p:bold r:id="rId5"/>
    </p:embeddedFont>
    <p:embeddedFont>
      <p:font typeface="Poppins Bold"/>
    </p:embeddedFont>
    <p:embeddedFont>
      <p:font typeface="Microsoft YaHei"/>
      <p:regular r:id="rId6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6680" cy="5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6680" cy="4105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6680" cy="79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FA4075-5E5E-43DC-911B-7F0C45E978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2680" cy="14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D177E6-DCCA-4B83-AED7-8C2373F35C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592F76-5B6A-42E2-8F03-BA2A7EB1AE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768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20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F0C7D8-B1CF-43BE-8224-1750F1AD2F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88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9DDB96-B876-4D00-AED6-A668C76480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2680" cy="13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2680" cy="149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3BF01B-7A73-4696-B9F6-FA16BB92EB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760" cy="451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4AFF77-C3D5-4ECA-AC12-4F0BF01FE4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56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56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000" cy="63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000" cy="394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3884A6-CD95-427B-8A59-6D36F26F23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880" cy="113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28F3C4-90F6-4308-A67D-524697C48B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94CAF2-2D6E-4BAC-9021-040AF17B05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440" cy="11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92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440" cy="468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86DAA3-F3A8-4869-B704-D31E6E2C66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736920" y="4808880"/>
            <a:ext cx="19824480" cy="17280"/>
            <a:chOff x="736920" y="4808880"/>
            <a:chExt cx="19824480" cy="17280"/>
          </a:xfrm>
        </p:grpSpPr>
        <p:sp>
          <p:nvSpPr>
            <p:cNvPr id="60" name="Freeform 3"/>
            <p:cNvSpPr/>
            <p:nvPr/>
          </p:nvSpPr>
          <p:spPr>
            <a:xfrm>
              <a:off x="736920" y="4808880"/>
              <a:ext cx="19824480" cy="17280"/>
            </a:xfrm>
            <a:custGeom>
              <a:avLst/>
              <a:gdLst>
                <a:gd name="textAreaLeft" fmla="*/ 0 w 19824480"/>
                <a:gd name="textAreaRight" fmla="*/ 19834200 w 198244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3480" y="8103600"/>
            <a:ext cx="19901520" cy="17280"/>
            <a:chOff x="753480" y="8103600"/>
            <a:chExt cx="19901520" cy="17280"/>
          </a:xfrm>
        </p:grpSpPr>
        <p:sp>
          <p:nvSpPr>
            <p:cNvPr id="62" name="Freeform 5"/>
            <p:cNvSpPr/>
            <p:nvPr/>
          </p:nvSpPr>
          <p:spPr>
            <a:xfrm>
              <a:off x="753480" y="8103600"/>
              <a:ext cx="19901520" cy="17280"/>
            </a:xfrm>
            <a:custGeom>
              <a:avLst/>
              <a:gdLst>
                <a:gd name="textAreaLeft" fmla="*/ 0 w 19901520"/>
                <a:gd name="textAreaRight" fmla="*/ 19911240 w 1990152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Freeform 6"/>
          <p:cNvSpPr/>
          <p:nvPr/>
        </p:nvSpPr>
        <p:spPr>
          <a:xfrm>
            <a:off x="0" y="360000"/>
            <a:ext cx="9607680" cy="3399840"/>
          </a:xfrm>
          <a:custGeom>
            <a:avLst/>
            <a:gdLst>
              <a:gd name="textAreaLeft" fmla="*/ 0 w 9607680"/>
              <a:gd name="textAreaRight" fmla="*/ 9617400 w 9607680"/>
              <a:gd name="textAreaTop" fmla="*/ 0 h 3399840"/>
              <a:gd name="textAreaBottom" fmla="*/ 3409200 h 33998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728640" y="25243920"/>
            <a:ext cx="19776960" cy="17280"/>
            <a:chOff x="728640" y="25243920"/>
            <a:chExt cx="19776960" cy="17280"/>
          </a:xfrm>
        </p:grpSpPr>
        <p:sp>
          <p:nvSpPr>
            <p:cNvPr id="65" name="Freeform 8"/>
            <p:cNvSpPr/>
            <p:nvPr/>
          </p:nvSpPr>
          <p:spPr>
            <a:xfrm>
              <a:off x="728640" y="25243920"/>
              <a:ext cx="19776960" cy="17280"/>
            </a:xfrm>
            <a:custGeom>
              <a:avLst/>
              <a:gdLst>
                <a:gd name="textAreaLeft" fmla="*/ 0 w 19776960"/>
                <a:gd name="textAreaRight" fmla="*/ 19786680 w 1977696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731160" y="27355320"/>
            <a:ext cx="19846800" cy="17280"/>
            <a:chOff x="731160" y="27355320"/>
            <a:chExt cx="19846800" cy="17280"/>
          </a:xfrm>
        </p:grpSpPr>
        <p:sp>
          <p:nvSpPr>
            <p:cNvPr id="67" name="Freeform 10"/>
            <p:cNvSpPr/>
            <p:nvPr/>
          </p:nvSpPr>
          <p:spPr>
            <a:xfrm>
              <a:off x="731160" y="27355320"/>
              <a:ext cx="19846800" cy="17280"/>
            </a:xfrm>
            <a:custGeom>
              <a:avLst/>
              <a:gdLst>
                <a:gd name="textAreaLeft" fmla="*/ 0 w 19846800"/>
                <a:gd name="textAreaRight" fmla="*/ 19856520 w 1984680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719280" y="26523000"/>
            <a:ext cx="150948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719280" y="27348840"/>
            <a:ext cx="1982412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13"/>
          <p:cNvSpPr/>
          <p:nvPr/>
        </p:nvSpPr>
        <p:spPr>
          <a:xfrm>
            <a:off x="0" y="29520000"/>
            <a:ext cx="21383280" cy="726120"/>
          </a:xfrm>
          <a:custGeom>
            <a:avLst/>
            <a:gdLst>
              <a:gd name="textAreaLeft" fmla="*/ 0 w 21383280"/>
              <a:gd name="textAreaRight" fmla="*/ 21393000 w 21383280"/>
              <a:gd name="textAreaTop" fmla="*/ 0 h 726120"/>
              <a:gd name="textAreaBottom" fmla="*/ 735480 h 72612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736920" y="3935880"/>
            <a:ext cx="130618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736920" y="4928760"/>
            <a:ext cx="198064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740160" y="7399080"/>
            <a:ext cx="151365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2780000" y="994320"/>
            <a:ext cx="9079560" cy="7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2780000" y="2160000"/>
            <a:ext cx="907920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706320" y="24388200"/>
            <a:ext cx="197812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753480" y="25109640"/>
            <a:ext cx="1973448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{{edu_1_degree}} 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{{edu_1_school}}  {{edu_1_years}}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{{edu_2_degree}} 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{{edu_2_school}}  {{edu_2_years}}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66680" y="2035080"/>
            <a:ext cx="792684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2"/>
          <p:cNvSpPr/>
          <p:nvPr/>
        </p:nvSpPr>
        <p:spPr>
          <a:xfrm>
            <a:off x="180000" y="720000"/>
            <a:ext cx="791352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3"/>
          <p:cNvSpPr/>
          <p:nvPr/>
        </p:nvSpPr>
        <p:spPr>
          <a:xfrm>
            <a:off x="180000" y="1361160"/>
            <a:ext cx="791352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4"/>
          <p:cNvSpPr/>
          <p:nvPr/>
        </p:nvSpPr>
        <p:spPr>
          <a:xfrm>
            <a:off x="180000" y="2747880"/>
            <a:ext cx="674244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Disponibilidad full time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5"/>
          <p:cNvGrpSpPr/>
          <p:nvPr/>
        </p:nvGrpSpPr>
        <p:grpSpPr>
          <a:xfrm>
            <a:off x="726840" y="8640000"/>
            <a:ext cx="20094840" cy="8039880"/>
            <a:chOff x="726840" y="8640000"/>
            <a:chExt cx="20094840" cy="8039880"/>
          </a:xfrm>
        </p:grpSpPr>
        <p:sp>
          <p:nvSpPr>
            <p:cNvPr id="83" name="TextBox 26"/>
            <p:cNvSpPr/>
            <p:nvPr/>
          </p:nvSpPr>
          <p:spPr>
            <a:xfrm>
              <a:off x="778680" y="9223920"/>
              <a:ext cx="14723280" cy="188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TextBox 27"/>
            <p:cNvSpPr/>
            <p:nvPr/>
          </p:nvSpPr>
          <p:spPr>
            <a:xfrm>
              <a:off x="726840" y="8640000"/>
              <a:ext cx="20094840" cy="803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{{exp_1_role}}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Nova"/>
                  <a:ea typeface="Poppins"/>
                </a:rPr>
                <a:t>{{exp_1_company}}   {{exp_1_dates}}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{{exp_1_bullets_block}}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3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{{exp_2_role}}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Nova"/>
                  <a:ea typeface="Poppins"/>
                </a:rPr>
                <a:t>{{exp_2_company}}   {{exp_2_dates}}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{{exp_2_bullets_block}}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0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{{exp_3_role}}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Nova"/>
                  <a:ea typeface="Poppins"/>
                </a:rPr>
                <a:t>{{exp_3_company}}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{{exp_3_bullets_block}}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3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{{exp_4_role}}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Poppins Bold"/>
                  <a:ea typeface="Poppins Bold"/>
                </a:rPr>
                <a:t> 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Nova"/>
                  <a:ea typeface="Poppins Bold"/>
                </a:rPr>
                <a:t>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Nova"/>
                  <a:ea typeface="Poppins"/>
                </a:rPr>
                <a:t>{{exp_4_company}}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850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  <a:spcBef>
                  <a:spcPts val="283"/>
                </a:spcBef>
                <a:spcAft>
                  <a:spcPts val="283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Nova"/>
                  <a:ea typeface="Montserrat"/>
                </a:rPr>
                <a:t>{{exp_4_bullets_block}}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3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TextBox 28"/>
            <p:cNvSpPr/>
            <p:nvPr/>
          </p:nvSpPr>
          <p:spPr>
            <a:xfrm>
              <a:off x="3111840" y="8640000"/>
              <a:ext cx="12525480" cy="4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41"/>
          <p:cNvSpPr/>
          <p:nvPr/>
        </p:nvSpPr>
        <p:spPr>
          <a:xfrm>
            <a:off x="7553520" y="38880"/>
            <a:ext cx="2698920" cy="67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3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8280360" y="360"/>
            <a:ext cx="3772440" cy="37724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8100000" y="-17280"/>
            <a:ext cx="305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"/>
          <p:cNvSpPr/>
          <p:nvPr/>
        </p:nvSpPr>
        <p:spPr>
          <a:xfrm>
            <a:off x="3960360" y="27377280"/>
            <a:ext cx="1982520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2026-01-14T17:03:06Z</dcterms:modified>
  <cp:revision>28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