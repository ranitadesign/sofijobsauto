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Garet"/>
      <p:regular r:id="rId4"/>
      <p:bold r:id="rId4"/>
    </p:embeddedFont>
    <p:embeddedFont>
      <p:font typeface="Microsoft YaHei"/>
      <p:regular r:id="rId5"/>
    </p:embeddedFont>
    <p:embeddedFont>
      <p:font typeface="Garet Bold"/>
    </p:embeddedFont>
    <p:embeddedFont>
      <p:font typeface="Garet Italics"/>
    </p:embeddedFont>
    <p:embeddedFont>
      <p:font typeface="Montserrat"/>
      <p:regular r:id="rId6"/>
      <p:bold r:id="rId6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Garet_Regular.fntdata"/><Relationship Id="rId5" Type="http://schemas.openxmlformats.org/officeDocument/2006/relationships/font" Target="fonts/Font_2_Microsoft_YaHei_Regular.fntdata"/><Relationship Id="rId6" Type="http://schemas.openxmlformats.org/officeDocument/2006/relationships/font" Target="fonts/Font_3_Montserrat_Regular.fntdata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58000" cy="134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58000" cy="1485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108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9A714A7-D09D-4917-BEF5-F97DF127D1A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5200" cy="112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4080" cy="451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4080" cy="451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108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767F0A8-FC64-4982-AE3B-FE737B9B86B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5200" cy="112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25880" cy="62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25880" cy="393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27320" cy="62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27320" cy="393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7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108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8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98BE5B0-AB30-4432-80F9-D38FE0F3F5A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5200" cy="112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108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BD538BB-6E26-4B77-952C-477D5C40420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108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996923E-ABE9-4110-B900-74D18E9DEE5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3760" cy="1147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097240" cy="583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3760" cy="467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108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E579D4F-EF0A-4B36-B801-07ADD1C1669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2000" cy="55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2000" cy="4100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2000" cy="79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108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DFB5DD1-EBEA-4B00-BBDF-D31B35A1CD7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58000" cy="145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108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FA50FC4-646A-4EA2-8C19-D71AE55E670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5200" cy="112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5200" cy="451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108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CCE16BE-5091-4679-B58E-7E15BCC8D3F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3000" cy="583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05520" cy="583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108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45A3661-77EC-499B-BC8D-F77254113F1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5200" cy="112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5200" cy="451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108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F785892-A680-40C7-BD38-FC3C5400F01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Freeform 2"/>
          <p:cNvSpPr/>
          <p:nvPr/>
        </p:nvSpPr>
        <p:spPr>
          <a:xfrm>
            <a:off x="0" y="0"/>
            <a:ext cx="21378600" cy="4920840"/>
          </a:xfrm>
          <a:custGeom>
            <a:avLst/>
            <a:gdLst>
              <a:gd name="textAreaLeft" fmla="*/ 0 w 21378600"/>
              <a:gd name="textAreaRight" fmla="*/ 21393000 w 21378600"/>
              <a:gd name="textAreaTop" fmla="*/ 0 h 4920840"/>
              <a:gd name="textAreaBottom" fmla="*/ 4934880 h 4920840"/>
            </a:gdLst>
            <a:ahLst/>
            <a:cxnLst/>
            <a:rect l="textAreaLeft" t="textAreaTop" r="textAreaRight" b="textAreaBottom"/>
            <a:pathLst>
              <a:path w="21392989" h="5161031">
                <a:moveTo>
                  <a:pt x="0" y="0"/>
                </a:moveTo>
                <a:lnTo>
                  <a:pt x="21392989" y="0"/>
                </a:lnTo>
                <a:lnTo>
                  <a:pt x="21392989" y="5161031"/>
                </a:lnTo>
                <a:lnTo>
                  <a:pt x="0" y="5161031"/>
                </a:lnTo>
                <a:lnTo>
                  <a:pt x="0" y="0"/>
                </a:lnTo>
                <a:close/>
              </a:path>
            </a:pathLst>
          </a:cu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60" name="Group 30"/>
          <p:cNvGrpSpPr/>
          <p:nvPr/>
        </p:nvGrpSpPr>
        <p:grpSpPr>
          <a:xfrm>
            <a:off x="1436760" y="10890000"/>
            <a:ext cx="10446480" cy="39600"/>
            <a:chOff x="1436760" y="10890000"/>
            <a:chExt cx="10446480" cy="39600"/>
          </a:xfrm>
        </p:grpSpPr>
        <p:sp>
          <p:nvSpPr>
            <p:cNvPr id="61" name="Freeform 31"/>
            <p:cNvSpPr/>
            <p:nvPr/>
          </p:nvSpPr>
          <p:spPr>
            <a:xfrm>
              <a:off x="1436760" y="10890000"/>
              <a:ext cx="10446480" cy="39600"/>
            </a:xfrm>
            <a:custGeom>
              <a:avLst/>
              <a:gdLst>
                <a:gd name="textAreaLeft" fmla="*/ 0 w 10446480"/>
                <a:gd name="textAreaRight" fmla="*/ 10460880 w 10446480"/>
                <a:gd name="textAreaTop" fmla="*/ 0 h 39600"/>
                <a:gd name="textAreaBottom" fmla="*/ 54000 h 39600"/>
              </a:gdLst>
              <a:ahLst/>
              <a:cxnLst/>
              <a:rect l="textAreaLeft" t="textAreaTop" r="textAreaRight" b="textAreaBottom"/>
              <a:pathLst>
                <a:path w="13947648" h="71882">
                  <a:moveTo>
                    <a:pt x="35941" y="0"/>
                  </a:moveTo>
                  <a:lnTo>
                    <a:pt x="13911707" y="0"/>
                  </a:lnTo>
                  <a:cubicBezTo>
                    <a:pt x="13931520" y="0"/>
                    <a:pt x="13947648" y="16129"/>
                    <a:pt x="13947648" y="35941"/>
                  </a:cubicBezTo>
                  <a:cubicBezTo>
                    <a:pt x="13947648" y="55753"/>
                    <a:pt x="13931520" y="71882"/>
                    <a:pt x="13911707" y="71882"/>
                  </a:cubicBezTo>
                  <a:lnTo>
                    <a:pt x="35941" y="71882"/>
                  </a:lnTo>
                  <a:cubicBezTo>
                    <a:pt x="16129" y="71882"/>
                    <a:pt x="0" y="55753"/>
                    <a:pt x="0" y="35941"/>
                  </a:cubicBezTo>
                  <a:cubicBezTo>
                    <a:pt x="0" y="16129"/>
                    <a:pt x="16129" y="0"/>
                    <a:pt x="35941" y="0"/>
                  </a:cubicBezTo>
                  <a:close/>
                </a:path>
              </a:pathLst>
            </a:custGeom>
            <a:solidFill>
              <a:srgbClr val="c0504d">
                <a:alpha val="25000"/>
              </a:srgb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000" bIns="9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2" name="TextBox 42"/>
          <p:cNvSpPr/>
          <p:nvPr/>
        </p:nvSpPr>
        <p:spPr>
          <a:xfrm>
            <a:off x="1463760" y="10000440"/>
            <a:ext cx="9155880" cy="66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207"/>
              </a:lnSpc>
            </a:pPr>
            <a:r>
              <a:rPr lang="en-US" sz="4340" b="1" u="none" strike="noStrike">
                <a:solidFill>
                  <a:srgbClr val="101010"/>
                </a:solidFill>
                <a:effectLst/>
                <a:uFillTx/>
                <a:latin typeface="Garet"/>
                <a:ea typeface="Garet Bold"/>
              </a:rPr>
              <a:t>EXPERIENCIA LABORAL</a:t>
            </a:r>
            <a:endParaRPr lang="es-AR" sz="4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3" name="Group 43"/>
          <p:cNvGrpSpPr/>
          <p:nvPr/>
        </p:nvGrpSpPr>
        <p:grpSpPr>
          <a:xfrm>
            <a:off x="1260000" y="10470960"/>
            <a:ext cx="11155320" cy="12386160"/>
            <a:chOff x="1260000" y="10470960"/>
            <a:chExt cx="11155320" cy="12386160"/>
          </a:xfrm>
        </p:grpSpPr>
        <p:sp>
          <p:nvSpPr>
            <p:cNvPr id="64" name="TextBox 44"/>
            <p:cNvSpPr/>
            <p:nvPr/>
          </p:nvSpPr>
          <p:spPr>
            <a:xfrm>
              <a:off x="1470600" y="10470960"/>
              <a:ext cx="10758600" cy="49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96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" name="TextBox 45"/>
            <p:cNvSpPr/>
            <p:nvPr/>
          </p:nvSpPr>
          <p:spPr>
            <a:xfrm>
              <a:off x="1470600" y="11648160"/>
              <a:ext cx="10796040" cy="256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4232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TextBox 46"/>
            <p:cNvSpPr/>
            <p:nvPr/>
          </p:nvSpPr>
          <p:spPr>
            <a:xfrm>
              <a:off x="1446120" y="11108160"/>
              <a:ext cx="10758600" cy="7127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960"/>
                </a:lnSpc>
              </a:pPr>
              <a:r>
                <a:rPr lang="en-US" sz="3200" b="1" u="none" spc="51" strike="noStrike">
                  <a:solidFill>
                    <a:srgbClr val="101010"/>
                  </a:solidFill>
                  <a:effectLst/>
                  <a:uFillTx/>
                  <a:latin typeface="Garet"/>
                  <a:ea typeface="Garet Italics"/>
                </a:rPr>
                <a:t>{{exp_1_role}}</a:t>
              </a:r>
              <a:endParaRPr lang="es-AR" sz="3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566"/>
                </a:lnSpc>
              </a:pPr>
              <a:r>
                <a:rPr lang="en-US" sz="2600" b="0" u="none" spc="60" strike="noStrike">
                  <a:solidFill>
                    <a:srgbClr val="101010"/>
                  </a:solidFill>
                  <a:effectLst/>
                  <a:uFillTx/>
                  <a:latin typeface="Garet"/>
                  <a:ea typeface="Garet Bold"/>
                </a:rPr>
                <a:t>{{exp_1_company}}</a:t>
              </a:r>
              <a:r>
                <a:rPr lang="en-US" sz="2600" b="0" u="none" spc="51" strike="noStrike">
                  <a:solidFill>
                    <a:srgbClr val="101010"/>
                  </a:solidFill>
                  <a:effectLst/>
                  <a:uFillTx/>
                  <a:latin typeface="Garet"/>
                  <a:ea typeface="Garet Italics"/>
                </a:rPr>
                <a:t> {{exp_1_dates}}</a:t>
              </a:r>
              <a:endParaRPr lang="es-AR" sz="2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144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es-AR" sz="2400" b="0" u="none" strike="noStrike">
                  <a:solidFill>
                    <a:srgbClr val="000000"/>
                  </a:solidFill>
                  <a:effectLst/>
                  <a:uFillTx/>
                  <a:latin typeface="Garet"/>
                  <a:ea typeface="Montserrat"/>
                </a:rPr>
                <a:t>{{exp_1_bullets_block}} </a:t>
              </a:r>
              <a:endParaRPr lang="es-AR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144"/>
                </a:lnSpc>
                <a:spcBef>
                  <a:spcPts val="1191"/>
                </a:spcBef>
                <a:spcAft>
                  <a:spcPts val="992"/>
                </a:spcAft>
              </a:pP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232"/>
                </a:lnSpc>
              </a:pPr>
              <a:endParaRPr lang="es-AR" sz="226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232"/>
                </a:lnSpc>
              </a:pPr>
              <a:endParaRPr lang="es-AR" sz="226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232"/>
                </a:lnSpc>
              </a:pPr>
              <a:endParaRPr lang="es-AR" sz="226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232"/>
                </a:lnSpc>
              </a:pPr>
              <a:endParaRPr lang="es-AR" sz="226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232"/>
                </a:lnSpc>
              </a:pPr>
              <a:endParaRPr lang="es-AR" sz="226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232"/>
                </a:lnSpc>
              </a:pPr>
              <a:endParaRPr lang="es-AR" sz="226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232"/>
                </a:lnSpc>
              </a:pPr>
              <a:endParaRPr lang="es-AR" sz="226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986"/>
                </a:lnSpc>
              </a:pPr>
              <a:endParaRPr lang="es-AR" sz="2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144"/>
                </a:lnSpc>
                <a:spcBef>
                  <a:spcPts val="1191"/>
                </a:spcBef>
                <a:spcAft>
                  <a:spcPts val="992"/>
                </a:spcAft>
              </a:pP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TextBox 47"/>
            <p:cNvSpPr/>
            <p:nvPr/>
          </p:nvSpPr>
          <p:spPr>
            <a:xfrm>
              <a:off x="1433520" y="14708160"/>
              <a:ext cx="10796040" cy="496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986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TextBox 48"/>
            <p:cNvSpPr/>
            <p:nvPr/>
          </p:nvSpPr>
          <p:spPr>
            <a:xfrm>
              <a:off x="1433520" y="15393960"/>
              <a:ext cx="10796040" cy="44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566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TextBox 49"/>
            <p:cNvSpPr/>
            <p:nvPr/>
          </p:nvSpPr>
          <p:spPr>
            <a:xfrm>
              <a:off x="1433520" y="15876360"/>
              <a:ext cx="10796040" cy="256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4232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TextBox 50"/>
            <p:cNvSpPr/>
            <p:nvPr/>
          </p:nvSpPr>
          <p:spPr>
            <a:xfrm>
              <a:off x="1260000" y="18882360"/>
              <a:ext cx="10796040" cy="496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986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TextBox 51"/>
            <p:cNvSpPr/>
            <p:nvPr/>
          </p:nvSpPr>
          <p:spPr>
            <a:xfrm>
              <a:off x="1392120" y="19568160"/>
              <a:ext cx="11023200" cy="44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566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TextBox 52"/>
            <p:cNvSpPr/>
            <p:nvPr/>
          </p:nvSpPr>
          <p:spPr>
            <a:xfrm>
              <a:off x="1392120" y="20289960"/>
              <a:ext cx="10796040" cy="256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4232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3" name="TextBox 53"/>
          <p:cNvSpPr/>
          <p:nvPr/>
        </p:nvSpPr>
        <p:spPr>
          <a:xfrm>
            <a:off x="15660000" y="180000"/>
            <a:ext cx="2557080" cy="39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3141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16560000" y="535320"/>
            <a:ext cx="5211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5" name="Group 32"/>
          <p:cNvGrpSpPr/>
          <p:nvPr/>
        </p:nvGrpSpPr>
        <p:grpSpPr>
          <a:xfrm>
            <a:off x="1414440" y="25864200"/>
            <a:ext cx="10464840" cy="57960"/>
            <a:chOff x="1414440" y="25864200"/>
            <a:chExt cx="10464840" cy="57960"/>
          </a:xfrm>
        </p:grpSpPr>
        <p:sp>
          <p:nvSpPr>
            <p:cNvPr id="76" name="Freeform 1"/>
            <p:cNvSpPr/>
            <p:nvPr/>
          </p:nvSpPr>
          <p:spPr>
            <a:xfrm>
              <a:off x="1414440" y="25864200"/>
              <a:ext cx="10464840" cy="57960"/>
            </a:xfrm>
            <a:custGeom>
              <a:avLst/>
              <a:gdLst>
                <a:gd name="textAreaLeft" fmla="*/ 0 w 10464840"/>
                <a:gd name="textAreaRight" fmla="*/ 10478520 w 10464840"/>
                <a:gd name="textAreaTop" fmla="*/ 0 h 57960"/>
                <a:gd name="textAreaBottom" fmla="*/ 71640 h 57960"/>
              </a:gdLst>
              <a:ahLst/>
              <a:cxnLst/>
              <a:rect l="textAreaLeft" t="textAreaTop" r="textAreaRight" b="textAreaBottom"/>
              <a:pathLst>
                <a:path w="13971524" h="95759">
                  <a:moveTo>
                    <a:pt x="47879" y="0"/>
                  </a:moveTo>
                  <a:lnTo>
                    <a:pt x="13923645" y="0"/>
                  </a:lnTo>
                  <a:cubicBezTo>
                    <a:pt x="13950060" y="0"/>
                    <a:pt x="13971524" y="21463"/>
                    <a:pt x="13971524" y="47879"/>
                  </a:cubicBezTo>
                  <a:cubicBezTo>
                    <a:pt x="13971524" y="74295"/>
                    <a:pt x="13950060" y="95758"/>
                    <a:pt x="13923645" y="95758"/>
                  </a:cubicBezTo>
                  <a:lnTo>
                    <a:pt x="47879" y="95758"/>
                  </a:lnTo>
                  <a:cubicBezTo>
                    <a:pt x="21463" y="95885"/>
                    <a:pt x="0" y="74422"/>
                    <a:pt x="0" y="47879"/>
                  </a:cubicBezTo>
                  <a:cubicBezTo>
                    <a:pt x="0" y="21336"/>
                    <a:pt x="21463" y="0"/>
                    <a:pt x="47879" y="0"/>
                  </a:cubicBezTo>
                  <a:close/>
                </a:path>
              </a:pathLst>
            </a:custGeom>
            <a:solidFill>
              <a:srgbClr val="c0504d">
                <a:alpha val="25000"/>
              </a:srgb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6640" bIns="2664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7" name="TextBox 34"/>
          <p:cNvSpPr/>
          <p:nvPr/>
        </p:nvSpPr>
        <p:spPr>
          <a:xfrm>
            <a:off x="1414440" y="25203240"/>
            <a:ext cx="9668520" cy="66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207"/>
              </a:lnSpc>
            </a:pPr>
            <a:r>
              <a:rPr lang="en-US" sz="4340" b="1" u="none" strike="noStrike">
                <a:solidFill>
                  <a:srgbClr val="101010"/>
                </a:solidFill>
                <a:effectLst/>
                <a:uFillTx/>
                <a:latin typeface="Garet"/>
                <a:ea typeface="Garet Bold"/>
              </a:rPr>
              <a:t>FORMACIÓN PROFESIONAL</a:t>
            </a:r>
            <a:endParaRPr lang="es-AR" sz="4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35"/>
          <p:cNvSpPr/>
          <p:nvPr/>
        </p:nvSpPr>
        <p:spPr>
          <a:xfrm>
            <a:off x="1440000" y="25922520"/>
            <a:ext cx="10442520" cy="20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691"/>
              </a:lnSpc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101010"/>
                </a:solidFill>
                <a:effectLst/>
                <a:uFillTx/>
                <a:latin typeface="Garet"/>
                <a:ea typeface="Garet"/>
              </a:rPr>
              <a:t>{{edu_1_degree}}  {{edu_1_school}}  {{edu_1_years}}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567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691"/>
              </a:lnSpc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101010"/>
                </a:solidFill>
                <a:effectLst/>
                <a:uFillTx/>
                <a:latin typeface="Garet"/>
                <a:ea typeface="Garet"/>
              </a:rPr>
              <a:t>{{edu_2_degree}}  {{edu_2_school}}  {{edu_2_years}}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567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691"/>
              </a:lnSpc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101010"/>
                </a:solidFill>
                <a:effectLst/>
                <a:uFillTx/>
                <a:latin typeface="Garet"/>
                <a:ea typeface="Garet"/>
              </a:rPr>
              <a:t>{{edu_3_degree}}  {{edu_3_school}}  {{edu_3_years}}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691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9" name="Group 18"/>
          <p:cNvGrpSpPr/>
          <p:nvPr/>
        </p:nvGrpSpPr>
        <p:grpSpPr>
          <a:xfrm>
            <a:off x="1436760" y="6530040"/>
            <a:ext cx="10464840" cy="57960"/>
            <a:chOff x="1436760" y="6530040"/>
            <a:chExt cx="10464840" cy="57960"/>
          </a:xfrm>
        </p:grpSpPr>
        <p:sp>
          <p:nvSpPr>
            <p:cNvPr id="80" name="Freeform 10"/>
            <p:cNvSpPr/>
            <p:nvPr/>
          </p:nvSpPr>
          <p:spPr>
            <a:xfrm>
              <a:off x="1436760" y="6530040"/>
              <a:ext cx="10464840" cy="57960"/>
            </a:xfrm>
            <a:custGeom>
              <a:avLst/>
              <a:gdLst>
                <a:gd name="textAreaLeft" fmla="*/ 0 w 10464840"/>
                <a:gd name="textAreaRight" fmla="*/ 10478520 w 10464840"/>
                <a:gd name="textAreaTop" fmla="*/ 0 h 57960"/>
                <a:gd name="textAreaBottom" fmla="*/ 71640 h 57960"/>
              </a:gdLst>
              <a:ahLst/>
              <a:cxnLst/>
              <a:rect l="textAreaLeft" t="textAreaTop" r="textAreaRight" b="textAreaBottom"/>
              <a:pathLst>
                <a:path w="13971524" h="95759">
                  <a:moveTo>
                    <a:pt x="47879" y="0"/>
                  </a:moveTo>
                  <a:lnTo>
                    <a:pt x="13923645" y="0"/>
                  </a:lnTo>
                  <a:cubicBezTo>
                    <a:pt x="13950060" y="0"/>
                    <a:pt x="13971524" y="21463"/>
                    <a:pt x="13971524" y="47879"/>
                  </a:cubicBezTo>
                  <a:cubicBezTo>
                    <a:pt x="13971524" y="74295"/>
                    <a:pt x="13950060" y="95758"/>
                    <a:pt x="13923645" y="95758"/>
                  </a:cubicBezTo>
                  <a:lnTo>
                    <a:pt x="47879" y="95758"/>
                  </a:lnTo>
                  <a:cubicBezTo>
                    <a:pt x="21463" y="95885"/>
                    <a:pt x="0" y="74422"/>
                    <a:pt x="0" y="47879"/>
                  </a:cubicBezTo>
                  <a:cubicBezTo>
                    <a:pt x="0" y="21336"/>
                    <a:pt x="21463" y="0"/>
                    <a:pt x="47879" y="0"/>
                  </a:cubicBezTo>
                  <a:close/>
                </a:path>
              </a:pathLst>
            </a:custGeom>
            <a:solidFill>
              <a:srgbClr val="c0504d">
                <a:alpha val="25000"/>
              </a:srgb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6640" bIns="2664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1" name="TextBox 20"/>
          <p:cNvSpPr/>
          <p:nvPr/>
        </p:nvSpPr>
        <p:spPr>
          <a:xfrm>
            <a:off x="1463760" y="5640840"/>
            <a:ext cx="6818760" cy="66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207"/>
              </a:lnSpc>
            </a:pPr>
            <a:r>
              <a:rPr lang="en-US" sz="4340" b="1" u="none" strike="noStrike">
                <a:solidFill>
                  <a:srgbClr val="101010"/>
                </a:solidFill>
                <a:effectLst/>
                <a:uFillTx/>
                <a:latin typeface="Garet"/>
                <a:ea typeface="Garet Bold"/>
              </a:rPr>
              <a:t>PERFIL PROFESIONAL</a:t>
            </a:r>
            <a:endParaRPr lang="es-AR" sz="4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21"/>
          <p:cNvSpPr/>
          <p:nvPr/>
        </p:nvSpPr>
        <p:spPr>
          <a:xfrm>
            <a:off x="1463760" y="6692400"/>
            <a:ext cx="1044252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41"/>
              </a:lnSpc>
            </a:pPr>
            <a:r>
              <a:rPr lang="en-US" sz="2260" b="0" u="none" strike="noStrike">
                <a:solidFill>
                  <a:srgbClr val="101010"/>
                </a:solidFill>
                <a:effectLst/>
                <a:uFillTx/>
                <a:latin typeface="Garet"/>
                <a:ea typeface="Garet Italics"/>
              </a:rPr>
              <a:t>{{about}}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39"/>
          <p:cNvSpPr/>
          <p:nvPr/>
        </p:nvSpPr>
        <p:spPr>
          <a:xfrm>
            <a:off x="1285560" y="1440720"/>
            <a:ext cx="14005440" cy="13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7115"/>
              </a:lnSpc>
            </a:pPr>
            <a:r>
              <a:rPr lang="en-US" sz="6530" b="1" u="none" spc="-227" strike="noStrike">
                <a:solidFill>
                  <a:srgbClr val="543f3f"/>
                </a:solidFill>
                <a:effectLst/>
                <a:uFillTx/>
                <a:latin typeface="Garet"/>
                <a:ea typeface="Garet Bold"/>
              </a:rPr>
              <a:t>{{name}}</a:t>
            </a:r>
            <a:endParaRPr lang="es-AR" sz="6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3393"/>
              </a:lnSpc>
            </a:pPr>
            <a:r>
              <a:rPr lang="en-US" sz="2600" b="1" u="none" spc="462" strike="noStrike">
                <a:solidFill>
                  <a:srgbClr val="543f3f"/>
                </a:solidFill>
                <a:effectLst/>
                <a:uFillTx/>
                <a:latin typeface="Garet"/>
                <a:ea typeface="Garet Bold"/>
              </a:rPr>
              <a:t>{{title}}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4" name="Group 10"/>
          <p:cNvGrpSpPr/>
          <p:nvPr/>
        </p:nvGrpSpPr>
        <p:grpSpPr>
          <a:xfrm>
            <a:off x="14092560" y="6541200"/>
            <a:ext cx="5870520" cy="57240"/>
            <a:chOff x="14092560" y="6541200"/>
            <a:chExt cx="5870520" cy="57240"/>
          </a:xfrm>
        </p:grpSpPr>
        <p:sp>
          <p:nvSpPr>
            <p:cNvPr id="85" name="Freeform 4"/>
            <p:cNvSpPr/>
            <p:nvPr/>
          </p:nvSpPr>
          <p:spPr>
            <a:xfrm>
              <a:off x="14092560" y="6541200"/>
              <a:ext cx="5870520" cy="57240"/>
            </a:xfrm>
            <a:custGeom>
              <a:avLst/>
              <a:gdLst>
                <a:gd name="textAreaLeft" fmla="*/ 0 w 5870520"/>
                <a:gd name="textAreaRight" fmla="*/ 5884920 w 5870520"/>
                <a:gd name="textAreaTop" fmla="*/ 0 h 57240"/>
                <a:gd name="textAreaBottom" fmla="*/ 71640 h 57240"/>
              </a:gdLst>
              <a:ahLst/>
              <a:cxnLst/>
              <a:rect l="textAreaLeft" t="textAreaTop" r="textAreaRight" b="textAreaBottom"/>
              <a:pathLst>
                <a:path w="7846441" h="95759">
                  <a:moveTo>
                    <a:pt x="47879" y="0"/>
                  </a:moveTo>
                  <a:lnTo>
                    <a:pt x="7798562" y="0"/>
                  </a:lnTo>
                  <a:cubicBezTo>
                    <a:pt x="7824978" y="0"/>
                    <a:pt x="7846441" y="21463"/>
                    <a:pt x="7846441" y="47879"/>
                  </a:cubicBezTo>
                  <a:cubicBezTo>
                    <a:pt x="7846441" y="74295"/>
                    <a:pt x="7824978" y="95758"/>
                    <a:pt x="7798562" y="95758"/>
                  </a:cubicBezTo>
                  <a:lnTo>
                    <a:pt x="47879" y="95758"/>
                  </a:lnTo>
                  <a:cubicBezTo>
                    <a:pt x="21463" y="95885"/>
                    <a:pt x="0" y="74422"/>
                    <a:pt x="0" y="47879"/>
                  </a:cubicBezTo>
                  <a:cubicBezTo>
                    <a:pt x="0" y="21336"/>
                    <a:pt x="21463" y="0"/>
                    <a:pt x="47879" y="0"/>
                  </a:cubicBezTo>
                  <a:close/>
                </a:path>
              </a:pathLst>
            </a:custGeom>
            <a:solidFill>
              <a:srgbClr val="c0504d">
                <a:alpha val="25000"/>
              </a:srgb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6640" bIns="2664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6" name="TextBox 16"/>
          <p:cNvSpPr/>
          <p:nvPr/>
        </p:nvSpPr>
        <p:spPr>
          <a:xfrm>
            <a:off x="14235840" y="6883560"/>
            <a:ext cx="4849560" cy="172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02"/>
              </a:lnSpc>
            </a:pPr>
            <a:r>
              <a:rPr lang="en-US" sz="2260" b="0" u="none" strike="noStrike">
                <a:solidFill>
                  <a:srgbClr val="101010"/>
                </a:solidFill>
                <a:effectLst/>
                <a:uFillTx/>
                <a:latin typeface="Garet"/>
                <a:ea typeface="Garet"/>
              </a:rPr>
              <a:t>{{contact_email}}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402"/>
              </a:lnSpc>
            </a:pPr>
            <a:r>
              <a:rPr lang="en-US" sz="2260" b="0" u="none" strike="noStrike">
                <a:solidFill>
                  <a:srgbClr val="101010"/>
                </a:solidFill>
                <a:effectLst/>
                <a:uFillTx/>
                <a:latin typeface="Garet"/>
                <a:ea typeface="Garet"/>
              </a:rPr>
              <a:t>{{contact_phone}}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402"/>
              </a:lnSpc>
            </a:pPr>
            <a:r>
              <a:rPr lang="en-US" sz="2260" b="0" u="none" strike="noStrike">
                <a:solidFill>
                  <a:srgbClr val="101010"/>
                </a:solidFill>
                <a:effectLst/>
                <a:uFillTx/>
                <a:latin typeface="Garet"/>
                <a:ea typeface="Garet"/>
              </a:rPr>
              <a:t>{{contact_location}}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402"/>
              </a:lnSpc>
            </a:pPr>
            <a:r>
              <a:rPr lang="es-AR" sz="2260" b="0" u="none" strike="noStrike">
                <a:solidFill>
                  <a:srgbClr val="000000"/>
                </a:solidFill>
                <a:effectLst/>
                <a:uFillTx/>
                <a:latin typeface="Garet"/>
                <a:ea typeface="Garet"/>
              </a:rPr>
              <a:t>{{licencia}}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7"/>
          <p:cNvSpPr/>
          <p:nvPr/>
        </p:nvSpPr>
        <p:spPr>
          <a:xfrm>
            <a:off x="14132520" y="5652000"/>
            <a:ext cx="5785200" cy="66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207"/>
              </a:lnSpc>
            </a:pPr>
            <a:r>
              <a:rPr lang="en-US" sz="4340" b="1" u="none" strike="noStrike">
                <a:solidFill>
                  <a:srgbClr val="101010"/>
                </a:solidFill>
                <a:effectLst/>
                <a:uFillTx/>
                <a:latin typeface="Garet"/>
                <a:ea typeface="Garet Bold"/>
              </a:rPr>
              <a:t>CONTACTOS</a:t>
            </a:r>
            <a:endParaRPr lang="es-AR" sz="4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14046840" y="8870040"/>
            <a:ext cx="5932080" cy="30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Garet"/>
              </a:rPr>
              <a:t>{{#sidebar_sections_noedu}}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4400" b="1" u="none" strike="noStrike">
                <a:solidFill>
                  <a:srgbClr val="000000"/>
                </a:solidFill>
                <a:effectLst/>
                <a:uFillTx/>
                <a:latin typeface="Garet"/>
              </a:rPr>
              <a:t>{{title}}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2000" b="0" u="none" spc="-550" strike="noStrike">
                <a:solidFill>
                  <a:srgbClr val="c0504d"/>
                </a:solidFill>
                <a:effectLst/>
                <a:uFillTx/>
                <a:latin typeface="Garet"/>
              </a:rPr>
              <a:t>{{line}}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3685"/>
              </a:lnSpc>
            </a:pPr>
            <a:r>
              <a:rPr lang="es-AR" sz="2400" b="0" u="none" strike="noStrike">
                <a:solidFill>
                  <a:srgbClr val="000000"/>
                </a:solidFill>
                <a:effectLst/>
                <a:uFillTx/>
                <a:latin typeface="Garet"/>
              </a:rPr>
              <a:t>{{body}}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Garet"/>
              </a:rPr>
              <a:t>{{/sidebar_sections_noedu}}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DAG9jgn3h2g</dc:identifier>
  <dc:language>es-AR</dc:language>
  <cp:lastModifiedBy/>
  <dcterms:modified xsi:type="dcterms:W3CDTF">2026-02-09T11:58:57Z</dcterms:modified>
  <cp:revision>41</cp:revision>
  <dc:subject/>
  <dc:title>Plantilla_oficial_2.pptx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