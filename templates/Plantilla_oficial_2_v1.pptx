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Poppins"/>
      <p:regular r:id="rId4"/>
      <p:bold r:id="rId4"/>
    </p:embeddedFont>
    <p:embeddedFont>
      <p:font typeface="Garet"/>
      <p:regular r:id="rId5"/>
      <p:bold r:id="rId5"/>
    </p:embeddedFont>
    <p:embeddedFont>
      <p:font typeface="Microsoft YaHei"/>
      <p:regular r:id="rId6"/>
    </p:embeddedFont>
    <p:embeddedFont>
      <p:font typeface="Montserrat"/>
      <p:regular r:id="rId7"/>
      <p:bold r:id="rId7"/>
    </p:embeddedFont>
    <p:embeddedFont>
      <p:font typeface="Montserrat Bold"/>
    </p:embeddedFont>
    <p:embeddedFont>
      <p:font typeface="Garet Bold"/>
    </p:embeddedFont>
    <p:embeddedFont>
      <p:font typeface="Garet Italics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Poppins_Regular.fntdata"/><Relationship Id="rId5" Type="http://schemas.openxmlformats.org/officeDocument/2006/relationships/font" Target="fonts/Font_2_Garet_Regular.fntdata"/><Relationship Id="rId6" Type="http://schemas.openxmlformats.org/officeDocument/2006/relationships/font" Target="fonts/Font_3_Microsoft_YaHei_Regular.fntdata"/><Relationship Id="rId7" Type="http://schemas.openxmlformats.org/officeDocument/2006/relationships/font" Target="fonts/Font_4_Montserrat_Regular.fntdata"/><Relationship Id="rId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4840" cy="1128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4840" cy="4511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072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457E9B8-C4F0-440D-8484-BA9A4BF8C62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2640" cy="5836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05160" cy="5836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072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B2550BB-1F03-4F6F-B425-DB5846D843F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4840" cy="1128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4840" cy="4511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072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6B5138E-BA0A-4439-B1F2-F8A3A4BBC30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57640" cy="134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57640" cy="1485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072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094998F-6A8D-445C-B124-A8077909A98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4840" cy="1128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3720" cy="4511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3720" cy="4511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072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6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B136114-F888-429C-9428-BA6E36121B7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4840" cy="1128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25520" cy="62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25520" cy="3936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26960" cy="62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26960" cy="3936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7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072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8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4C1379C-4BCA-4664-AADC-B9D4597856A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4840" cy="1128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072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9015F90-8FB7-410E-8546-FDB3FE81FDB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072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FFD2CF2-639F-469B-951D-8C9A267A1CB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3400" cy="1147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096880" cy="5838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3400" cy="4676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4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5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072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6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EEDAC85-A67C-43CD-8AFF-93CDDA49F43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1640" cy="55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1640" cy="410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1640" cy="790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072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F0FAF82-A8BE-403E-82EF-B6A373EEF2B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57640" cy="1455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072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28267AD-022E-458B-A47D-CB1ED0FD570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Freeform 2"/>
          <p:cNvSpPr/>
          <p:nvPr/>
        </p:nvSpPr>
        <p:spPr>
          <a:xfrm>
            <a:off x="0" y="0"/>
            <a:ext cx="21378240" cy="4920480"/>
          </a:xfrm>
          <a:custGeom>
            <a:avLst/>
            <a:gdLst>
              <a:gd name="textAreaLeft" fmla="*/ 0 w 21378240"/>
              <a:gd name="textAreaRight" fmla="*/ 21393000 w 21378240"/>
              <a:gd name="textAreaTop" fmla="*/ 0 h 4920480"/>
              <a:gd name="textAreaBottom" fmla="*/ 4934880 h 4920480"/>
            </a:gdLst>
            <a:ahLst/>
            <a:cxnLst/>
            <a:rect l="textAreaLeft" t="textAreaTop" r="textAreaRight" b="textAreaBottom"/>
            <a:pathLst>
              <a:path w="21392989" h="5161031">
                <a:moveTo>
                  <a:pt x="0" y="0"/>
                </a:moveTo>
                <a:lnTo>
                  <a:pt x="21392989" y="0"/>
                </a:lnTo>
                <a:lnTo>
                  <a:pt x="21392989" y="5161031"/>
                </a:lnTo>
                <a:lnTo>
                  <a:pt x="0" y="5161031"/>
                </a:lnTo>
                <a:lnTo>
                  <a:pt x="0" y="0"/>
                </a:lnTo>
                <a:close/>
              </a:path>
            </a:pathLst>
          </a:cu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pSp>
        <p:nvGrpSpPr>
          <p:cNvPr id="60" name="Group 30"/>
          <p:cNvGrpSpPr/>
          <p:nvPr/>
        </p:nvGrpSpPr>
        <p:grpSpPr>
          <a:xfrm>
            <a:off x="1436760" y="10890000"/>
            <a:ext cx="10446120" cy="39240"/>
            <a:chOff x="1436760" y="10890000"/>
            <a:chExt cx="10446120" cy="39240"/>
          </a:xfrm>
        </p:grpSpPr>
        <p:sp>
          <p:nvSpPr>
            <p:cNvPr id="61" name="Freeform 31"/>
            <p:cNvSpPr/>
            <p:nvPr/>
          </p:nvSpPr>
          <p:spPr>
            <a:xfrm>
              <a:off x="1436760" y="10890000"/>
              <a:ext cx="10446120" cy="39240"/>
            </a:xfrm>
            <a:custGeom>
              <a:avLst/>
              <a:gdLst>
                <a:gd name="textAreaLeft" fmla="*/ 0 w 10446120"/>
                <a:gd name="textAreaRight" fmla="*/ 10460880 w 10446120"/>
                <a:gd name="textAreaTop" fmla="*/ 0 h 39240"/>
                <a:gd name="textAreaBottom" fmla="*/ 54000 h 39240"/>
              </a:gdLst>
              <a:ahLst/>
              <a:cxnLst/>
              <a:rect l="textAreaLeft" t="textAreaTop" r="textAreaRight" b="textAreaBottom"/>
              <a:pathLst>
                <a:path w="13947648" h="71882">
                  <a:moveTo>
                    <a:pt x="35941" y="0"/>
                  </a:moveTo>
                  <a:lnTo>
                    <a:pt x="13911707" y="0"/>
                  </a:lnTo>
                  <a:cubicBezTo>
                    <a:pt x="13931520" y="0"/>
                    <a:pt x="13947648" y="16129"/>
                    <a:pt x="13947648" y="35941"/>
                  </a:cubicBezTo>
                  <a:cubicBezTo>
                    <a:pt x="13947648" y="55753"/>
                    <a:pt x="13931520" y="71882"/>
                    <a:pt x="13911707" y="71882"/>
                  </a:cubicBezTo>
                  <a:lnTo>
                    <a:pt x="35941" y="71882"/>
                  </a:lnTo>
                  <a:cubicBezTo>
                    <a:pt x="16129" y="71882"/>
                    <a:pt x="0" y="55753"/>
                    <a:pt x="0" y="35941"/>
                  </a:cubicBezTo>
                  <a:cubicBezTo>
                    <a:pt x="0" y="16129"/>
                    <a:pt x="16129" y="0"/>
                    <a:pt x="35941" y="0"/>
                  </a:cubicBezTo>
                  <a:close/>
                </a:path>
              </a:pathLst>
            </a:custGeom>
            <a:solidFill>
              <a:srgbClr val="c0504d">
                <a:alpha val="25000"/>
              </a:srgbClr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000" bIns="9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2" name="TextBox 42"/>
          <p:cNvSpPr/>
          <p:nvPr/>
        </p:nvSpPr>
        <p:spPr>
          <a:xfrm>
            <a:off x="1463760" y="10000440"/>
            <a:ext cx="9155520" cy="66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207"/>
              </a:lnSpc>
            </a:pPr>
            <a:r>
              <a:rPr lang="en-US" sz="4340" b="1" u="none" strike="noStrike">
                <a:solidFill>
                  <a:srgbClr val="101010"/>
                </a:solidFill>
                <a:effectLst/>
                <a:uFillTx/>
                <a:latin typeface="Garet"/>
                <a:ea typeface="Garet Bold"/>
              </a:rPr>
              <a:t>EXPERIENCIA LABORAL</a:t>
            </a:r>
            <a:endParaRPr lang="es-AR" sz="4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3" name="Group 43"/>
          <p:cNvGrpSpPr/>
          <p:nvPr/>
        </p:nvGrpSpPr>
        <p:grpSpPr>
          <a:xfrm>
            <a:off x="1203120" y="10158120"/>
            <a:ext cx="11154960" cy="12385800"/>
            <a:chOff x="1203120" y="10158120"/>
            <a:chExt cx="11154960" cy="12385800"/>
          </a:xfrm>
        </p:grpSpPr>
        <p:sp>
          <p:nvSpPr>
            <p:cNvPr id="64" name="TextBox 44"/>
            <p:cNvSpPr/>
            <p:nvPr/>
          </p:nvSpPr>
          <p:spPr>
            <a:xfrm>
              <a:off x="1413720" y="10158120"/>
              <a:ext cx="10758240" cy="4968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96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5" name="TextBox 45"/>
            <p:cNvSpPr/>
            <p:nvPr/>
          </p:nvSpPr>
          <p:spPr>
            <a:xfrm>
              <a:off x="1413720" y="11335320"/>
              <a:ext cx="10795680" cy="25668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4232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6" name="TextBox 46"/>
            <p:cNvSpPr/>
            <p:nvPr/>
          </p:nvSpPr>
          <p:spPr>
            <a:xfrm>
              <a:off x="1389240" y="10795320"/>
              <a:ext cx="10758240" cy="7077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566"/>
                </a:lnSpc>
              </a:pPr>
              <a:r>
                <a:rPr lang="es-AR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[[EXPERIENCE_BLOCK]]</a:t>
              </a: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566"/>
                </a:lnSpc>
              </a:pPr>
              <a:r>
                <a:rPr lang="en-US" sz="3200" b="1" u="none" spc="51" strike="noStrike">
                  <a:solidFill>
                    <a:srgbClr val="101010"/>
                  </a:solidFill>
                  <a:effectLst/>
                  <a:uFillTx/>
                  <a:latin typeface="Garet"/>
                  <a:ea typeface="Garet Italics"/>
                </a:rPr>
                <a:t>{{exp_1_role}} </a:t>
              </a:r>
              <a:r>
                <a:rPr lang="en-US" sz="2600" b="0" u="none" spc="60" strike="noStrike">
                  <a:solidFill>
                    <a:srgbClr val="101010"/>
                  </a:solidFill>
                  <a:effectLst/>
                  <a:uFillTx/>
                  <a:latin typeface="Garet"/>
                  <a:ea typeface="Garet Bold"/>
                </a:rPr>
                <a:t>{{exp_1_company}}</a:t>
              </a:r>
              <a:r>
                <a:rPr lang="en-US" sz="2600" b="0" u="none" spc="51" strike="noStrike">
                  <a:solidFill>
                    <a:srgbClr val="101010"/>
                  </a:solidFill>
                  <a:effectLst/>
                  <a:uFillTx/>
                  <a:latin typeface="Garet"/>
                  <a:ea typeface="Garet Italics"/>
                </a:rPr>
                <a:t> {{exp_1_dates}}</a:t>
              </a:r>
              <a:endParaRPr lang="es-AR" sz="2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144"/>
                </a:lnSpc>
                <a:spcBef>
                  <a:spcPts val="1191"/>
                </a:spcBef>
                <a:spcAft>
                  <a:spcPts val="992"/>
                </a:spcAft>
              </a:pPr>
              <a:r>
                <a:rPr lang="es-AR" sz="2400" b="0" u="none" strike="noStrike">
                  <a:solidFill>
                    <a:srgbClr val="000000"/>
                  </a:solidFill>
                  <a:effectLst/>
                  <a:uFillTx/>
                  <a:latin typeface="Garet"/>
                  <a:ea typeface="Montserrat"/>
                </a:rPr>
                <a:t>{{exp_1_bullets_block}} </a:t>
              </a:r>
              <a:endParaRPr lang="es-AR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144"/>
                </a:lnSpc>
                <a:spcBef>
                  <a:spcPts val="1191"/>
                </a:spcBef>
                <a:spcAft>
                  <a:spcPts val="992"/>
                </a:spcAft>
              </a:pP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4232"/>
                </a:lnSpc>
              </a:pPr>
              <a:endParaRPr lang="es-AR" sz="226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4232"/>
                </a:lnSpc>
              </a:pPr>
              <a:endParaRPr lang="es-AR" sz="226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4232"/>
                </a:lnSpc>
              </a:pPr>
              <a:endParaRPr lang="es-AR" sz="226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4232"/>
                </a:lnSpc>
              </a:pPr>
              <a:endParaRPr lang="es-AR" sz="226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4232"/>
                </a:lnSpc>
              </a:pPr>
              <a:endParaRPr lang="es-AR" sz="226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4232"/>
                </a:lnSpc>
              </a:pPr>
              <a:endParaRPr lang="es-AR" sz="226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4232"/>
                </a:lnSpc>
              </a:pPr>
              <a:endParaRPr lang="es-AR" sz="226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986"/>
                </a:lnSpc>
              </a:pPr>
              <a:endParaRPr lang="es-AR" sz="28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144"/>
                </a:lnSpc>
                <a:spcBef>
                  <a:spcPts val="1191"/>
                </a:spcBef>
                <a:spcAft>
                  <a:spcPts val="992"/>
                </a:spcAft>
              </a:pP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7" name="TextBox 47"/>
            <p:cNvSpPr/>
            <p:nvPr/>
          </p:nvSpPr>
          <p:spPr>
            <a:xfrm>
              <a:off x="1376640" y="14395320"/>
              <a:ext cx="10795680" cy="496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986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8" name="TextBox 48"/>
            <p:cNvSpPr/>
            <p:nvPr/>
          </p:nvSpPr>
          <p:spPr>
            <a:xfrm>
              <a:off x="1376640" y="15081120"/>
              <a:ext cx="10795680" cy="4431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566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9" name="TextBox 49"/>
            <p:cNvSpPr/>
            <p:nvPr/>
          </p:nvSpPr>
          <p:spPr>
            <a:xfrm>
              <a:off x="1376640" y="15563520"/>
              <a:ext cx="10795680" cy="25668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4232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0" name="TextBox 50"/>
            <p:cNvSpPr/>
            <p:nvPr/>
          </p:nvSpPr>
          <p:spPr>
            <a:xfrm>
              <a:off x="1203120" y="18569520"/>
              <a:ext cx="10795680" cy="496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986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1" name="TextBox 51"/>
            <p:cNvSpPr/>
            <p:nvPr/>
          </p:nvSpPr>
          <p:spPr>
            <a:xfrm>
              <a:off x="1335240" y="19255320"/>
              <a:ext cx="11022840" cy="4431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566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2" name="TextBox 52"/>
            <p:cNvSpPr/>
            <p:nvPr/>
          </p:nvSpPr>
          <p:spPr>
            <a:xfrm>
              <a:off x="1335240" y="19977120"/>
              <a:ext cx="10795680" cy="25668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4232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3" name="TextBox 53"/>
          <p:cNvSpPr/>
          <p:nvPr/>
        </p:nvSpPr>
        <p:spPr>
          <a:xfrm>
            <a:off x="15660000" y="180000"/>
            <a:ext cx="2556720" cy="39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3141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"/>
          <p:cNvSpPr/>
          <p:nvPr/>
        </p:nvSpPr>
        <p:spPr>
          <a:xfrm>
            <a:off x="16560000" y="535320"/>
            <a:ext cx="521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5" name="Group 32"/>
          <p:cNvGrpSpPr/>
          <p:nvPr/>
        </p:nvGrpSpPr>
        <p:grpSpPr>
          <a:xfrm>
            <a:off x="1414440" y="25864200"/>
            <a:ext cx="10464480" cy="57600"/>
            <a:chOff x="1414440" y="25864200"/>
            <a:chExt cx="10464480" cy="57600"/>
          </a:xfrm>
        </p:grpSpPr>
        <p:sp>
          <p:nvSpPr>
            <p:cNvPr id="76" name="Freeform 1"/>
            <p:cNvSpPr/>
            <p:nvPr/>
          </p:nvSpPr>
          <p:spPr>
            <a:xfrm>
              <a:off x="1414440" y="25864200"/>
              <a:ext cx="10464480" cy="57600"/>
            </a:xfrm>
            <a:custGeom>
              <a:avLst/>
              <a:gdLst>
                <a:gd name="textAreaLeft" fmla="*/ 0 w 10464480"/>
                <a:gd name="textAreaRight" fmla="*/ 10478520 w 10464480"/>
                <a:gd name="textAreaTop" fmla="*/ 0 h 57600"/>
                <a:gd name="textAreaBottom" fmla="*/ 71640 h 57600"/>
              </a:gdLst>
              <a:ahLst/>
              <a:cxnLst/>
              <a:rect l="textAreaLeft" t="textAreaTop" r="textAreaRight" b="textAreaBottom"/>
              <a:pathLst>
                <a:path w="13971524" h="95759">
                  <a:moveTo>
                    <a:pt x="47879" y="0"/>
                  </a:moveTo>
                  <a:lnTo>
                    <a:pt x="13923645" y="0"/>
                  </a:lnTo>
                  <a:cubicBezTo>
                    <a:pt x="13950060" y="0"/>
                    <a:pt x="13971524" y="21463"/>
                    <a:pt x="13971524" y="47879"/>
                  </a:cubicBezTo>
                  <a:cubicBezTo>
                    <a:pt x="13971524" y="74295"/>
                    <a:pt x="13950060" y="95758"/>
                    <a:pt x="13923645" y="95758"/>
                  </a:cubicBezTo>
                  <a:lnTo>
                    <a:pt x="47879" y="95758"/>
                  </a:lnTo>
                  <a:cubicBezTo>
                    <a:pt x="21463" y="95885"/>
                    <a:pt x="0" y="74422"/>
                    <a:pt x="0" y="47879"/>
                  </a:cubicBezTo>
                  <a:cubicBezTo>
                    <a:pt x="0" y="21336"/>
                    <a:pt x="21463" y="0"/>
                    <a:pt x="47879" y="0"/>
                  </a:cubicBezTo>
                  <a:close/>
                </a:path>
              </a:pathLst>
            </a:custGeom>
            <a:solidFill>
              <a:srgbClr val="c0504d">
                <a:alpha val="25000"/>
              </a:srgbClr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26640" bIns="2664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7" name="TextBox 34"/>
          <p:cNvSpPr/>
          <p:nvPr/>
        </p:nvSpPr>
        <p:spPr>
          <a:xfrm>
            <a:off x="1414440" y="25203240"/>
            <a:ext cx="9668160" cy="66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207"/>
              </a:lnSpc>
            </a:pPr>
            <a:r>
              <a:rPr lang="en-US" sz="4340" b="1" u="none" strike="noStrike">
                <a:solidFill>
                  <a:srgbClr val="101010"/>
                </a:solidFill>
                <a:effectLst/>
                <a:uFillTx/>
                <a:latin typeface="Garet"/>
                <a:ea typeface="Garet Bold"/>
              </a:rPr>
              <a:t>FORMACIÓN PROFESIONAL</a:t>
            </a:r>
            <a:endParaRPr lang="es-AR" sz="4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35"/>
          <p:cNvSpPr/>
          <p:nvPr/>
        </p:nvSpPr>
        <p:spPr>
          <a:xfrm>
            <a:off x="1440000" y="25922520"/>
            <a:ext cx="10442160" cy="201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691"/>
              </a:lnSpc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101010"/>
                </a:solidFill>
                <a:effectLst/>
                <a:uFillTx/>
                <a:latin typeface="Garet"/>
                <a:ea typeface="Garet"/>
              </a:rPr>
              <a:t>{{edu_1_degree}}  {{edu_1_school}}  {{edu_1_years}}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567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691"/>
              </a:lnSpc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101010"/>
                </a:solidFill>
                <a:effectLst/>
                <a:uFillTx/>
                <a:latin typeface="Garet"/>
                <a:ea typeface="Garet"/>
              </a:rPr>
              <a:t>{{edu_2_degree}}  {{edu_2_school}}  {{edu_2_years}}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567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691"/>
              </a:lnSpc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101010"/>
                </a:solidFill>
                <a:effectLst/>
                <a:uFillTx/>
                <a:latin typeface="Garet"/>
                <a:ea typeface="Garet"/>
              </a:rPr>
              <a:t>{{edu_3_degree}}  {{edu_3_school}}  {{edu_3_years}}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691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9" name="Group 18"/>
          <p:cNvGrpSpPr/>
          <p:nvPr/>
        </p:nvGrpSpPr>
        <p:grpSpPr>
          <a:xfrm>
            <a:off x="1436760" y="6530040"/>
            <a:ext cx="10464480" cy="57600"/>
            <a:chOff x="1436760" y="6530040"/>
            <a:chExt cx="10464480" cy="57600"/>
          </a:xfrm>
        </p:grpSpPr>
        <p:sp>
          <p:nvSpPr>
            <p:cNvPr id="80" name="Freeform 10"/>
            <p:cNvSpPr/>
            <p:nvPr/>
          </p:nvSpPr>
          <p:spPr>
            <a:xfrm>
              <a:off x="1436760" y="6530040"/>
              <a:ext cx="10464480" cy="57600"/>
            </a:xfrm>
            <a:custGeom>
              <a:avLst/>
              <a:gdLst>
                <a:gd name="textAreaLeft" fmla="*/ 0 w 10464480"/>
                <a:gd name="textAreaRight" fmla="*/ 10478520 w 10464480"/>
                <a:gd name="textAreaTop" fmla="*/ 0 h 57600"/>
                <a:gd name="textAreaBottom" fmla="*/ 71640 h 57600"/>
              </a:gdLst>
              <a:ahLst/>
              <a:cxnLst/>
              <a:rect l="textAreaLeft" t="textAreaTop" r="textAreaRight" b="textAreaBottom"/>
              <a:pathLst>
                <a:path w="13971524" h="95759">
                  <a:moveTo>
                    <a:pt x="47879" y="0"/>
                  </a:moveTo>
                  <a:lnTo>
                    <a:pt x="13923645" y="0"/>
                  </a:lnTo>
                  <a:cubicBezTo>
                    <a:pt x="13950060" y="0"/>
                    <a:pt x="13971524" y="21463"/>
                    <a:pt x="13971524" y="47879"/>
                  </a:cubicBezTo>
                  <a:cubicBezTo>
                    <a:pt x="13971524" y="74295"/>
                    <a:pt x="13950060" y="95758"/>
                    <a:pt x="13923645" y="95758"/>
                  </a:cubicBezTo>
                  <a:lnTo>
                    <a:pt x="47879" y="95758"/>
                  </a:lnTo>
                  <a:cubicBezTo>
                    <a:pt x="21463" y="95885"/>
                    <a:pt x="0" y="74422"/>
                    <a:pt x="0" y="47879"/>
                  </a:cubicBezTo>
                  <a:cubicBezTo>
                    <a:pt x="0" y="21336"/>
                    <a:pt x="21463" y="0"/>
                    <a:pt x="47879" y="0"/>
                  </a:cubicBezTo>
                  <a:close/>
                </a:path>
              </a:pathLst>
            </a:custGeom>
            <a:solidFill>
              <a:srgbClr val="c0504d">
                <a:alpha val="25000"/>
              </a:srgbClr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26640" bIns="2664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1" name="TextBox 20"/>
          <p:cNvSpPr/>
          <p:nvPr/>
        </p:nvSpPr>
        <p:spPr>
          <a:xfrm>
            <a:off x="1463760" y="5640840"/>
            <a:ext cx="6818400" cy="66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207"/>
              </a:lnSpc>
            </a:pPr>
            <a:r>
              <a:rPr lang="en-US" sz="4340" b="1" u="none" strike="noStrike">
                <a:solidFill>
                  <a:srgbClr val="101010"/>
                </a:solidFill>
                <a:effectLst/>
                <a:uFillTx/>
                <a:latin typeface="Garet"/>
                <a:ea typeface="Garet Bold"/>
              </a:rPr>
              <a:t>PERFIL PROFESIONAL</a:t>
            </a:r>
            <a:endParaRPr lang="es-AR" sz="4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Box 21"/>
          <p:cNvSpPr/>
          <p:nvPr/>
        </p:nvSpPr>
        <p:spPr>
          <a:xfrm>
            <a:off x="1463760" y="6692400"/>
            <a:ext cx="10442160" cy="43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441"/>
              </a:lnSpc>
            </a:pPr>
            <a:r>
              <a:rPr lang="en-US" sz="2260" b="0" u="none" strike="noStrike">
                <a:solidFill>
                  <a:srgbClr val="101010"/>
                </a:solidFill>
                <a:effectLst/>
                <a:uFillTx/>
                <a:latin typeface="Garet"/>
                <a:ea typeface="Garet Italics"/>
              </a:rPr>
              <a:t>{{about}}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39"/>
          <p:cNvSpPr/>
          <p:nvPr/>
        </p:nvSpPr>
        <p:spPr>
          <a:xfrm>
            <a:off x="1285560" y="1440720"/>
            <a:ext cx="14005080" cy="133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7115"/>
              </a:lnSpc>
            </a:pPr>
            <a:r>
              <a:rPr lang="en-US" sz="6530" b="1" u="none" spc="-227" strike="noStrike">
                <a:solidFill>
                  <a:srgbClr val="543f3f"/>
                </a:solidFill>
                <a:effectLst/>
                <a:uFillTx/>
                <a:latin typeface="Garet"/>
                <a:ea typeface="Garet Bold"/>
              </a:rPr>
              <a:t>{{name}}</a:t>
            </a:r>
            <a:endParaRPr lang="es-AR" sz="65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3393"/>
              </a:lnSpc>
            </a:pPr>
            <a:r>
              <a:rPr lang="en-US" sz="2600" b="1" u="none" spc="462" strike="noStrike">
                <a:solidFill>
                  <a:srgbClr val="543f3f"/>
                </a:solidFill>
                <a:effectLst/>
                <a:uFillTx/>
                <a:latin typeface="Garet"/>
                <a:ea typeface="Garet Bold"/>
              </a:rPr>
              <a:t>{{title}}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4" name="Group 10"/>
          <p:cNvGrpSpPr/>
          <p:nvPr/>
        </p:nvGrpSpPr>
        <p:grpSpPr>
          <a:xfrm>
            <a:off x="14092560" y="6541200"/>
            <a:ext cx="5870160" cy="56880"/>
            <a:chOff x="14092560" y="6541200"/>
            <a:chExt cx="5870160" cy="56880"/>
          </a:xfrm>
        </p:grpSpPr>
        <p:sp>
          <p:nvSpPr>
            <p:cNvPr id="85" name="Freeform 4"/>
            <p:cNvSpPr/>
            <p:nvPr/>
          </p:nvSpPr>
          <p:spPr>
            <a:xfrm>
              <a:off x="14092560" y="6541200"/>
              <a:ext cx="5870160" cy="56880"/>
            </a:xfrm>
            <a:custGeom>
              <a:avLst/>
              <a:gdLst>
                <a:gd name="textAreaLeft" fmla="*/ 0 w 5870160"/>
                <a:gd name="textAreaRight" fmla="*/ 5884920 w 5870160"/>
                <a:gd name="textAreaTop" fmla="*/ 0 h 56880"/>
                <a:gd name="textAreaBottom" fmla="*/ 71640 h 56880"/>
              </a:gdLst>
              <a:ahLst/>
              <a:cxnLst/>
              <a:rect l="textAreaLeft" t="textAreaTop" r="textAreaRight" b="textAreaBottom"/>
              <a:pathLst>
                <a:path w="7846441" h="95759">
                  <a:moveTo>
                    <a:pt x="47879" y="0"/>
                  </a:moveTo>
                  <a:lnTo>
                    <a:pt x="7798562" y="0"/>
                  </a:lnTo>
                  <a:cubicBezTo>
                    <a:pt x="7824978" y="0"/>
                    <a:pt x="7846441" y="21463"/>
                    <a:pt x="7846441" y="47879"/>
                  </a:cubicBezTo>
                  <a:cubicBezTo>
                    <a:pt x="7846441" y="74295"/>
                    <a:pt x="7824978" y="95758"/>
                    <a:pt x="7798562" y="95758"/>
                  </a:cubicBezTo>
                  <a:lnTo>
                    <a:pt x="47879" y="95758"/>
                  </a:lnTo>
                  <a:cubicBezTo>
                    <a:pt x="21463" y="95885"/>
                    <a:pt x="0" y="74422"/>
                    <a:pt x="0" y="47879"/>
                  </a:cubicBezTo>
                  <a:cubicBezTo>
                    <a:pt x="0" y="21336"/>
                    <a:pt x="21463" y="0"/>
                    <a:pt x="47879" y="0"/>
                  </a:cubicBezTo>
                  <a:close/>
                </a:path>
              </a:pathLst>
            </a:custGeom>
            <a:solidFill>
              <a:srgbClr val="c0504d">
                <a:alpha val="25000"/>
              </a:srgbClr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26640" bIns="2664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6" name="TextBox 16"/>
          <p:cNvSpPr/>
          <p:nvPr/>
        </p:nvSpPr>
        <p:spPr>
          <a:xfrm>
            <a:off x="14235840" y="6883560"/>
            <a:ext cx="4849200" cy="172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402"/>
              </a:lnSpc>
            </a:pPr>
            <a:r>
              <a:rPr lang="en-US" sz="2260" b="0" u="none" strike="noStrike">
                <a:solidFill>
                  <a:srgbClr val="101010"/>
                </a:solidFill>
                <a:effectLst/>
                <a:uFillTx/>
                <a:latin typeface="Garet"/>
                <a:ea typeface="Garet"/>
              </a:rPr>
              <a:t>{{contact_email}}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402"/>
              </a:lnSpc>
            </a:pPr>
            <a:r>
              <a:rPr lang="en-US" sz="2260" b="0" u="none" strike="noStrike">
                <a:solidFill>
                  <a:srgbClr val="101010"/>
                </a:solidFill>
                <a:effectLst/>
                <a:uFillTx/>
                <a:latin typeface="Garet"/>
                <a:ea typeface="Garet"/>
              </a:rPr>
              <a:t>{{contact_phone}}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402"/>
              </a:lnSpc>
            </a:pPr>
            <a:r>
              <a:rPr lang="en-US" sz="2260" b="0" u="none" strike="noStrike">
                <a:solidFill>
                  <a:srgbClr val="101010"/>
                </a:solidFill>
                <a:effectLst/>
                <a:uFillTx/>
                <a:latin typeface="Garet"/>
                <a:ea typeface="Garet"/>
              </a:rPr>
              <a:t>{{contact_location}}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402"/>
              </a:lnSpc>
            </a:pPr>
            <a:r>
              <a:rPr lang="es-AR" sz="2260" b="0" u="none" strike="noStrike">
                <a:solidFill>
                  <a:srgbClr val="000000"/>
                </a:solidFill>
                <a:effectLst/>
                <a:uFillTx/>
                <a:latin typeface="Garet"/>
                <a:ea typeface="Garet"/>
              </a:rPr>
              <a:t>{{licencia}}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17"/>
          <p:cNvSpPr/>
          <p:nvPr/>
        </p:nvSpPr>
        <p:spPr>
          <a:xfrm>
            <a:off x="14132520" y="5652000"/>
            <a:ext cx="5784840" cy="66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207"/>
              </a:lnSpc>
            </a:pPr>
            <a:r>
              <a:rPr lang="en-US" sz="4340" b="1" u="none" strike="noStrike">
                <a:solidFill>
                  <a:srgbClr val="101010"/>
                </a:solidFill>
                <a:effectLst/>
                <a:uFillTx/>
                <a:latin typeface="Garet"/>
                <a:ea typeface="Garet Bold"/>
              </a:rPr>
              <a:t>CONTACTOS</a:t>
            </a:r>
            <a:endParaRPr lang="es-AR" sz="4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"/>
          <p:cNvSpPr/>
          <p:nvPr/>
        </p:nvSpPr>
        <p:spPr>
          <a:xfrm>
            <a:off x="14046840" y="8600040"/>
            <a:ext cx="5931720" cy="360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ts val="4535"/>
              </a:lnSpc>
            </a:pPr>
            <a:r>
              <a:rPr lang="es-AR" sz="15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[[SIDEBAR_BLOCK]]</a:t>
            </a:r>
            <a:endParaRPr lang="es-A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Garet"/>
              </a:rPr>
              <a:t>{{#sidebar_sections_noedu}}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4400" b="1" u="none" strike="noStrike">
                <a:solidFill>
                  <a:srgbClr val="000000"/>
                </a:solidFill>
                <a:effectLst/>
                <a:uFillTx/>
                <a:latin typeface="Garet"/>
              </a:rPr>
              <a:t>{{title}}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2000" b="0" u="none" spc="-550" strike="noStrike">
                <a:solidFill>
                  <a:srgbClr val="c0504d"/>
                </a:solidFill>
                <a:effectLst/>
                <a:uFillTx/>
                <a:latin typeface="Garet"/>
              </a:rPr>
              <a:t>{{line}}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3685"/>
              </a:lnSpc>
            </a:pPr>
            <a:r>
              <a:rPr lang="es-AR" sz="2400" b="0" u="none" strike="noStrike">
                <a:solidFill>
                  <a:srgbClr val="000000"/>
                </a:solidFill>
                <a:effectLst/>
                <a:uFillTx/>
                <a:latin typeface="Garet"/>
              </a:rPr>
              <a:t>{{body}}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Garet"/>
              </a:rPr>
              <a:t>{{/sidebar_sections_noedu}}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47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DAG9jgn3h2g</dc:identifier>
  <dc:language>es-AR</dc:language>
  <cp:lastModifiedBy/>
  <dcterms:modified xsi:type="dcterms:W3CDTF">2026-03-05T00:59:13Z</dcterms:modified>
  <cp:revision>42</cp:revision>
  <dc:subject/>
  <dc:title>Plantilla_oficial_2.pptx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