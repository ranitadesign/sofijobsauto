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media/image10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 Bold"/>
    </p:embeddedFont>
    <p:embeddedFont>
      <p:font typeface="Montserrat"/>
      <p:regular r:id="rId4"/>
      <p:bold r:id="rId4"/>
    </p:embeddedFont>
    <p:embeddedFont>
      <p:font typeface="Lato"/>
    </p:embeddedFont>
    <p:embeddedFont>
      <p:font typeface="Garet"/>
      <p:regular r:id="rId5"/>
      <p:bold r:id="rId5"/>
    </p:embeddedFont>
    <p:embeddedFont>
      <p:font typeface="Microsoft YaHei"/>
      <p:regular r:id="rId6"/>
    </p:embeddedFont>
    <p:embeddedFont>
      <p:font typeface="Garet Bold Italics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Garet_Regular.fntdata"/><Relationship Id="rId6" Type="http://schemas.openxmlformats.org/officeDocument/2006/relationships/font" Target="fonts/Font_3_Microsoft_YaHei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680" cy="5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680" cy="4105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680" cy="79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C554AA-D09C-4058-BD31-6BF8F2ECD80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680" cy="14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809EF5-4A05-466D-9D1E-4A48167BB5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2E854CC-40D3-43DD-B22C-FA1149699B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68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20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E030B9-E338-4DE7-95D4-3BAE5AE9B0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E0A5A9-43C8-4B89-89D2-147AF6ED12B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680" cy="13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680" cy="149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3BC086-CDC0-43B5-A56A-0E426D597C4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5B3BD4-D217-40D7-B1E7-05F51883A6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56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56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00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00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AC4715-201C-4D2B-A2C4-3AAE8C6021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C1C45F-ABA1-4820-8623-CBF23C1511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138A24-D3D4-43F3-BE94-437EBC89F1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440" cy="11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92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440" cy="468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3CB63A-8C83-4577-B6EB-792095FC68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1.png"/><Relationship Id="rId10" Type="http://schemas.openxmlformats.org/officeDocument/2006/relationships/image" Target="../media/image2.svg"/><Relationship Id="rId11" Type="http://schemas.openxmlformats.org/officeDocument/2006/relationships/image" Target="../media/image7.png"/><Relationship Id="rId12" Type="http://schemas.openxmlformats.org/officeDocument/2006/relationships/image" Target="../media/image8.svg"/><Relationship Id="rId13" Type="http://schemas.openxmlformats.org/officeDocument/2006/relationships/image" Target="../media/image1.png"/><Relationship Id="rId14" Type="http://schemas.openxmlformats.org/officeDocument/2006/relationships/image" Target="../media/image2.svg"/><Relationship Id="rId15" Type="http://schemas.openxmlformats.org/officeDocument/2006/relationships/image" Target="../media/image9.png"/><Relationship Id="rId16" Type="http://schemas.openxmlformats.org/officeDocument/2006/relationships/image" Target="../media/image10.svg"/><Relationship Id="rId17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21383280" cy="4925520"/>
          </a:xfrm>
          <a:custGeom>
            <a:avLst/>
            <a:gdLst>
              <a:gd name="textAreaLeft" fmla="*/ 0 w 21383280"/>
              <a:gd name="textAreaRight" fmla="*/ 21393000 w 21383280"/>
              <a:gd name="textAreaTop" fmla="*/ 0 h 4925520"/>
              <a:gd name="textAreaBottom" fmla="*/ 4934880 h 4925520"/>
            </a:gdLst>
            <a:ahLst/>
            <a:cxnLst/>
            <a:rect l="textAreaLeft" t="textAreaTop" r="textAreaRight" b="textAreaBottom"/>
            <a:pathLst>
              <a:path w="21392989" h="5161031">
                <a:moveTo>
                  <a:pt x="0" y="0"/>
                </a:moveTo>
                <a:lnTo>
                  <a:pt x="21392989" y="0"/>
                </a:lnTo>
                <a:lnTo>
                  <a:pt x="21392989" y="5161031"/>
                </a:lnTo>
                <a:lnTo>
                  <a:pt x="0" y="5161031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>
            <a:off x="14101200" y="6574680"/>
            <a:ext cx="853920" cy="853920"/>
          </a:xfrm>
          <a:custGeom>
            <a:avLst/>
            <a:gdLst>
              <a:gd name="textAreaLeft" fmla="*/ 0 w 853920"/>
              <a:gd name="textAreaRight" fmla="*/ 863640 w 853920"/>
              <a:gd name="textAreaTop" fmla="*/ 0 h 853920"/>
              <a:gd name="textAreaBottom" fmla="*/ 863640 h 85392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0"/>
                </a:lnTo>
                <a:lnTo>
                  <a:pt x="0" y="8635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14319360" y="6842160"/>
            <a:ext cx="417600" cy="318960"/>
          </a:xfrm>
          <a:custGeom>
            <a:avLst/>
            <a:gdLst>
              <a:gd name="textAreaLeft" fmla="*/ 0 w 417600"/>
              <a:gd name="textAreaRight" fmla="*/ 427320 w 417600"/>
              <a:gd name="textAreaTop" fmla="*/ 0 h 318960"/>
              <a:gd name="textAreaBottom" fmla="*/ 328680 h 318960"/>
            </a:gdLst>
            <a:ahLst/>
            <a:cxnLst/>
            <a:rect l="textAreaLeft" t="textAreaTop" r="textAreaRight" b="textAreaBottom"/>
            <a:pathLst>
              <a:path w="427263" h="328603">
                <a:moveTo>
                  <a:pt x="0" y="0"/>
                </a:moveTo>
                <a:lnTo>
                  <a:pt x="427263" y="0"/>
                </a:lnTo>
                <a:lnTo>
                  <a:pt x="427263" y="328603"/>
                </a:lnTo>
                <a:lnTo>
                  <a:pt x="0" y="32860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5"/>
          <p:cNvSpPr/>
          <p:nvPr/>
        </p:nvSpPr>
        <p:spPr>
          <a:xfrm>
            <a:off x="14101200" y="7739640"/>
            <a:ext cx="853920" cy="853920"/>
          </a:xfrm>
          <a:custGeom>
            <a:avLst/>
            <a:gdLst>
              <a:gd name="textAreaLeft" fmla="*/ 0 w 853920"/>
              <a:gd name="textAreaRight" fmla="*/ 863640 w 853920"/>
              <a:gd name="textAreaTop" fmla="*/ 0 h 853920"/>
              <a:gd name="textAreaBottom" fmla="*/ 863640 h 85392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1"/>
                </a:lnTo>
                <a:lnTo>
                  <a:pt x="0" y="86352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6"/>
          <p:cNvSpPr/>
          <p:nvPr/>
        </p:nvSpPr>
        <p:spPr>
          <a:xfrm>
            <a:off x="14381280" y="7963200"/>
            <a:ext cx="294120" cy="406800"/>
          </a:xfrm>
          <a:custGeom>
            <a:avLst/>
            <a:gdLst>
              <a:gd name="textAreaLeft" fmla="*/ 0 w 294120"/>
              <a:gd name="textAreaRight" fmla="*/ 303840 w 294120"/>
              <a:gd name="textAreaTop" fmla="*/ 0 h 406800"/>
              <a:gd name="textAreaBottom" fmla="*/ 416520 h 406800"/>
            </a:gdLst>
            <a:ahLst/>
            <a:cxnLst/>
            <a:rect l="textAreaLeft" t="textAreaTop" r="textAreaRight" b="textAreaBottom"/>
            <a:pathLst>
              <a:path w="303724" h="416576">
                <a:moveTo>
                  <a:pt x="0" y="0"/>
                </a:moveTo>
                <a:lnTo>
                  <a:pt x="303724" y="0"/>
                </a:lnTo>
                <a:lnTo>
                  <a:pt x="303724" y="416576"/>
                </a:lnTo>
                <a:lnTo>
                  <a:pt x="0" y="41657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7"/>
          <p:cNvSpPr/>
          <p:nvPr/>
        </p:nvSpPr>
        <p:spPr>
          <a:xfrm>
            <a:off x="14101200" y="8987760"/>
            <a:ext cx="853920" cy="853920"/>
          </a:xfrm>
          <a:custGeom>
            <a:avLst/>
            <a:gdLst>
              <a:gd name="textAreaLeft" fmla="*/ 0 w 853920"/>
              <a:gd name="textAreaRight" fmla="*/ 863640 w 853920"/>
              <a:gd name="textAreaTop" fmla="*/ 0 h 853920"/>
              <a:gd name="textAreaBottom" fmla="*/ 863640 h 85392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0"/>
                </a:lnTo>
                <a:lnTo>
                  <a:pt x="0" y="8635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14346000" y="9226800"/>
            <a:ext cx="364680" cy="364680"/>
          </a:xfrm>
          <a:custGeom>
            <a:avLst/>
            <a:gdLst>
              <a:gd name="textAreaLeft" fmla="*/ 0 w 364680"/>
              <a:gd name="textAreaRight" fmla="*/ 374400 w 364680"/>
              <a:gd name="textAreaTop" fmla="*/ 0 h 364680"/>
              <a:gd name="textAreaBottom" fmla="*/ 374400 h 364680"/>
            </a:gdLst>
            <a:ahLst/>
            <a:cxnLst/>
            <a:rect l="textAreaLeft" t="textAreaTop" r="textAreaRight" b="textAreaBottom"/>
            <a:pathLst>
              <a:path w="374256" h="374256">
                <a:moveTo>
                  <a:pt x="0" y="0"/>
                </a:moveTo>
                <a:lnTo>
                  <a:pt x="374257" y="0"/>
                </a:lnTo>
                <a:lnTo>
                  <a:pt x="374257" y="374256"/>
                </a:lnTo>
                <a:lnTo>
                  <a:pt x="0" y="37425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9"/>
          <p:cNvSpPr/>
          <p:nvPr/>
        </p:nvSpPr>
        <p:spPr>
          <a:xfrm>
            <a:off x="14101200" y="10154880"/>
            <a:ext cx="853920" cy="853920"/>
          </a:xfrm>
          <a:custGeom>
            <a:avLst/>
            <a:gdLst>
              <a:gd name="textAreaLeft" fmla="*/ 0 w 853920"/>
              <a:gd name="textAreaRight" fmla="*/ 863640 w 853920"/>
              <a:gd name="textAreaTop" fmla="*/ 0 h 853920"/>
              <a:gd name="textAreaBottom" fmla="*/ 863640 h 85392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0"/>
                </a:lnTo>
                <a:lnTo>
                  <a:pt x="0" y="8635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0"/>
          <p:cNvGrpSpPr/>
          <p:nvPr/>
        </p:nvGrpSpPr>
        <p:grpSpPr>
          <a:xfrm>
            <a:off x="14085720" y="6343920"/>
            <a:ext cx="5875200" cy="61920"/>
            <a:chOff x="14085720" y="6343920"/>
            <a:chExt cx="5875200" cy="61920"/>
          </a:xfrm>
        </p:grpSpPr>
        <p:sp>
          <p:nvSpPr>
            <p:cNvPr id="68" name="Freeform 11"/>
            <p:cNvSpPr/>
            <p:nvPr/>
          </p:nvSpPr>
          <p:spPr>
            <a:xfrm>
              <a:off x="14085720" y="6343920"/>
              <a:ext cx="5875200" cy="61920"/>
            </a:xfrm>
            <a:custGeom>
              <a:avLst/>
              <a:gdLst>
                <a:gd name="textAreaLeft" fmla="*/ 0 w 5875200"/>
                <a:gd name="textAreaRight" fmla="*/ 5884920 w 5875200"/>
                <a:gd name="textAreaTop" fmla="*/ 0 h 61920"/>
                <a:gd name="textAreaBottom" fmla="*/ 71640 h 61920"/>
              </a:gdLst>
              <a:ahLst/>
              <a:cxnLst/>
              <a:rect l="textAreaLeft" t="textAreaTop" r="textAreaRight" b="textAreaBottom"/>
              <a:pathLst>
                <a:path w="7846441" h="95759">
                  <a:moveTo>
                    <a:pt x="47879" y="0"/>
                  </a:moveTo>
                  <a:lnTo>
                    <a:pt x="7798562" y="0"/>
                  </a:lnTo>
                  <a:cubicBezTo>
                    <a:pt x="7824978" y="0"/>
                    <a:pt x="7846441" y="21463"/>
                    <a:pt x="7846441" y="47879"/>
                  </a:cubicBezTo>
                  <a:cubicBezTo>
                    <a:pt x="7846441" y="74295"/>
                    <a:pt x="7824978" y="95758"/>
                    <a:pt x="7798562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Freeform 12"/>
          <p:cNvSpPr/>
          <p:nvPr/>
        </p:nvSpPr>
        <p:spPr>
          <a:xfrm>
            <a:off x="14322240" y="10403280"/>
            <a:ext cx="412200" cy="326160"/>
          </a:xfrm>
          <a:custGeom>
            <a:avLst/>
            <a:gdLst>
              <a:gd name="textAreaLeft" fmla="*/ 0 w 412200"/>
              <a:gd name="textAreaRight" fmla="*/ 421920 w 412200"/>
              <a:gd name="textAreaTop" fmla="*/ 0 h 326160"/>
              <a:gd name="textAreaBottom" fmla="*/ 335880 h 326160"/>
            </a:gdLst>
            <a:ahLst/>
            <a:cxnLst/>
            <a:rect l="textAreaLeft" t="textAreaTop" r="textAreaRight" b="textAreaBottom"/>
            <a:pathLst>
              <a:path w="421872" h="335966">
                <a:moveTo>
                  <a:pt x="0" y="0"/>
                </a:moveTo>
                <a:lnTo>
                  <a:pt x="421872" y="0"/>
                </a:lnTo>
                <a:lnTo>
                  <a:pt x="421872" y="335966"/>
                </a:lnTo>
                <a:lnTo>
                  <a:pt x="0" y="33596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15120000" y="9190080"/>
            <a:ext cx="467424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15120000" y="7996680"/>
            <a:ext cx="485424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+{{contact_phone}}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15120000" y="10383480"/>
            <a:ext cx="449208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Licencia de conducir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15120000" y="6803280"/>
            <a:ext cx="485424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14125680" y="5454720"/>
            <a:ext cx="578988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CONTACTOS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5" name="Group 18"/>
          <p:cNvGrpSpPr/>
          <p:nvPr/>
        </p:nvGrpSpPr>
        <p:grpSpPr>
          <a:xfrm>
            <a:off x="1436760" y="6530040"/>
            <a:ext cx="10468800" cy="61920"/>
            <a:chOff x="1436760" y="6530040"/>
            <a:chExt cx="10468800" cy="61920"/>
          </a:xfrm>
        </p:grpSpPr>
        <p:sp>
          <p:nvSpPr>
            <p:cNvPr id="76" name="Freeform 19"/>
            <p:cNvSpPr/>
            <p:nvPr/>
          </p:nvSpPr>
          <p:spPr>
            <a:xfrm>
              <a:off x="1436760" y="6530040"/>
              <a:ext cx="10468800" cy="61920"/>
            </a:xfrm>
            <a:custGeom>
              <a:avLst/>
              <a:gdLst>
                <a:gd name="textAreaLeft" fmla="*/ 0 w 10468800"/>
                <a:gd name="textAreaRight" fmla="*/ 10478520 w 10468800"/>
                <a:gd name="textAreaTop" fmla="*/ 0 h 61920"/>
                <a:gd name="textAreaBottom" fmla="*/ 71640 h 6192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TextBox 20"/>
          <p:cNvSpPr/>
          <p:nvPr/>
        </p:nvSpPr>
        <p:spPr>
          <a:xfrm>
            <a:off x="1463760" y="5640840"/>
            <a:ext cx="682272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PERFIL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1"/>
          <p:cNvSpPr/>
          <p:nvPr/>
        </p:nvSpPr>
        <p:spPr>
          <a:xfrm>
            <a:off x="1463760" y="6692400"/>
            <a:ext cx="104464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41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0"/>
          <p:cNvGrpSpPr/>
          <p:nvPr/>
        </p:nvGrpSpPr>
        <p:grpSpPr>
          <a:xfrm>
            <a:off x="1436760" y="10890000"/>
            <a:ext cx="10451160" cy="44280"/>
            <a:chOff x="1436760" y="10890000"/>
            <a:chExt cx="10451160" cy="44280"/>
          </a:xfrm>
        </p:grpSpPr>
        <p:sp>
          <p:nvSpPr>
            <p:cNvPr id="80" name="Freeform 31"/>
            <p:cNvSpPr/>
            <p:nvPr/>
          </p:nvSpPr>
          <p:spPr>
            <a:xfrm>
              <a:off x="1436760" y="10890000"/>
              <a:ext cx="10451160" cy="44280"/>
            </a:xfrm>
            <a:custGeom>
              <a:avLst/>
              <a:gdLst>
                <a:gd name="textAreaLeft" fmla="*/ 0 w 10451160"/>
                <a:gd name="textAreaRight" fmla="*/ 10460880 w 10451160"/>
                <a:gd name="textAreaTop" fmla="*/ 0 h 44280"/>
                <a:gd name="textAreaBottom" fmla="*/ 54000 h 44280"/>
              </a:gdLst>
              <a:ahLst/>
              <a:cxnLst/>
              <a:rect l="textAreaLeft" t="textAreaTop" r="textAreaRight" b="textAreaBottom"/>
              <a:pathLst>
                <a:path w="13947648" h="71882">
                  <a:moveTo>
                    <a:pt x="35941" y="0"/>
                  </a:moveTo>
                  <a:lnTo>
                    <a:pt x="13911707" y="0"/>
                  </a:lnTo>
                  <a:cubicBezTo>
                    <a:pt x="13931520" y="0"/>
                    <a:pt x="13947648" y="16129"/>
                    <a:pt x="13947648" y="35941"/>
                  </a:cubicBezTo>
                  <a:cubicBezTo>
                    <a:pt x="13947648" y="55753"/>
                    <a:pt x="13931520" y="71882"/>
                    <a:pt x="13911707" y="71882"/>
                  </a:cubicBezTo>
                  <a:lnTo>
                    <a:pt x="35941" y="71882"/>
                  </a:lnTo>
                  <a:cubicBezTo>
                    <a:pt x="16129" y="71882"/>
                    <a:pt x="0" y="55753"/>
                    <a:pt x="0" y="35941"/>
                  </a:cubicBezTo>
                  <a:cubicBezTo>
                    <a:pt x="0" y="16129"/>
                    <a:pt x="16129" y="0"/>
                    <a:pt x="35941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32"/>
          <p:cNvGrpSpPr/>
          <p:nvPr/>
        </p:nvGrpSpPr>
        <p:grpSpPr>
          <a:xfrm>
            <a:off x="1387800" y="26092440"/>
            <a:ext cx="10468800" cy="61920"/>
            <a:chOff x="1387800" y="26092440"/>
            <a:chExt cx="10468800" cy="61920"/>
          </a:xfrm>
        </p:grpSpPr>
        <p:sp>
          <p:nvSpPr>
            <p:cNvPr id="82" name="Freeform 33"/>
            <p:cNvSpPr/>
            <p:nvPr/>
          </p:nvSpPr>
          <p:spPr>
            <a:xfrm>
              <a:off x="1387800" y="26092440"/>
              <a:ext cx="10468800" cy="61920"/>
            </a:xfrm>
            <a:custGeom>
              <a:avLst/>
              <a:gdLst>
                <a:gd name="textAreaLeft" fmla="*/ 0 w 10468800"/>
                <a:gd name="textAreaRight" fmla="*/ 10478520 w 10468800"/>
                <a:gd name="textAreaTop" fmla="*/ 0 h 61920"/>
                <a:gd name="textAreaBottom" fmla="*/ 71640 h 6192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TextBox 34"/>
          <p:cNvSpPr/>
          <p:nvPr/>
        </p:nvSpPr>
        <p:spPr>
          <a:xfrm>
            <a:off x="1414440" y="25202880"/>
            <a:ext cx="967248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FORMACIÓN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5"/>
          <p:cNvSpPr/>
          <p:nvPr/>
        </p:nvSpPr>
        <p:spPr>
          <a:xfrm>
            <a:off x="1440000" y="26280000"/>
            <a:ext cx="10446480" cy="281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0"/>
          <p:cNvSpPr/>
          <p:nvPr/>
        </p:nvSpPr>
        <p:spPr>
          <a:xfrm>
            <a:off x="1351080" y="1256760"/>
            <a:ext cx="962316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115"/>
              </a:lnSpc>
            </a:pPr>
            <a:r>
              <a:rPr lang="en-US" sz="6530" b="1" u="none" spc="-227" strike="noStrike">
                <a:solidFill>
                  <a:srgbClr val="543f3f"/>
                </a:solidFill>
                <a:effectLst/>
                <a:uFillTx/>
                <a:latin typeface="Montserrat"/>
                <a:ea typeface="Garet Bold"/>
              </a:rPr>
              <a:t>{{name}}</a:t>
            </a:r>
            <a:endParaRPr lang="es-AR" sz="6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1"/>
          <p:cNvSpPr/>
          <p:nvPr/>
        </p:nvSpPr>
        <p:spPr>
          <a:xfrm>
            <a:off x="1463760" y="2762280"/>
            <a:ext cx="1419480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393"/>
              </a:lnSpc>
            </a:pPr>
            <a:r>
              <a:rPr lang="en-US" sz="2600" b="1" u="none" spc="462" strike="noStrike">
                <a:solidFill>
                  <a:srgbClr val="543f3f"/>
                </a:solidFill>
                <a:effectLst/>
                <a:uFillTx/>
                <a:latin typeface="Garet Bold"/>
                <a:ea typeface="Garet Bold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2"/>
          <p:cNvSpPr/>
          <p:nvPr/>
        </p:nvSpPr>
        <p:spPr>
          <a:xfrm>
            <a:off x="1463760" y="10000440"/>
            <a:ext cx="916056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EXPERIENCIA LABORAL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43"/>
          <p:cNvGrpSpPr/>
          <p:nvPr/>
        </p:nvGrpSpPr>
        <p:grpSpPr>
          <a:xfrm>
            <a:off x="1260000" y="11062800"/>
            <a:ext cx="11160000" cy="12390840"/>
            <a:chOff x="1260000" y="11062800"/>
            <a:chExt cx="11160000" cy="12390840"/>
          </a:xfrm>
        </p:grpSpPr>
        <p:sp>
          <p:nvSpPr>
            <p:cNvPr id="89" name="TextBox 44"/>
            <p:cNvSpPr/>
            <p:nvPr/>
          </p:nvSpPr>
          <p:spPr>
            <a:xfrm>
              <a:off x="1470600" y="11062800"/>
              <a:ext cx="10763280" cy="50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TextBox 45"/>
            <p:cNvSpPr/>
            <p:nvPr/>
          </p:nvSpPr>
          <p:spPr>
            <a:xfrm>
              <a:off x="1470600" y="12240000"/>
              <a:ext cx="10800720" cy="25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TextBox 46"/>
            <p:cNvSpPr/>
            <p:nvPr/>
          </p:nvSpPr>
          <p:spPr>
            <a:xfrm>
              <a:off x="1446120" y="11700000"/>
              <a:ext cx="10763280" cy="712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r>
                <a:rPr lang="en-US" sz="4000" b="1" u="none" spc="60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"/>
                </a:rPr>
                <a:t>{{exp_1_company}}</a:t>
              </a:r>
              <a:endParaRPr lang="es-AR" sz="4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66"/>
                </a:lnSpc>
              </a:pPr>
              <a:r>
                <a:rPr lang="en-US" sz="3200" b="0" u="none" spc="51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 Italics"/>
                </a:rPr>
                <a:t>{{exp_1_role}} {{exp_1_dates}}</a:t>
              </a: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 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86"/>
                </a:lnSpc>
              </a:pPr>
              <a:endParaRPr lang="es-AR" sz="28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TextBox 47"/>
            <p:cNvSpPr/>
            <p:nvPr/>
          </p:nvSpPr>
          <p:spPr>
            <a:xfrm>
              <a:off x="1433520" y="15300000"/>
              <a:ext cx="10800720" cy="501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TextBox 48"/>
            <p:cNvSpPr/>
            <p:nvPr/>
          </p:nvSpPr>
          <p:spPr>
            <a:xfrm>
              <a:off x="1433520" y="15985800"/>
              <a:ext cx="10800720" cy="448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6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TextBox 49"/>
            <p:cNvSpPr/>
            <p:nvPr/>
          </p:nvSpPr>
          <p:spPr>
            <a:xfrm>
              <a:off x="1433520" y="16468200"/>
              <a:ext cx="10800720" cy="25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TextBox 50"/>
            <p:cNvSpPr/>
            <p:nvPr/>
          </p:nvSpPr>
          <p:spPr>
            <a:xfrm>
              <a:off x="1260000" y="19474200"/>
              <a:ext cx="10800720" cy="501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TextBox 51"/>
            <p:cNvSpPr/>
            <p:nvPr/>
          </p:nvSpPr>
          <p:spPr>
            <a:xfrm>
              <a:off x="1392120" y="20160000"/>
              <a:ext cx="11027880" cy="448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6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TextBox 52"/>
            <p:cNvSpPr/>
            <p:nvPr/>
          </p:nvSpPr>
          <p:spPr>
            <a:xfrm>
              <a:off x="1392120" y="20881800"/>
              <a:ext cx="10800720" cy="25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TextBox 53"/>
          <p:cNvSpPr/>
          <p:nvPr/>
        </p:nvSpPr>
        <p:spPr>
          <a:xfrm>
            <a:off x="15660000" y="180000"/>
            <a:ext cx="256176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16560000" y="535320"/>
            <a:ext cx="521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14040000" y="11693520"/>
            <a:ext cx="5939280" cy="43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4300" b="0" u="none" strike="noStrike">
                <a:solidFill>
                  <a:srgbClr val="000000"/>
                </a:solidFill>
                <a:effectLst/>
                <a:uFillTx/>
                <a:latin typeface="Montserrat"/>
              </a:rPr>
              <a:t>{{title}}</a:t>
            </a:r>
            <a:endParaRPr lang="es-AR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Lato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Lato"/>
              </a:rPr>
              <a:t>{{body}}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DAG9jgn3h2g</dc:identifier>
  <dc:language>es-AR</dc:language>
  <cp:lastModifiedBy/>
  <dcterms:modified xsi:type="dcterms:W3CDTF">2026-01-14T14:45:55Z</dcterms:modified>
  <cp:revision>28</cp:revision>
  <dc:subject/>
  <dc:title>Plantilla_oficial_2.pptx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