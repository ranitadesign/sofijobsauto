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Poppins Italics"/>
    </p:embeddedFont>
    <p:embeddedFont>
      <p:font typeface="Garet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F82EA2-4B28-4FA5-81CA-8C1941B3FB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520" cy="115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00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520" cy="46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2EBEE2-60A9-4FA3-B407-54BAF9F732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760" cy="5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760" cy="4106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760" cy="79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C5CB2D-1537-48AA-AB8C-5166E59FC3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760" cy="14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BE88DB-3D61-4A0E-A97B-96BD961C93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96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A89A8E-BAD3-4DF8-8FCC-D3235FA7C5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76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128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C9CE6D-7D4E-46F0-9C4D-467E2F74E0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96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B688CD-338C-462D-8EE7-60645A7527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760" cy="135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760" cy="149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A4757E-76AF-45F2-8351-1B2B1D124B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84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840" cy="451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B8E333-96C1-4576-AF9A-2AFEB1A361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640" cy="63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640" cy="39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080" cy="63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080" cy="394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03BDC4-945E-4E7C-BC51-A486046395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960" cy="113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6C5F04-5A0B-4412-8942-92F10378CA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5760" cy="18360"/>
            <a:chOff x="1225080" y="7717680"/>
            <a:chExt cx="17105760" cy="1836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21231000"/>
            <a:ext cx="17105760" cy="18360"/>
            <a:chOff x="1298160" y="21231000"/>
            <a:chExt cx="17105760" cy="18360"/>
          </a:xfrm>
        </p:grpSpPr>
        <p:sp>
          <p:nvSpPr>
            <p:cNvPr id="62" name="Freeform 5"/>
            <p:cNvSpPr/>
            <p:nvPr/>
          </p:nvSpPr>
          <p:spPr>
            <a:xfrm>
              <a:off x="1298160" y="212310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60360" y="26496720"/>
            <a:ext cx="17105760" cy="18360"/>
            <a:chOff x="1260360" y="26496720"/>
            <a:chExt cx="17105760" cy="18360"/>
          </a:xfrm>
        </p:grpSpPr>
        <p:sp>
          <p:nvSpPr>
            <p:cNvPr id="64" name="Freeform 7"/>
            <p:cNvSpPr/>
            <p:nvPr/>
          </p:nvSpPr>
          <p:spPr>
            <a:xfrm>
              <a:off x="1260360" y="2649672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440" y="24017400"/>
            <a:ext cx="17105760" cy="18360"/>
            <a:chOff x="1225440" y="24017400"/>
            <a:chExt cx="17105760" cy="18360"/>
          </a:xfrm>
        </p:grpSpPr>
        <p:sp>
          <p:nvSpPr>
            <p:cNvPr id="66" name="Freeform 9"/>
            <p:cNvSpPr/>
            <p:nvPr/>
          </p:nvSpPr>
          <p:spPr>
            <a:xfrm>
              <a:off x="1225440" y="240174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236920" y="3263400"/>
            <a:ext cx="1567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5680"/>
            <a:ext cx="1535724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3"/>
          <p:cNvSpPr/>
          <p:nvPr/>
        </p:nvSpPr>
        <p:spPr>
          <a:xfrm>
            <a:off x="1225080" y="6976080"/>
            <a:ext cx="14610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4"/>
          <p:cNvSpPr/>
          <p:nvPr/>
        </p:nvSpPr>
        <p:spPr>
          <a:xfrm>
            <a:off x="1298160" y="2062800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900000" y="21292200"/>
            <a:ext cx="179276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6"/>
          <p:cNvSpPr/>
          <p:nvPr/>
        </p:nvSpPr>
        <p:spPr>
          <a:xfrm>
            <a:off x="1260360" y="25893720"/>
            <a:ext cx="11524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900000" y="26665560"/>
            <a:ext cx="1720764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8"/>
          <p:cNvSpPr/>
          <p:nvPr/>
        </p:nvSpPr>
        <p:spPr>
          <a:xfrm>
            <a:off x="1225080" y="4326480"/>
            <a:ext cx="18291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9"/>
          <p:cNvSpPr/>
          <p:nvPr/>
        </p:nvSpPr>
        <p:spPr>
          <a:xfrm>
            <a:off x="1225440" y="2343672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900000" y="24053040"/>
            <a:ext cx="199134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1225080" y="7562520"/>
            <a:ext cx="18934560" cy="63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6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3"/>
          <p:cNvSpPr/>
          <p:nvPr/>
        </p:nvSpPr>
        <p:spPr>
          <a:xfrm>
            <a:off x="5292720" y="8174520"/>
            <a:ext cx="17739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6"/>
          <p:cNvSpPr/>
          <p:nvPr/>
        </p:nvSpPr>
        <p:spPr>
          <a:xfrm>
            <a:off x="5292000" y="12600000"/>
            <a:ext cx="1792044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9"/>
          <p:cNvSpPr/>
          <p:nvPr/>
        </p:nvSpPr>
        <p:spPr>
          <a:xfrm>
            <a:off x="5220000" y="16920000"/>
            <a:ext cx="1777824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080000" y="54000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2026-03-05T15:37:15Z</dcterms:modified>
  <cp:revision>25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