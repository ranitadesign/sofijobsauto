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Poppins Italics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04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56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384322-7D6F-4220-A8C4-EB2245714B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D71C86-9467-4B99-8BEA-44CB73C99D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040" cy="13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040" cy="149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E10E95-96C1-430E-999E-1392BC1A32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4D8A2E-21F5-4D71-AE5B-28756EC779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92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92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36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36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E9C766-5F81-487F-935A-9AB330659A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AE49F7-81D8-4C57-A9ED-56FA2775A5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B07C50-DD0C-4079-BFF1-F9A24448A9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800" cy="115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28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800" cy="468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300E25-5977-4E74-B074-284C2D7713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04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040" cy="4105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040" cy="7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BC81A0-F24C-4736-878E-F614119EC4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040" cy="14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B87DFD-663C-40BC-B26C-EB7C9B0D1E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F1C99D-45F3-4C28-BF41-6A557CABC9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5040" cy="17640"/>
            <a:chOff x="1225080" y="7717680"/>
            <a:chExt cx="17105040" cy="1764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18567000"/>
            <a:ext cx="17105040" cy="17640"/>
            <a:chOff x="1298160" y="18567000"/>
            <a:chExt cx="17105040" cy="17640"/>
          </a:xfrm>
        </p:grpSpPr>
        <p:sp>
          <p:nvSpPr>
            <p:cNvPr id="62" name="Freeform 5"/>
            <p:cNvSpPr/>
            <p:nvPr/>
          </p:nvSpPr>
          <p:spPr>
            <a:xfrm>
              <a:off x="1298160" y="1856700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60360" y="22788720"/>
            <a:ext cx="17105040" cy="17640"/>
            <a:chOff x="1260360" y="22788720"/>
            <a:chExt cx="17105040" cy="17640"/>
          </a:xfrm>
        </p:grpSpPr>
        <p:sp>
          <p:nvSpPr>
            <p:cNvPr id="64" name="Freeform 7"/>
            <p:cNvSpPr/>
            <p:nvPr/>
          </p:nvSpPr>
          <p:spPr>
            <a:xfrm>
              <a:off x="1260360" y="2278872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440" y="20705400"/>
            <a:ext cx="17105040" cy="17640"/>
            <a:chOff x="1225440" y="20705400"/>
            <a:chExt cx="17105040" cy="17640"/>
          </a:xfrm>
        </p:grpSpPr>
        <p:sp>
          <p:nvSpPr>
            <p:cNvPr id="66" name="Freeform 9"/>
            <p:cNvSpPr/>
            <p:nvPr/>
          </p:nvSpPr>
          <p:spPr>
            <a:xfrm>
              <a:off x="1225440" y="2070540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236920" y="3263400"/>
            <a:ext cx="15679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5680"/>
            <a:ext cx="1535652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3"/>
          <p:cNvSpPr/>
          <p:nvPr/>
        </p:nvSpPr>
        <p:spPr>
          <a:xfrm>
            <a:off x="1225080" y="6976080"/>
            <a:ext cx="146102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4"/>
          <p:cNvSpPr/>
          <p:nvPr/>
        </p:nvSpPr>
        <p:spPr>
          <a:xfrm>
            <a:off x="1298160" y="1796400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900000" y="18628200"/>
            <a:ext cx="17926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6"/>
          <p:cNvSpPr/>
          <p:nvPr/>
        </p:nvSpPr>
        <p:spPr>
          <a:xfrm>
            <a:off x="1260360" y="2218572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900000" y="22957560"/>
            <a:ext cx="1720692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8"/>
          <p:cNvSpPr/>
          <p:nvPr/>
        </p:nvSpPr>
        <p:spPr>
          <a:xfrm>
            <a:off x="1225080" y="4326480"/>
            <a:ext cx="1829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9"/>
          <p:cNvSpPr/>
          <p:nvPr/>
        </p:nvSpPr>
        <p:spPr>
          <a:xfrm>
            <a:off x="1225440" y="2012472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900000" y="20741040"/>
            <a:ext cx="199126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1225080" y="7562520"/>
            <a:ext cx="18933840" cy="37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3"/>
          <p:cNvSpPr/>
          <p:nvPr/>
        </p:nvSpPr>
        <p:spPr>
          <a:xfrm>
            <a:off x="5292720" y="8174520"/>
            <a:ext cx="1773900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9"/>
          <p:cNvSpPr/>
          <p:nvPr/>
        </p:nvSpPr>
        <p:spPr>
          <a:xfrm>
            <a:off x="5220000" y="16920000"/>
            <a:ext cx="17777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900000" y="288000"/>
            <a:ext cx="413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4"/>
          <p:cNvSpPr/>
          <p:nvPr/>
        </p:nvSpPr>
        <p:spPr>
          <a:xfrm>
            <a:off x="1390320" y="26800560"/>
            <a:ext cx="1927116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1260720" y="26785080"/>
            <a:ext cx="17105040" cy="17640"/>
            <a:chOff x="1260720" y="26785080"/>
            <a:chExt cx="17105040" cy="17640"/>
          </a:xfrm>
        </p:grpSpPr>
        <p:sp>
          <p:nvSpPr>
            <p:cNvPr id="83" name="Freeform 1"/>
            <p:cNvSpPr/>
            <p:nvPr/>
          </p:nvSpPr>
          <p:spPr>
            <a:xfrm>
              <a:off x="1260720" y="2678508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1"/>
          <p:cNvSpPr/>
          <p:nvPr/>
        </p:nvSpPr>
        <p:spPr>
          <a:xfrm>
            <a:off x="1260720" y="2618208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2026-03-09T20:01:24Z</dcterms:modified>
  <cp:revision>27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