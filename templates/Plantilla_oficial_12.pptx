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Microsoft YaHei"/>
      <p:regular r:id="rId5"/>
    </p:embeddedFont>
    <p:embeddedFont>
      <p:font typeface="Montserrat"/>
      <p:regular r:id="rId6"/>
      <p:bold r:id="rId6"/>
    </p:embeddedFont>
    <p:embeddedFont>
      <p:font typeface="Poppins Italics"/>
    </p:embeddedFont>
    <p:embeddedFont>
      <p:font typeface="Poppins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Montserrat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4120" cy="146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DF10A9F-8C93-4D61-B997-3A170FE1D9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320" cy="11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1320" cy="451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9EBDF7-B010-4BDD-92E7-493E8E6556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9120" cy="584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1640" cy="584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5A35A6-6196-4295-A5BB-06F4658D0B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320" cy="11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1320" cy="451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E7C651-A719-4DAC-8B71-1EA0CB1D48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4120" cy="135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4120" cy="149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30E38A-0A25-4361-B5DF-81CFD32B3E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320" cy="11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0200" cy="451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0200" cy="451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10EEEA-39F4-4ECF-99BD-DF28AA111D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320" cy="11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2000" cy="63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2000" cy="394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3440" cy="63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3440" cy="394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AC5389-A648-4B7C-8E75-1A8F083D9F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320" cy="11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D3C561-F04B-4BDA-A860-84CDDFE4D2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B6915D-8368-4B5F-BDCB-3BB22A0EEA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9880" cy="11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3360" cy="58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9880" cy="468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ADD900-94B2-45BC-ACF6-93ACE963C8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8120" cy="55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8120" cy="410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8120" cy="79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3B0C17-4C41-44D7-AA65-510231C5BE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1225080" y="7717680"/>
            <a:ext cx="17106120" cy="18720"/>
            <a:chOff x="1225080" y="7717680"/>
            <a:chExt cx="17106120" cy="18720"/>
          </a:xfrm>
        </p:grpSpPr>
        <p:sp>
          <p:nvSpPr>
            <p:cNvPr id="60" name="Freeform 3"/>
            <p:cNvSpPr/>
            <p:nvPr/>
          </p:nvSpPr>
          <p:spPr>
            <a:xfrm>
              <a:off x="1225080" y="7717680"/>
              <a:ext cx="17106120" cy="18720"/>
            </a:xfrm>
            <a:custGeom>
              <a:avLst/>
              <a:gdLst>
                <a:gd name="textAreaLeft" fmla="*/ 0 w 17106120"/>
                <a:gd name="textAreaRight" fmla="*/ 17114400 w 1710612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Group 4"/>
          <p:cNvGrpSpPr/>
          <p:nvPr/>
        </p:nvGrpSpPr>
        <p:grpSpPr>
          <a:xfrm>
            <a:off x="1298160" y="21231000"/>
            <a:ext cx="17106120" cy="18720"/>
            <a:chOff x="1298160" y="21231000"/>
            <a:chExt cx="17106120" cy="18720"/>
          </a:xfrm>
        </p:grpSpPr>
        <p:sp>
          <p:nvSpPr>
            <p:cNvPr id="62" name="Freeform 5"/>
            <p:cNvSpPr/>
            <p:nvPr/>
          </p:nvSpPr>
          <p:spPr>
            <a:xfrm>
              <a:off x="1298160" y="21231000"/>
              <a:ext cx="17106120" cy="18720"/>
            </a:xfrm>
            <a:custGeom>
              <a:avLst/>
              <a:gdLst>
                <a:gd name="textAreaLeft" fmla="*/ 0 w 17106120"/>
                <a:gd name="textAreaRight" fmla="*/ 17114400 w 1710612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" name="Group 6"/>
          <p:cNvGrpSpPr/>
          <p:nvPr/>
        </p:nvGrpSpPr>
        <p:grpSpPr>
          <a:xfrm>
            <a:off x="1260360" y="26496720"/>
            <a:ext cx="17106120" cy="18720"/>
            <a:chOff x="1260360" y="26496720"/>
            <a:chExt cx="17106120" cy="18720"/>
          </a:xfrm>
        </p:grpSpPr>
        <p:sp>
          <p:nvSpPr>
            <p:cNvPr id="64" name="Freeform 7"/>
            <p:cNvSpPr/>
            <p:nvPr/>
          </p:nvSpPr>
          <p:spPr>
            <a:xfrm>
              <a:off x="1260360" y="26496720"/>
              <a:ext cx="17106120" cy="18720"/>
            </a:xfrm>
            <a:custGeom>
              <a:avLst/>
              <a:gdLst>
                <a:gd name="textAreaLeft" fmla="*/ 0 w 17106120"/>
                <a:gd name="textAreaRight" fmla="*/ 17114400 w 1710612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" name="Group 8"/>
          <p:cNvGrpSpPr/>
          <p:nvPr/>
        </p:nvGrpSpPr>
        <p:grpSpPr>
          <a:xfrm>
            <a:off x="1225440" y="24017400"/>
            <a:ext cx="17106120" cy="18720"/>
            <a:chOff x="1225440" y="24017400"/>
            <a:chExt cx="17106120" cy="18720"/>
          </a:xfrm>
        </p:grpSpPr>
        <p:sp>
          <p:nvSpPr>
            <p:cNvPr id="66" name="Freeform 9"/>
            <p:cNvSpPr/>
            <p:nvPr/>
          </p:nvSpPr>
          <p:spPr>
            <a:xfrm>
              <a:off x="1225440" y="24017400"/>
              <a:ext cx="17106120" cy="18720"/>
            </a:xfrm>
            <a:custGeom>
              <a:avLst/>
              <a:gdLst>
                <a:gd name="textAreaLeft" fmla="*/ 0 w 17106120"/>
                <a:gd name="textAreaRight" fmla="*/ 17114400 w 1710612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7" name="TextBox 10"/>
          <p:cNvSpPr/>
          <p:nvPr/>
        </p:nvSpPr>
        <p:spPr>
          <a:xfrm>
            <a:off x="5236920" y="3263400"/>
            <a:ext cx="15680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22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{{contact_phone}} |  {{contact_email}} |  {{contact_location}} | {{licencia}}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1"/>
          <p:cNvSpPr/>
          <p:nvPr/>
        </p:nvSpPr>
        <p:spPr>
          <a:xfrm>
            <a:off x="5338440" y="805680"/>
            <a:ext cx="15357600" cy="21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486"/>
              </a:lnSpc>
            </a:pPr>
            <a:r>
              <a:rPr lang="en-US" sz="7200" b="0" u="none" strike="noStrike">
                <a:solidFill>
                  <a:srgbClr val="c0504d"/>
                </a:solidFill>
                <a:effectLst/>
                <a:uFillTx/>
                <a:latin typeface="Poppins"/>
                <a:ea typeface="Poppins Bold"/>
              </a:rPr>
              <a:t>{{name}}</a:t>
            </a:r>
            <a:endParaRPr lang="es-A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148"/>
              </a:lnSpc>
            </a:pPr>
            <a:r>
              <a:rPr lang="en-US" sz="2600" b="0" u="none" spc="320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3"/>
          <p:cNvSpPr/>
          <p:nvPr/>
        </p:nvSpPr>
        <p:spPr>
          <a:xfrm>
            <a:off x="1225080" y="6976080"/>
            <a:ext cx="146113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4"/>
          <p:cNvSpPr/>
          <p:nvPr/>
        </p:nvSpPr>
        <p:spPr>
          <a:xfrm>
            <a:off x="1298160" y="20628000"/>
            <a:ext cx="65552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EDUCACIÓN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5"/>
          <p:cNvSpPr/>
          <p:nvPr/>
        </p:nvSpPr>
        <p:spPr>
          <a:xfrm>
            <a:off x="900000" y="21292200"/>
            <a:ext cx="1792800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{{edu_1_degree}}  {{edu_1_school}}  {{edu_1_years}}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{{edu_2_degree}}  {{edu_2_school}}  {{edu_2_years}}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{{edu_3_degree}}  {{edu_3_school}}  {{edu_3_years}}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6"/>
          <p:cNvSpPr/>
          <p:nvPr/>
        </p:nvSpPr>
        <p:spPr>
          <a:xfrm>
            <a:off x="1260360" y="25893720"/>
            <a:ext cx="11525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INFORMÁTICA E IDIOMAS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7"/>
          <p:cNvSpPr/>
          <p:nvPr/>
        </p:nvSpPr>
        <p:spPr>
          <a:xfrm>
            <a:off x="900000" y="26665560"/>
            <a:ext cx="17208000" cy="36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{{it_4}}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55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8"/>
          <p:cNvSpPr/>
          <p:nvPr/>
        </p:nvSpPr>
        <p:spPr>
          <a:xfrm>
            <a:off x="1225080" y="4326480"/>
            <a:ext cx="18291960" cy="4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55"/>
              </a:lnSpc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Italic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9"/>
          <p:cNvSpPr/>
          <p:nvPr/>
        </p:nvSpPr>
        <p:spPr>
          <a:xfrm>
            <a:off x="1225440" y="23436720"/>
            <a:ext cx="65552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CAPACITACIONES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0"/>
          <p:cNvSpPr/>
          <p:nvPr/>
        </p:nvSpPr>
        <p:spPr>
          <a:xfrm>
            <a:off x="900000" y="24053040"/>
            <a:ext cx="1991376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2"/>
          <p:cNvSpPr/>
          <p:nvPr/>
        </p:nvSpPr>
        <p:spPr>
          <a:xfrm>
            <a:off x="1225080" y="8174520"/>
            <a:ext cx="18934920" cy="680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72"/>
              </a:lnSpc>
            </a:pPr>
            <a:r>
              <a:rPr lang="en-US" sz="276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{{exp_1_role}}</a:t>
            </a:r>
            <a:r>
              <a:rPr lang="en-US" sz="27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7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{{exp_1_company}}   {{exp_1_dates}}</a:t>
            </a:r>
            <a:endParaRPr lang="es-AR" sz="2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26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{{exp_1_bullets_block}}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6"/>
              </a:lnSpc>
            </a:pPr>
            <a:endParaRPr lang="es-AR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72"/>
              </a:lnSpc>
            </a:pPr>
            <a:endParaRPr lang="es-AR" sz="2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72"/>
              </a:lnSpc>
            </a:pPr>
            <a:r>
              <a:rPr lang="en-US" sz="276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{{exp_2_role}}</a:t>
            </a:r>
            <a:r>
              <a:rPr lang="en-US" sz="27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7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{{exp_2_company}}   {{exp_2_dates}}</a:t>
            </a:r>
            <a:endParaRPr lang="es-AR" sz="2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26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{{exp_2_bullets_block}}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3"/>
              </a:lnSpc>
            </a:pPr>
            <a:endParaRPr lang="es-AR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3"/>
              </a:lnSpc>
            </a:pPr>
            <a:endParaRPr lang="es-AR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72"/>
              </a:lnSpc>
            </a:pPr>
            <a:r>
              <a:rPr lang="en-US" sz="276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{{exp_3_role}}</a:t>
            </a:r>
            <a:r>
              <a:rPr lang="en-US" sz="27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7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{{exp_3_company}}   {{exp_3_dates}}</a:t>
            </a:r>
            <a:r>
              <a:rPr lang="en-US" sz="27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</a:t>
            </a:r>
            <a:endParaRPr lang="es-AR" sz="2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72"/>
              </a:lnSpc>
            </a:pPr>
            <a:endParaRPr lang="es-AR" sz="2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26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{{exp_3_bullets_block}}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3"/>
          <p:cNvSpPr/>
          <p:nvPr/>
        </p:nvSpPr>
        <p:spPr>
          <a:xfrm>
            <a:off x="5292720" y="8174520"/>
            <a:ext cx="1774008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7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6"/>
          <p:cNvSpPr/>
          <p:nvPr/>
        </p:nvSpPr>
        <p:spPr>
          <a:xfrm>
            <a:off x="5292000" y="12600000"/>
            <a:ext cx="179208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7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9"/>
          <p:cNvSpPr/>
          <p:nvPr/>
        </p:nvSpPr>
        <p:spPr>
          <a:xfrm>
            <a:off x="5220000" y="16920000"/>
            <a:ext cx="177786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7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1080000" y="540000"/>
            <a:ext cx="4134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DAG9ksXom68</dc:identifier>
  <dc:language>es-AR</dc:language>
  <cp:lastModifiedBy/>
  <dcterms:modified xsi:type="dcterms:W3CDTF">2026-02-14T18:29:57Z</dcterms:modified>
  <cp:revision>24</cp:revision>
  <dc:subject/>
  <dc:title>Plantilla_oficial_12.pptx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