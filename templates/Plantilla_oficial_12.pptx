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4"/>
    </p:embeddedFont>
    <p:embeddedFont>
      <p:font typeface="Microsoft YaHei"/>
    </p:embeddedFont>
    <p:embeddedFont>
      <p:font typeface="Poppins Bold"/>
    </p:embeddedFont>
    <p:embeddedFont>
      <p:font typeface="Poppins Italics"/>
    </p:embeddedFont>
    <p:embeddedFont>
      <p:font typeface="Montserrat"/>
      <p:regular r:id="rId5"/>
      <p:bold r:id="rId5"/>
    </p:embeddedFont>
    <p:embeddedFont>
      <p:font typeface="Garet"/>
      <p:regular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Gare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30ACCF-57EA-4A29-A4ED-40428402F59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128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128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72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72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30133B-6EAD-4823-9E78-33283F12F1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6B5A4E-2231-400B-BDBB-DA788BAF10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95782A-8DAC-472D-A6AD-AF8EA3D172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160" cy="115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264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160" cy="468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994A4B-DA3A-4C0A-ADE4-33141ADDE6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400" cy="5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400" cy="41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400" cy="79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05F15A-2B81-4B3C-A55C-F67096E324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400" cy="14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9A7429-AECD-4A8E-9E01-C3DF6D0696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78CF2D-4C17-4759-A6D8-69A424A0DD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40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92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61F0D1-D467-4E0B-8631-D22CD60708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15B5AD-8399-4DCA-974A-B09F0FD475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400" cy="135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400" cy="149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471096-0722-4D31-9BCB-C3BCDA4DA7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5400" cy="18000"/>
            <a:chOff x="1225080" y="7717680"/>
            <a:chExt cx="17105400" cy="1800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1298160" y="18567000"/>
            <a:ext cx="17105400" cy="18000"/>
            <a:chOff x="1298160" y="18567000"/>
            <a:chExt cx="17105400" cy="18000"/>
          </a:xfrm>
        </p:grpSpPr>
        <p:sp>
          <p:nvSpPr>
            <p:cNvPr id="62" name="Freeform 5"/>
            <p:cNvSpPr/>
            <p:nvPr/>
          </p:nvSpPr>
          <p:spPr>
            <a:xfrm>
              <a:off x="1298160" y="1856700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1260360" y="22788720"/>
            <a:ext cx="17105400" cy="18000"/>
            <a:chOff x="1260360" y="22788720"/>
            <a:chExt cx="17105400" cy="18000"/>
          </a:xfrm>
        </p:grpSpPr>
        <p:sp>
          <p:nvSpPr>
            <p:cNvPr id="64" name="Freeform 7"/>
            <p:cNvSpPr/>
            <p:nvPr/>
          </p:nvSpPr>
          <p:spPr>
            <a:xfrm>
              <a:off x="1260360" y="2278872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8"/>
          <p:cNvGrpSpPr/>
          <p:nvPr/>
        </p:nvGrpSpPr>
        <p:grpSpPr>
          <a:xfrm>
            <a:off x="1225440" y="20705400"/>
            <a:ext cx="17105400" cy="18000"/>
            <a:chOff x="1225440" y="20705400"/>
            <a:chExt cx="17105400" cy="18000"/>
          </a:xfrm>
        </p:grpSpPr>
        <p:sp>
          <p:nvSpPr>
            <p:cNvPr id="66" name="Freeform 9"/>
            <p:cNvSpPr/>
            <p:nvPr/>
          </p:nvSpPr>
          <p:spPr>
            <a:xfrm>
              <a:off x="1225440" y="2070540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10"/>
          <p:cNvSpPr/>
          <p:nvPr/>
        </p:nvSpPr>
        <p:spPr>
          <a:xfrm>
            <a:off x="5236920" y="3263400"/>
            <a:ext cx="1567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338440" y="805680"/>
            <a:ext cx="1535688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3"/>
          <p:cNvSpPr/>
          <p:nvPr/>
        </p:nvSpPr>
        <p:spPr>
          <a:xfrm>
            <a:off x="1225080" y="6976080"/>
            <a:ext cx="14610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4"/>
          <p:cNvSpPr/>
          <p:nvPr/>
        </p:nvSpPr>
        <p:spPr>
          <a:xfrm>
            <a:off x="1298160" y="1796400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900000" y="18628200"/>
            <a:ext cx="179272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6"/>
          <p:cNvSpPr/>
          <p:nvPr/>
        </p:nvSpPr>
        <p:spPr>
          <a:xfrm>
            <a:off x="1260360" y="22185720"/>
            <a:ext cx="11524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7"/>
          <p:cNvSpPr/>
          <p:nvPr/>
        </p:nvSpPr>
        <p:spPr>
          <a:xfrm>
            <a:off x="900000" y="22957560"/>
            <a:ext cx="1720728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8"/>
          <p:cNvSpPr/>
          <p:nvPr/>
        </p:nvSpPr>
        <p:spPr>
          <a:xfrm>
            <a:off x="1225080" y="4326480"/>
            <a:ext cx="1829124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9"/>
          <p:cNvSpPr/>
          <p:nvPr/>
        </p:nvSpPr>
        <p:spPr>
          <a:xfrm>
            <a:off x="1225440" y="2012472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0"/>
          <p:cNvSpPr/>
          <p:nvPr/>
        </p:nvSpPr>
        <p:spPr>
          <a:xfrm>
            <a:off x="900000" y="20741040"/>
            <a:ext cx="1991304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1225080" y="7562520"/>
            <a:ext cx="18934200" cy="371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3"/>
          <p:cNvSpPr/>
          <p:nvPr/>
        </p:nvSpPr>
        <p:spPr>
          <a:xfrm>
            <a:off x="5292720" y="8174520"/>
            <a:ext cx="1773936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9"/>
          <p:cNvSpPr/>
          <p:nvPr/>
        </p:nvSpPr>
        <p:spPr>
          <a:xfrm>
            <a:off x="5220000" y="16920000"/>
            <a:ext cx="177778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080000" y="540000"/>
            <a:ext cx="413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4"/>
          <p:cNvSpPr/>
          <p:nvPr/>
        </p:nvSpPr>
        <p:spPr>
          <a:xfrm>
            <a:off x="1390320" y="2680056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1"/>
          <p:cNvGrpSpPr/>
          <p:nvPr/>
        </p:nvGrpSpPr>
        <p:grpSpPr>
          <a:xfrm>
            <a:off x="1260720" y="26785080"/>
            <a:ext cx="17105400" cy="18000"/>
            <a:chOff x="1260720" y="26785080"/>
            <a:chExt cx="17105400" cy="18000"/>
          </a:xfrm>
        </p:grpSpPr>
        <p:sp>
          <p:nvSpPr>
            <p:cNvPr id="83" name="Freeform 1"/>
            <p:cNvSpPr/>
            <p:nvPr/>
          </p:nvSpPr>
          <p:spPr>
            <a:xfrm>
              <a:off x="1260720" y="2678508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1"/>
          <p:cNvSpPr/>
          <p:nvPr/>
        </p:nvSpPr>
        <p:spPr>
          <a:xfrm>
            <a:off x="1260720" y="26182080"/>
            <a:ext cx="11524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2026-03-08T20:54:26Z</dcterms:modified>
  <cp:revision>26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