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 Bold"/>
    </p:embeddedFont>
    <p:embeddedFont>
      <p:font typeface="Montserrat"/>
    </p:embeddedFont>
    <p:embeddedFont>
      <p:font typeface="Lato"/>
    </p:embeddedFont>
    <p:embeddedFont>
      <p:font typeface="Poppins Italics"/>
    </p:embeddedFont>
    <p:embeddedFont>
      <p:font typeface="Microsoft YaHei"/>
      <p:regular r:id="rId4"/>
    </p:embeddedFont>
    <p:embeddedFont>
      <p:font typeface="Poppins"/>
      <p:regular r:id="rId5"/>
      <p:bold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icrosoft_YaHei_Regular.fntdata"/><Relationship Id="rId5" Type="http://schemas.openxmlformats.org/officeDocument/2006/relationships/font" Target="fonts/Font_2_Poppins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3AECE2-B895-4E68-B723-06C903C69E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1EA37D-1603-4D77-9895-3A590C7520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6189DA-F230-4483-836B-85A09FA487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FBA63D-8650-4F87-B342-457E3DFAE3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8544AC-1644-409E-BA33-E1FADCBDC2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EF0744-1183-414B-836B-ABF4CB521F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7CF0AC-059D-4C45-A8DC-D9F09921DB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5C14D8-589C-4BD4-8363-EAD7F92FDA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21F26F-2A1C-4B78-B766-BDA4F60516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6AA495-B105-47BF-84E4-FBB9BA2953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820C30-48ED-440D-B443-F1BE386A54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8640" cy="21240"/>
            <a:chOff x="1225080" y="7717680"/>
            <a:chExt cx="17108640" cy="2124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8640" cy="21240"/>
            </a:xfrm>
            <a:custGeom>
              <a:avLst/>
              <a:gdLst>
                <a:gd name="textAreaLeft" fmla="*/ 0 w 17108640"/>
                <a:gd name="textAreaRight" fmla="*/ 17114400 w 1710864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21395880"/>
            <a:ext cx="17108640" cy="21240"/>
            <a:chOff x="1298160" y="21395880"/>
            <a:chExt cx="17108640" cy="21240"/>
          </a:xfrm>
        </p:grpSpPr>
        <p:sp>
          <p:nvSpPr>
            <p:cNvPr id="62" name="Freeform 5"/>
            <p:cNvSpPr/>
            <p:nvPr/>
          </p:nvSpPr>
          <p:spPr>
            <a:xfrm>
              <a:off x="1298160" y="21395880"/>
              <a:ext cx="17108640" cy="21240"/>
            </a:xfrm>
            <a:custGeom>
              <a:avLst/>
              <a:gdLst>
                <a:gd name="textAreaLeft" fmla="*/ 0 w 17108640"/>
                <a:gd name="textAreaRight" fmla="*/ 17114400 w 1710864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60360" y="26496720"/>
            <a:ext cx="17108640" cy="21240"/>
            <a:chOff x="1260360" y="26496720"/>
            <a:chExt cx="17108640" cy="21240"/>
          </a:xfrm>
        </p:grpSpPr>
        <p:sp>
          <p:nvSpPr>
            <p:cNvPr id="64" name="Freeform 7"/>
            <p:cNvSpPr/>
            <p:nvPr/>
          </p:nvSpPr>
          <p:spPr>
            <a:xfrm>
              <a:off x="1260360" y="26496720"/>
              <a:ext cx="17108640" cy="21240"/>
            </a:xfrm>
            <a:custGeom>
              <a:avLst/>
              <a:gdLst>
                <a:gd name="textAreaLeft" fmla="*/ 0 w 17108640"/>
                <a:gd name="textAreaRight" fmla="*/ 17114400 w 1710864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440" y="24017400"/>
            <a:ext cx="17108640" cy="21240"/>
            <a:chOff x="1225440" y="24017400"/>
            <a:chExt cx="17108640" cy="21240"/>
          </a:xfrm>
        </p:grpSpPr>
        <p:sp>
          <p:nvSpPr>
            <p:cNvPr id="66" name="Freeform 9"/>
            <p:cNvSpPr/>
            <p:nvPr/>
          </p:nvSpPr>
          <p:spPr>
            <a:xfrm>
              <a:off x="1225440" y="24017400"/>
              <a:ext cx="17108640" cy="21240"/>
            </a:xfrm>
            <a:custGeom>
              <a:avLst/>
              <a:gdLst>
                <a:gd name="textAreaLeft" fmla="*/ 0 w 17108640"/>
                <a:gd name="textAreaRight" fmla="*/ 17114400 w 1710864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236920" y="3263400"/>
            <a:ext cx="15682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+{{contact_phone}} |  {{contact_email}} |  {{contact_location}} | Licencia de conducir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5680"/>
            <a:ext cx="15360120" cy="14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821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 Bold"/>
              </a:rPr>
              <a:t>{{name}}</a:t>
            </a:r>
            <a:endParaRPr lang="es-AR" sz="8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5400000" y="2336400"/>
            <a:ext cx="12107520" cy="6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225080" y="6976080"/>
            <a:ext cx="14613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298160" y="20792880"/>
            <a:ext cx="65577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900000" y="21457080"/>
            <a:ext cx="179305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260360" y="25893720"/>
            <a:ext cx="115275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900000" y="26665560"/>
            <a:ext cx="1721052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225080" y="4326480"/>
            <a:ext cx="182944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1225440" y="23436720"/>
            <a:ext cx="65577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900000" y="24053040"/>
            <a:ext cx="199162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2"/>
          <p:cNvSpPr/>
          <p:nvPr/>
        </p:nvSpPr>
        <p:spPr>
          <a:xfrm>
            <a:off x="1225080" y="8174520"/>
            <a:ext cx="21288960" cy="691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6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{{exp_3_role}}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{{exp_3_company}}   {{exp_3_dates}}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 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3"/>
          <p:cNvSpPr/>
          <p:nvPr/>
        </p:nvSpPr>
        <p:spPr>
          <a:xfrm>
            <a:off x="5292720" y="8174520"/>
            <a:ext cx="177426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6"/>
          <p:cNvSpPr/>
          <p:nvPr/>
        </p:nvSpPr>
        <p:spPr>
          <a:xfrm>
            <a:off x="5292000" y="12600000"/>
            <a:ext cx="179233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000" y="16920000"/>
            <a:ext cx="17781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080000" y="540000"/>
            <a:ext cx="413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2026-01-14T16:11:20Z</dcterms:modified>
  <cp:revision>17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