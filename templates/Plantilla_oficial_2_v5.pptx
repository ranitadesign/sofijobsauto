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Montserrat"/>
      <p:regular r:id="rId4"/>
      <p:bold r:id="rId4"/>
    </p:embeddedFont>
    <p:embeddedFont>
      <p:font typeface="Garet Bold Italics"/>
    </p:embeddedFont>
    <p:embeddedFont>
      <p:font typeface="Microsoft YaHei"/>
      <p:regular r:id="rId5"/>
    </p:embeddedFont>
    <p:embeddedFont>
      <p:font typeface="Garet Bold"/>
    </p:embeddedFont>
    <p:embeddedFont>
      <p:font typeface="Garet Italics"/>
    </p:embeddedFont>
    <p:embeddedFont>
      <p:font typeface="Gare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EE5EC7-1703-4626-9815-D219340B49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ECA3E2-7194-4259-B22C-1BE741C029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2C6CBE-676A-42C2-9E58-2899ED84D3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818183-4DAD-4E73-96E6-7660E29A69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861402-F8A8-46C2-A76A-1F78F61354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4D6499-2FB5-474D-BFA7-FC266E2B9B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9593E4-DDD5-4AAF-9A84-F044984026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58AA60-1922-48BF-85DF-C5864591F7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138A2F-CFA3-4189-A064-7E8535666B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9575A9-7B4A-4008-9F21-BCCBAC34D4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8DD91E-923E-4624-AC1B-898D9922E3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1.png"/><Relationship Id="rId14" Type="http://schemas.openxmlformats.org/officeDocument/2006/relationships/image" Target="../media/image2.svg"/><Relationship Id="rId15" Type="http://schemas.openxmlformats.org/officeDocument/2006/relationships/image" Target="../media/image9.png"/><Relationship Id="rId16" Type="http://schemas.openxmlformats.org/officeDocument/2006/relationships/image" Target="../media/image10.svg"/><Relationship Id="rId17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6520" cy="4928760"/>
          </a:xfrm>
          <a:custGeom>
            <a:avLst/>
            <a:gdLst>
              <a:gd name="textAreaLeft" fmla="*/ 0 w 21386520"/>
              <a:gd name="textAreaRight" fmla="*/ 21393000 w 21386520"/>
              <a:gd name="textAreaTop" fmla="*/ 0 h 4928760"/>
              <a:gd name="textAreaBottom" fmla="*/ 4934880 h 492876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14101200" y="6574680"/>
            <a:ext cx="857160" cy="857160"/>
          </a:xfrm>
          <a:custGeom>
            <a:avLst/>
            <a:gdLst>
              <a:gd name="textAreaLeft" fmla="*/ 0 w 857160"/>
              <a:gd name="textAreaRight" fmla="*/ 863640 w 857160"/>
              <a:gd name="textAreaTop" fmla="*/ 0 h 857160"/>
              <a:gd name="textAreaBottom" fmla="*/ 863640 h 85716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4319360" y="6842160"/>
            <a:ext cx="420840" cy="322200"/>
          </a:xfrm>
          <a:custGeom>
            <a:avLst/>
            <a:gdLst>
              <a:gd name="textAreaLeft" fmla="*/ 0 w 420840"/>
              <a:gd name="textAreaRight" fmla="*/ 427320 w 420840"/>
              <a:gd name="textAreaTop" fmla="*/ 0 h 322200"/>
              <a:gd name="textAreaBottom" fmla="*/ 328680 h 322200"/>
            </a:gdLst>
            <a:ahLst/>
            <a:cxnLst/>
            <a:rect l="textAreaLeft" t="textAreaTop" r="textAreaRight" b="textAreaBottom"/>
            <a:pathLst>
              <a:path w="427263" h="328603">
                <a:moveTo>
                  <a:pt x="0" y="0"/>
                </a:moveTo>
                <a:lnTo>
                  <a:pt x="427263" y="0"/>
                </a:lnTo>
                <a:lnTo>
                  <a:pt x="427263" y="328603"/>
                </a:lnTo>
                <a:lnTo>
                  <a:pt x="0" y="32860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14101200" y="7739640"/>
            <a:ext cx="857160" cy="857160"/>
          </a:xfrm>
          <a:custGeom>
            <a:avLst/>
            <a:gdLst>
              <a:gd name="textAreaLeft" fmla="*/ 0 w 857160"/>
              <a:gd name="textAreaRight" fmla="*/ 863640 w 857160"/>
              <a:gd name="textAreaTop" fmla="*/ 0 h 857160"/>
              <a:gd name="textAreaBottom" fmla="*/ 863640 h 85716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1"/>
                </a:lnTo>
                <a:lnTo>
                  <a:pt x="0" y="8635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14381280" y="7963200"/>
            <a:ext cx="297360" cy="410040"/>
          </a:xfrm>
          <a:custGeom>
            <a:avLst/>
            <a:gdLst>
              <a:gd name="textAreaLeft" fmla="*/ 0 w 297360"/>
              <a:gd name="textAreaRight" fmla="*/ 303840 w 297360"/>
              <a:gd name="textAreaTop" fmla="*/ 0 h 410040"/>
              <a:gd name="textAreaBottom" fmla="*/ 416520 h 410040"/>
            </a:gdLst>
            <a:ahLst/>
            <a:cxnLst/>
            <a:rect l="textAreaLeft" t="textAreaTop" r="textAreaRight" b="textAreaBottom"/>
            <a:pathLst>
              <a:path w="303724" h="416576">
                <a:moveTo>
                  <a:pt x="0" y="0"/>
                </a:moveTo>
                <a:lnTo>
                  <a:pt x="303724" y="0"/>
                </a:lnTo>
                <a:lnTo>
                  <a:pt x="303724" y="416576"/>
                </a:lnTo>
                <a:lnTo>
                  <a:pt x="0" y="4165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14101200" y="8987760"/>
            <a:ext cx="857160" cy="857160"/>
          </a:xfrm>
          <a:custGeom>
            <a:avLst/>
            <a:gdLst>
              <a:gd name="textAreaLeft" fmla="*/ 0 w 857160"/>
              <a:gd name="textAreaRight" fmla="*/ 863640 w 857160"/>
              <a:gd name="textAreaTop" fmla="*/ 0 h 857160"/>
              <a:gd name="textAreaBottom" fmla="*/ 863640 h 85716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4346000" y="9226800"/>
            <a:ext cx="367920" cy="367920"/>
          </a:xfrm>
          <a:custGeom>
            <a:avLst/>
            <a:gdLst>
              <a:gd name="textAreaLeft" fmla="*/ 0 w 367920"/>
              <a:gd name="textAreaRight" fmla="*/ 374400 w 367920"/>
              <a:gd name="textAreaTop" fmla="*/ 0 h 367920"/>
              <a:gd name="textAreaBottom" fmla="*/ 374400 h 367920"/>
            </a:gdLst>
            <a:ahLst/>
            <a:cxnLst/>
            <a:rect l="textAreaLeft" t="textAreaTop" r="textAreaRight" b="textAreaBottom"/>
            <a:pathLst>
              <a:path w="374256" h="374256">
                <a:moveTo>
                  <a:pt x="0" y="0"/>
                </a:moveTo>
                <a:lnTo>
                  <a:pt x="374257" y="0"/>
                </a:lnTo>
                <a:lnTo>
                  <a:pt x="374257" y="374256"/>
                </a:lnTo>
                <a:lnTo>
                  <a:pt x="0" y="374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4101200" y="10154880"/>
            <a:ext cx="857160" cy="857160"/>
          </a:xfrm>
          <a:custGeom>
            <a:avLst/>
            <a:gdLst>
              <a:gd name="textAreaLeft" fmla="*/ 0 w 857160"/>
              <a:gd name="textAreaRight" fmla="*/ 863640 w 857160"/>
              <a:gd name="textAreaTop" fmla="*/ 0 h 857160"/>
              <a:gd name="textAreaBottom" fmla="*/ 863640 h 85716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4085720" y="6343920"/>
            <a:ext cx="5878440" cy="65160"/>
            <a:chOff x="14085720" y="6343920"/>
            <a:chExt cx="5878440" cy="65160"/>
          </a:xfrm>
        </p:grpSpPr>
        <p:sp>
          <p:nvSpPr>
            <p:cNvPr id="68" name="Freeform 11"/>
            <p:cNvSpPr/>
            <p:nvPr/>
          </p:nvSpPr>
          <p:spPr>
            <a:xfrm>
              <a:off x="14085720" y="6343920"/>
              <a:ext cx="5878440" cy="65160"/>
            </a:xfrm>
            <a:custGeom>
              <a:avLst/>
              <a:gdLst>
                <a:gd name="textAreaLeft" fmla="*/ 0 w 5878440"/>
                <a:gd name="textAreaRight" fmla="*/ 5884920 w 5878440"/>
                <a:gd name="textAreaTop" fmla="*/ 0 h 65160"/>
                <a:gd name="textAreaBottom" fmla="*/ 71640 h 6516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2b554e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14322240" y="10403280"/>
            <a:ext cx="415440" cy="329400"/>
          </a:xfrm>
          <a:custGeom>
            <a:avLst/>
            <a:gdLst>
              <a:gd name="textAreaLeft" fmla="*/ 0 w 415440"/>
              <a:gd name="textAreaRight" fmla="*/ 421920 w 415440"/>
              <a:gd name="textAreaTop" fmla="*/ 0 h 329400"/>
              <a:gd name="textAreaBottom" fmla="*/ 335880 h 329400"/>
            </a:gdLst>
            <a:ahLst/>
            <a:cxnLst/>
            <a:rect l="textAreaLeft" t="textAreaTop" r="textAreaRight" b="textAreaBottom"/>
            <a:pathLst>
              <a:path w="421872" h="335966">
                <a:moveTo>
                  <a:pt x="0" y="0"/>
                </a:moveTo>
                <a:lnTo>
                  <a:pt x="421872" y="0"/>
                </a:lnTo>
                <a:lnTo>
                  <a:pt x="421872" y="335966"/>
                </a:lnTo>
                <a:lnTo>
                  <a:pt x="0" y="3359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5120000" y="9199080"/>
            <a:ext cx="48564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5120000" y="7996680"/>
            <a:ext cx="48564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5423840" y="10383480"/>
            <a:ext cx="449532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5120000" y="6803280"/>
            <a:ext cx="485640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8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4125680" y="5454720"/>
            <a:ext cx="57931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436760" y="6530040"/>
            <a:ext cx="10472040" cy="65160"/>
            <a:chOff x="1436760" y="6530040"/>
            <a:chExt cx="10472040" cy="65160"/>
          </a:xfrm>
        </p:grpSpPr>
        <p:sp>
          <p:nvSpPr>
            <p:cNvPr id="76" name="Freeform 19"/>
            <p:cNvSpPr/>
            <p:nvPr/>
          </p:nvSpPr>
          <p:spPr>
            <a:xfrm>
              <a:off x="1436760" y="6530040"/>
              <a:ext cx="10472040" cy="65160"/>
            </a:xfrm>
            <a:custGeom>
              <a:avLst/>
              <a:gdLst>
                <a:gd name="textAreaLeft" fmla="*/ 0 w 10472040"/>
                <a:gd name="textAreaRight" fmla="*/ 10478520 w 10472040"/>
                <a:gd name="textAreaTop" fmla="*/ 0 h 65160"/>
                <a:gd name="textAreaBottom" fmla="*/ 71640 h 6516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2b554e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0"/>
          <p:cNvSpPr/>
          <p:nvPr/>
        </p:nvSpPr>
        <p:spPr>
          <a:xfrm>
            <a:off x="1463760" y="5640840"/>
            <a:ext cx="68259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463760" y="6692400"/>
            <a:ext cx="1044972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0"/>
          <p:cNvGrpSpPr/>
          <p:nvPr/>
        </p:nvGrpSpPr>
        <p:grpSpPr>
          <a:xfrm>
            <a:off x="1582200" y="26051040"/>
            <a:ext cx="10476720" cy="3938760"/>
            <a:chOff x="1582200" y="26051040"/>
            <a:chExt cx="10476720" cy="3938760"/>
          </a:xfrm>
        </p:grpSpPr>
        <p:grpSp>
          <p:nvGrpSpPr>
            <p:cNvPr id="80" name="Group 31"/>
            <p:cNvGrpSpPr/>
            <p:nvPr/>
          </p:nvGrpSpPr>
          <p:grpSpPr>
            <a:xfrm>
              <a:off x="1582200" y="26940600"/>
              <a:ext cx="10472040" cy="65160"/>
              <a:chOff x="1582200" y="26940600"/>
              <a:chExt cx="10472040" cy="65160"/>
            </a:xfrm>
          </p:grpSpPr>
          <p:sp>
            <p:nvSpPr>
              <p:cNvPr id="81" name="Freeform 32"/>
              <p:cNvSpPr/>
              <p:nvPr/>
            </p:nvSpPr>
            <p:spPr>
              <a:xfrm>
                <a:off x="1582200" y="26940600"/>
                <a:ext cx="10472040" cy="65160"/>
              </a:xfrm>
              <a:custGeom>
                <a:avLst/>
                <a:gdLst>
                  <a:gd name="textAreaLeft" fmla="*/ 0 w 10472040"/>
                  <a:gd name="textAreaRight" fmla="*/ 10478520 w 10472040"/>
                  <a:gd name="textAreaTop" fmla="*/ 0 h 65160"/>
                  <a:gd name="textAreaBottom" fmla="*/ 71640 h 65160"/>
                </a:gdLst>
                <a:ahLst/>
                <a:cxnLst/>
                <a:rect l="textAreaLeft" t="textAreaTop" r="textAreaRight" b="textAreaBottom"/>
                <a:pathLst>
                  <a:path w="13971524" h="95759">
                    <a:moveTo>
                      <a:pt x="47879" y="0"/>
                    </a:moveTo>
                    <a:lnTo>
                      <a:pt x="13923645" y="0"/>
                    </a:lnTo>
                    <a:cubicBezTo>
                      <a:pt x="13950060" y="0"/>
                      <a:pt x="13971524" y="21463"/>
                      <a:pt x="13971524" y="47879"/>
                    </a:cubicBezTo>
                    <a:cubicBezTo>
                      <a:pt x="13971524" y="74295"/>
                      <a:pt x="13950060" y="95758"/>
                      <a:pt x="13923645" y="95758"/>
                    </a:cubicBezTo>
                    <a:lnTo>
                      <a:pt x="47879" y="95758"/>
                    </a:lnTo>
                    <a:cubicBezTo>
                      <a:pt x="21463" y="95885"/>
                      <a:pt x="0" y="74422"/>
                      <a:pt x="0" y="47879"/>
                    </a:cubicBezTo>
                    <a:cubicBezTo>
                      <a:pt x="0" y="21336"/>
                      <a:pt x="21463" y="0"/>
                      <a:pt x="47879" y="0"/>
                    </a:cubicBezTo>
                    <a:close/>
                  </a:path>
                </a:pathLst>
              </a:custGeom>
              <a:solidFill>
                <a:srgbClr val="2b554e">
                  <a:alpha val="25000"/>
                </a:srgbClr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6640" bIns="266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2" name="TextBox 33"/>
            <p:cNvSpPr/>
            <p:nvPr/>
          </p:nvSpPr>
          <p:spPr>
            <a:xfrm>
              <a:off x="1609200" y="26051040"/>
              <a:ext cx="9675720" cy="660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5207"/>
                </a:lnSpc>
              </a:pPr>
              <a:r>
                <a:rPr lang="en-US" sz="4340" b="1" u="none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FORMACIÓN PROFESIONAL</a:t>
              </a:r>
              <a:endParaRPr lang="es-AR" sz="434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34"/>
            <p:cNvSpPr/>
            <p:nvPr/>
          </p:nvSpPr>
          <p:spPr>
            <a:xfrm>
              <a:off x="1609200" y="27177840"/>
              <a:ext cx="10449720" cy="281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691"/>
                </a:lnSpc>
                <a:buClr>
                  <a:srgbClr val="000000"/>
                </a:buClr>
                <a:buSzPct val="35000"/>
                <a:buFont typeface="Wingdings" charset="2"/>
                <a:buChar char=""/>
              </a:pPr>
              <a:r>
                <a:rPr lang="en-US" sz="2260" b="0" u="none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"/>
                </a:rPr>
                <a:t>{{edu_1_degree}}  {{edu_1_school}}  {{edu_1_years}}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91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691"/>
                </a:lnSpc>
                <a:buClr>
                  <a:srgbClr val="000000"/>
                </a:buClr>
                <a:buSzPct val="35000"/>
                <a:buFont typeface="Wingdings" charset="2"/>
                <a:buChar char=""/>
              </a:pPr>
              <a:r>
                <a:rPr lang="en-US" sz="2260" b="0" u="none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"/>
                </a:rPr>
                <a:t>{{edu_2_degree}}  {{edu_2_school}}  {{edu_2_years}}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91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691"/>
                </a:lnSpc>
                <a:buClr>
                  <a:srgbClr val="000000"/>
                </a:buClr>
                <a:buSzPct val="35000"/>
                <a:buFont typeface="Wingdings" charset="2"/>
                <a:buChar char=""/>
              </a:pPr>
              <a:r>
                <a:rPr lang="en-US" sz="2260" b="0" u="none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"/>
                </a:rPr>
                <a:t>{{edu_3_degree}}  {{edu_3_school}}  {{edu_3_years}}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91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39"/>
          <p:cNvSpPr/>
          <p:nvPr/>
        </p:nvSpPr>
        <p:spPr>
          <a:xfrm>
            <a:off x="1285560" y="1440000"/>
            <a:ext cx="1401084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Montserra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0"/>
          <p:cNvSpPr/>
          <p:nvPr/>
        </p:nvSpPr>
        <p:spPr>
          <a:xfrm>
            <a:off x="1288800" y="2762280"/>
            <a:ext cx="1365084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Lato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14940000" y="180360"/>
            <a:ext cx="25650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42"/>
          <p:cNvGrpSpPr/>
          <p:nvPr/>
        </p:nvGrpSpPr>
        <p:grpSpPr>
          <a:xfrm>
            <a:off x="1365480" y="10490400"/>
            <a:ext cx="10454400" cy="47520"/>
            <a:chOff x="1365480" y="10490400"/>
            <a:chExt cx="10454400" cy="47520"/>
          </a:xfrm>
        </p:grpSpPr>
        <p:sp>
          <p:nvSpPr>
            <p:cNvPr id="88" name="Freeform 43"/>
            <p:cNvSpPr/>
            <p:nvPr/>
          </p:nvSpPr>
          <p:spPr>
            <a:xfrm>
              <a:off x="1365480" y="10490400"/>
              <a:ext cx="10454400" cy="47520"/>
            </a:xfrm>
            <a:custGeom>
              <a:avLst/>
              <a:gdLst>
                <a:gd name="textAreaLeft" fmla="*/ 0 w 10454400"/>
                <a:gd name="textAreaRight" fmla="*/ 10460880 w 10454400"/>
                <a:gd name="textAreaTop" fmla="*/ 0 h 47520"/>
                <a:gd name="textAreaBottom" fmla="*/ 54000 h 4752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2b554e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44"/>
          <p:cNvSpPr/>
          <p:nvPr/>
        </p:nvSpPr>
        <p:spPr>
          <a:xfrm>
            <a:off x="1392480" y="9600840"/>
            <a:ext cx="91638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45"/>
          <p:cNvGrpSpPr/>
          <p:nvPr/>
        </p:nvGrpSpPr>
        <p:grpSpPr>
          <a:xfrm>
            <a:off x="1316160" y="10663200"/>
            <a:ext cx="10919880" cy="15270840"/>
            <a:chOff x="1316160" y="10663200"/>
            <a:chExt cx="10919880" cy="15270840"/>
          </a:xfrm>
        </p:grpSpPr>
        <p:sp>
          <p:nvSpPr>
            <p:cNvPr id="91" name="TextBox 46"/>
            <p:cNvSpPr/>
            <p:nvPr/>
          </p:nvSpPr>
          <p:spPr>
            <a:xfrm>
              <a:off x="1392480" y="10663200"/>
              <a:ext cx="10483560" cy="878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r>
                <a:rPr lang="en-US" sz="2430" b="1" u="none" spc="51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{{exp_1_company}}</a:t>
              </a:r>
              <a:endParaRPr lang="es-AR" sz="243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{{exp_1_role}} {{exp_1_dates}}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{{exp_2_company}}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{{exp_2_role}} {{exp_2_dates}}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{{exp_3_company}}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{{exp_3_role}} {{exp_3_dates}}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{{exp_4_company}}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{{exp_4_role}} {{exp_4_dates}}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{{exp_5_company}}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{{exp_5_role}} {{exp_5_dates}}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{{exp_5_bullets_block}}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47"/>
            <p:cNvSpPr/>
            <p:nvPr/>
          </p:nvSpPr>
          <p:spPr>
            <a:xfrm>
              <a:off x="1392480" y="11700000"/>
              <a:ext cx="10449720" cy="1766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48"/>
            <p:cNvSpPr/>
            <p:nvPr/>
          </p:nvSpPr>
          <p:spPr>
            <a:xfrm>
              <a:off x="1392480" y="11181240"/>
              <a:ext cx="10303560" cy="3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49"/>
            <p:cNvSpPr/>
            <p:nvPr/>
          </p:nvSpPr>
          <p:spPr>
            <a:xfrm>
              <a:off x="1463760" y="13876200"/>
              <a:ext cx="10449720" cy="431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extBox 50"/>
            <p:cNvSpPr/>
            <p:nvPr/>
          </p:nvSpPr>
          <p:spPr>
            <a:xfrm>
              <a:off x="1463760" y="14468760"/>
              <a:ext cx="10412280" cy="3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TextBox 51"/>
            <p:cNvSpPr/>
            <p:nvPr/>
          </p:nvSpPr>
          <p:spPr>
            <a:xfrm>
              <a:off x="1463760" y="14990400"/>
              <a:ext cx="10449720" cy="167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extBox 52"/>
            <p:cNvSpPr/>
            <p:nvPr/>
          </p:nvSpPr>
          <p:spPr>
            <a:xfrm>
              <a:off x="1365480" y="16911720"/>
              <a:ext cx="10510560" cy="431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TextBox 53"/>
            <p:cNvSpPr/>
            <p:nvPr/>
          </p:nvSpPr>
          <p:spPr>
            <a:xfrm>
              <a:off x="1365480" y="17504280"/>
              <a:ext cx="10510560" cy="3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TextBox 54"/>
            <p:cNvSpPr/>
            <p:nvPr/>
          </p:nvSpPr>
          <p:spPr>
            <a:xfrm>
              <a:off x="1365480" y="18025920"/>
              <a:ext cx="10449720" cy="88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TextBox 55"/>
            <p:cNvSpPr/>
            <p:nvPr/>
          </p:nvSpPr>
          <p:spPr>
            <a:xfrm>
              <a:off x="1343160" y="20046600"/>
              <a:ext cx="10892880" cy="431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TextBox 56"/>
            <p:cNvSpPr/>
            <p:nvPr/>
          </p:nvSpPr>
          <p:spPr>
            <a:xfrm>
              <a:off x="1343160" y="20639160"/>
              <a:ext cx="10712880" cy="3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TextBox 57"/>
            <p:cNvSpPr/>
            <p:nvPr/>
          </p:nvSpPr>
          <p:spPr>
            <a:xfrm>
              <a:off x="1343160" y="21132000"/>
              <a:ext cx="10449720" cy="167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TextBox 58"/>
            <p:cNvSpPr/>
            <p:nvPr/>
          </p:nvSpPr>
          <p:spPr>
            <a:xfrm>
              <a:off x="1316160" y="23082120"/>
              <a:ext cx="10449720" cy="431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TextBox 59"/>
            <p:cNvSpPr/>
            <p:nvPr/>
          </p:nvSpPr>
          <p:spPr>
            <a:xfrm>
              <a:off x="1316160" y="23674680"/>
              <a:ext cx="10449720" cy="3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TextBox 60"/>
            <p:cNvSpPr/>
            <p:nvPr/>
          </p:nvSpPr>
          <p:spPr>
            <a:xfrm>
              <a:off x="1316160" y="24167520"/>
              <a:ext cx="10449720" cy="1766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6" name=""/>
          <p:cNvSpPr/>
          <p:nvPr/>
        </p:nvSpPr>
        <p:spPr>
          <a:xfrm>
            <a:off x="15658560" y="553320"/>
            <a:ext cx="12574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16020000" y="535680"/>
            <a:ext cx="521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14040360" y="11693880"/>
            <a:ext cx="5939640" cy="30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300" b="0" u="none" strike="noStrike">
                <a:solidFill>
                  <a:srgbClr val="000000"/>
                </a:solidFill>
                <a:effectLst/>
                <a:uFillTx/>
                <a:latin typeface="Montserrat"/>
              </a:rPr>
              <a:t>{{title}}</a:t>
            </a:r>
            <a:endParaRPr lang="es-AR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{{body}}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2026-01-14T14:39:30Z</dcterms:modified>
  <cp:revision>19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