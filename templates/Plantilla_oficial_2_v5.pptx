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Garet Bold"/>
    </p:embeddedFont>
    <p:embeddedFont>
      <p:font typeface="Garet Italics"/>
    </p:embeddedFont>
    <p:embeddedFont>
      <p:font typeface="Garet Bold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8FE915-3E66-459A-A067-149DE154E5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97B2E1-CCC1-479B-90B4-34D3179AA3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B8B05A-F471-464D-A708-DB719D9927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9F634A-2D59-4901-ACBE-9515EE3631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8BE76E-5936-4896-B915-68EB4D48C9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0C3289-45BE-49AE-8B7B-0D2FB88DFA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8BB57E-C816-474D-AADD-A243E21588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1FD19A-6D8E-4D7E-A207-A60FD5905E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69D6D6-702E-4CF0-90E3-D89EFD415B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310BF4-901F-4422-BA63-87C8CAD818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F7E185-F75F-4317-8D74-690E6031EA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80040" cy="4922280"/>
          </a:xfrm>
          <a:custGeom>
            <a:avLst/>
            <a:gdLst>
              <a:gd name="textAreaLeft" fmla="*/ 0 w 21380040"/>
              <a:gd name="textAreaRight" fmla="*/ 21393000 w 21380040"/>
              <a:gd name="textAreaTop" fmla="*/ 0 h 4922280"/>
              <a:gd name="textAreaBottom" fmla="*/ 4934880 h 492228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41"/>
          <p:cNvSpPr/>
          <p:nvPr/>
        </p:nvSpPr>
        <p:spPr>
          <a:xfrm>
            <a:off x="14940000" y="180360"/>
            <a:ext cx="2558520" cy="39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" name="Group 45"/>
          <p:cNvGrpSpPr/>
          <p:nvPr/>
        </p:nvGrpSpPr>
        <p:grpSpPr>
          <a:xfrm>
            <a:off x="721800" y="10125000"/>
            <a:ext cx="12957120" cy="14173920"/>
            <a:chOff x="721800" y="10125000"/>
            <a:chExt cx="12957120" cy="14173920"/>
          </a:xfrm>
        </p:grpSpPr>
        <p:sp>
          <p:nvSpPr>
            <p:cNvPr id="62" name="TextBox 46"/>
            <p:cNvSpPr/>
            <p:nvPr/>
          </p:nvSpPr>
          <p:spPr>
            <a:xfrm>
              <a:off x="812520" y="10125000"/>
              <a:ext cx="12439080" cy="3907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r>
                <a:rPr lang="en-US" sz="240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{{exp_1_role}} </a:t>
              </a:r>
              <a:r>
                <a:rPr lang="en-US" sz="240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{{exp_1_company}}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7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r>
                <a:rPr lang="en-US" sz="2400" b="1" u="none" spc="48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 Italics"/>
                </a:rPr>
                <a:t>{{exp_2_</a:t>
              </a:r>
              <a:r>
                <a:rPr lang="en-US" sz="240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role</a:t>
              </a:r>
              <a:r>
                <a:rPr lang="en-US" sz="2400" b="1" u="none" spc="48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 Italics"/>
                </a:rPr>
                <a:t>}} </a:t>
              </a:r>
              <a:r>
                <a:rPr lang="en-US" sz="240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{{exp_2_company}}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7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r>
                <a:rPr lang="en-US" sz="2400" b="1" u="none" spc="48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 Italics"/>
                </a:rPr>
                <a:t>{{exp_3_</a:t>
              </a:r>
              <a:r>
                <a:rPr lang="en-US" sz="240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role</a:t>
              </a:r>
              <a:r>
                <a:rPr lang="en-US" sz="2400" b="1" u="none" spc="48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 Italics"/>
                </a:rPr>
                <a:t>}} </a:t>
              </a:r>
              <a:r>
                <a:rPr lang="en-US" sz="240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{{exp_3_company}} {{exp_3_dates}}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7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r>
                <a:rPr lang="en-US" sz="2400" b="1" u="none" spc="48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 Italics"/>
                </a:rPr>
                <a:t>{{exp_4_</a:t>
              </a:r>
              <a:r>
                <a:rPr lang="en-US" sz="240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role</a:t>
              </a:r>
              <a:r>
                <a:rPr lang="en-US" sz="2400" b="1" u="none" spc="48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 Italics"/>
                </a:rPr>
                <a:t>}} </a:t>
              </a:r>
              <a:r>
                <a:rPr lang="en-US" sz="240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{{exp_4_company}} {{exp_4_dates}}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{{exp_4_bullets_block}}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7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r>
                <a:rPr lang="en-US" sz="2400" b="1" u="none" spc="48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 Italics"/>
                </a:rPr>
                <a:t>{{exp_5_</a:t>
              </a:r>
              <a:r>
                <a:rPr lang="en-US" sz="2400" b="1" u="none" spc="51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"/>
                </a:rPr>
                <a:t>role</a:t>
              </a:r>
              <a:r>
                <a:rPr lang="en-US" sz="2400" b="1" u="none" spc="48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Bold Italics"/>
                </a:rPr>
                <a:t>}} </a:t>
              </a:r>
              <a:r>
                <a:rPr lang="en-US" sz="2400" b="0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{{exp_5_company}} {{exp_5_dates}}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268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Garet"/>
                  <a:ea typeface="Montserrat"/>
                </a:rPr>
                <a:t>{{exp_5_bullets_block}}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TextBox 47"/>
            <p:cNvSpPr/>
            <p:nvPr/>
          </p:nvSpPr>
          <p:spPr>
            <a:xfrm>
              <a:off x="812520" y="11087640"/>
              <a:ext cx="12398760" cy="163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48"/>
            <p:cNvSpPr/>
            <p:nvPr/>
          </p:nvSpPr>
          <p:spPr>
            <a:xfrm>
              <a:off x="812520" y="10605960"/>
              <a:ext cx="12225240" cy="345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49"/>
            <p:cNvSpPr/>
            <p:nvPr/>
          </p:nvSpPr>
          <p:spPr>
            <a:xfrm>
              <a:off x="897120" y="13108680"/>
              <a:ext cx="1239876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52"/>
            <p:cNvSpPr/>
            <p:nvPr/>
          </p:nvSpPr>
          <p:spPr>
            <a:xfrm>
              <a:off x="780480" y="15927120"/>
              <a:ext cx="1247112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53"/>
            <p:cNvSpPr/>
            <p:nvPr/>
          </p:nvSpPr>
          <p:spPr>
            <a:xfrm>
              <a:off x="780480" y="16477560"/>
              <a:ext cx="1247112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54"/>
            <p:cNvSpPr/>
            <p:nvPr/>
          </p:nvSpPr>
          <p:spPr>
            <a:xfrm>
              <a:off x="780480" y="16961760"/>
              <a:ext cx="12398760" cy="813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5"/>
            <p:cNvSpPr/>
            <p:nvPr/>
          </p:nvSpPr>
          <p:spPr>
            <a:xfrm>
              <a:off x="753840" y="18838080"/>
              <a:ext cx="1292508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6"/>
            <p:cNvSpPr/>
            <p:nvPr/>
          </p:nvSpPr>
          <p:spPr>
            <a:xfrm>
              <a:off x="753840" y="19388520"/>
              <a:ext cx="1271124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7"/>
            <p:cNvSpPr/>
            <p:nvPr/>
          </p:nvSpPr>
          <p:spPr>
            <a:xfrm>
              <a:off x="753840" y="19846080"/>
              <a:ext cx="12399120" cy="1547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8"/>
            <p:cNvSpPr/>
            <p:nvPr/>
          </p:nvSpPr>
          <p:spPr>
            <a:xfrm>
              <a:off x="721800" y="21656880"/>
              <a:ext cx="1239876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9"/>
            <p:cNvSpPr/>
            <p:nvPr/>
          </p:nvSpPr>
          <p:spPr>
            <a:xfrm>
              <a:off x="721800" y="22207320"/>
              <a:ext cx="12398760" cy="344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60"/>
            <p:cNvSpPr/>
            <p:nvPr/>
          </p:nvSpPr>
          <p:spPr>
            <a:xfrm>
              <a:off x="721800" y="22664880"/>
              <a:ext cx="12398760" cy="163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"/>
          <p:cNvSpPr/>
          <p:nvPr/>
        </p:nvSpPr>
        <p:spPr>
          <a:xfrm>
            <a:off x="15658560" y="553320"/>
            <a:ext cx="1251000" cy="35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6020000" y="535680"/>
            <a:ext cx="521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32"/>
          <p:cNvGrpSpPr/>
          <p:nvPr/>
        </p:nvGrpSpPr>
        <p:grpSpPr>
          <a:xfrm>
            <a:off x="836640" y="26881920"/>
            <a:ext cx="12422880" cy="56520"/>
            <a:chOff x="836640" y="26881920"/>
            <a:chExt cx="12422880" cy="56520"/>
          </a:xfrm>
        </p:grpSpPr>
        <p:sp>
          <p:nvSpPr>
            <p:cNvPr id="78" name="Freeform 1"/>
            <p:cNvSpPr/>
            <p:nvPr/>
          </p:nvSpPr>
          <p:spPr>
            <a:xfrm>
              <a:off x="836640" y="26881920"/>
              <a:ext cx="12422880" cy="56520"/>
            </a:xfrm>
            <a:custGeom>
              <a:avLst/>
              <a:gdLst>
                <a:gd name="textAreaLeft" fmla="*/ 0 w 12422880"/>
                <a:gd name="textAreaRight" fmla="*/ 12440160 w 12422880"/>
                <a:gd name="textAreaTop" fmla="*/ 0 h 56520"/>
                <a:gd name="textAreaBottom" fmla="*/ 71640 h 5652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4"/>
          <p:cNvSpPr/>
          <p:nvPr/>
        </p:nvSpPr>
        <p:spPr>
          <a:xfrm>
            <a:off x="868320" y="26220960"/>
            <a:ext cx="1147752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FORMACIÓN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5"/>
          <p:cNvSpPr/>
          <p:nvPr/>
        </p:nvSpPr>
        <p:spPr>
          <a:xfrm>
            <a:off x="898560" y="27069480"/>
            <a:ext cx="12396600" cy="20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1" name="Group 18"/>
          <p:cNvGrpSpPr/>
          <p:nvPr/>
        </p:nvGrpSpPr>
        <p:grpSpPr>
          <a:xfrm>
            <a:off x="866880" y="6258600"/>
            <a:ext cx="12422880" cy="56520"/>
            <a:chOff x="866880" y="6258600"/>
            <a:chExt cx="12422880" cy="56520"/>
          </a:xfrm>
        </p:grpSpPr>
        <p:sp>
          <p:nvSpPr>
            <p:cNvPr id="82" name="Freeform 10"/>
            <p:cNvSpPr/>
            <p:nvPr/>
          </p:nvSpPr>
          <p:spPr>
            <a:xfrm>
              <a:off x="866880" y="6258600"/>
              <a:ext cx="12422880" cy="56520"/>
            </a:xfrm>
            <a:custGeom>
              <a:avLst/>
              <a:gdLst>
                <a:gd name="textAreaLeft" fmla="*/ 0 w 12422880"/>
                <a:gd name="textAreaRight" fmla="*/ 12440160 w 12422880"/>
                <a:gd name="textAreaTop" fmla="*/ 0 h 56520"/>
                <a:gd name="textAreaBottom" fmla="*/ 71640 h 5652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20"/>
          <p:cNvSpPr/>
          <p:nvPr/>
        </p:nvSpPr>
        <p:spPr>
          <a:xfrm>
            <a:off x="898920" y="5369400"/>
            <a:ext cx="80942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1"/>
          <p:cNvSpPr/>
          <p:nvPr/>
        </p:nvSpPr>
        <p:spPr>
          <a:xfrm>
            <a:off x="898920" y="6420960"/>
            <a:ext cx="1239660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Group 30"/>
          <p:cNvGrpSpPr/>
          <p:nvPr/>
        </p:nvGrpSpPr>
        <p:grpSpPr>
          <a:xfrm>
            <a:off x="830520" y="9889920"/>
            <a:ext cx="12402000" cy="38880"/>
            <a:chOff x="830520" y="9889920"/>
            <a:chExt cx="12402000" cy="38880"/>
          </a:xfrm>
        </p:grpSpPr>
        <p:sp>
          <p:nvSpPr>
            <p:cNvPr id="86" name="Freeform 31"/>
            <p:cNvSpPr/>
            <p:nvPr/>
          </p:nvSpPr>
          <p:spPr>
            <a:xfrm>
              <a:off x="830520" y="9889920"/>
              <a:ext cx="12402000" cy="38880"/>
            </a:xfrm>
            <a:custGeom>
              <a:avLst/>
              <a:gdLst>
                <a:gd name="textAreaLeft" fmla="*/ 0 w 12402000"/>
                <a:gd name="textAreaRight" fmla="*/ 12419280 w 12402000"/>
                <a:gd name="textAreaTop" fmla="*/ 0 h 38880"/>
                <a:gd name="textAreaBottom" fmla="*/ 54000 h 3888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42"/>
          <p:cNvSpPr/>
          <p:nvPr/>
        </p:nvSpPr>
        <p:spPr>
          <a:xfrm>
            <a:off x="862560" y="9000360"/>
            <a:ext cx="108698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9"/>
          <p:cNvSpPr/>
          <p:nvPr/>
        </p:nvSpPr>
        <p:spPr>
          <a:xfrm>
            <a:off x="1285560" y="1440720"/>
            <a:ext cx="14004000" cy="13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0"/>
          <p:cNvGrpSpPr/>
          <p:nvPr/>
        </p:nvGrpSpPr>
        <p:grpSpPr>
          <a:xfrm>
            <a:off x="14092200" y="6253200"/>
            <a:ext cx="5869800" cy="56520"/>
            <a:chOff x="14092200" y="6253200"/>
            <a:chExt cx="5869800" cy="56520"/>
          </a:xfrm>
        </p:grpSpPr>
        <p:sp>
          <p:nvSpPr>
            <p:cNvPr id="90" name="Freeform 4"/>
            <p:cNvSpPr/>
            <p:nvPr/>
          </p:nvSpPr>
          <p:spPr>
            <a:xfrm>
              <a:off x="14092200" y="6253200"/>
              <a:ext cx="5869800" cy="56520"/>
            </a:xfrm>
            <a:custGeom>
              <a:avLst/>
              <a:gdLst>
                <a:gd name="textAreaLeft" fmla="*/ 0 w 5869800"/>
                <a:gd name="textAreaRight" fmla="*/ 5884920 w 5869800"/>
                <a:gd name="textAreaTop" fmla="*/ 0 h 56520"/>
                <a:gd name="textAreaBottom" fmla="*/ 71640 h 5652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6"/>
          <p:cNvSpPr/>
          <p:nvPr/>
        </p:nvSpPr>
        <p:spPr>
          <a:xfrm>
            <a:off x="14235480" y="6595560"/>
            <a:ext cx="4848840" cy="17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6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7"/>
          <p:cNvSpPr/>
          <p:nvPr/>
        </p:nvSpPr>
        <p:spPr>
          <a:xfrm>
            <a:off x="14132160" y="5364000"/>
            <a:ext cx="57844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Gare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14046480" y="8582040"/>
            <a:ext cx="6653160" cy="30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400" b="1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{{title}}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pc="-550" strike="noStrike">
                <a:solidFill>
                  <a:srgbClr val="c0504d"/>
                </a:solidFill>
                <a:effectLst/>
                <a:uFillTx/>
                <a:latin typeface="Garet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2026-02-11T20:45:03Z</dcterms:modified>
  <cp:revision>39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