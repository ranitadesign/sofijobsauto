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Garet"/>
      <p:regular r:id="rId4"/>
      <p:bold r:id="rId4"/>
    </p:embeddedFont>
    <p:embeddedFont>
      <p:font typeface="Poppins"/>
      <p:regular r:id="rId5"/>
      <p:bold r:id="rId5"/>
    </p:embeddedFont>
    <p:embeddedFont>
      <p:font typeface="Microsoft YaHei"/>
      <p:regular r:id="rId6"/>
    </p:embeddedFont>
    <p:embeddedFont>
      <p:font typeface="Montserrat Bold"/>
    </p:embeddedFont>
    <p:embeddedFont>
      <p:font typeface="Garet Bold"/>
    </p:embeddedFont>
    <p:embeddedFont>
      <p:font typeface="Montserrat"/>
      <p:regular r:id="rId7"/>
      <p:bold r:id="rId7"/>
    </p:embeddedFont>
    <p:embeddedFont>
      <p:font typeface="Garet Italics"/>
    </p:embeddedFont>
    <p:embeddedFont>
      <p:font typeface="Garet Bold Italics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Garet_Regular.fntdata"/><Relationship Id="rId5" Type="http://schemas.openxmlformats.org/officeDocument/2006/relationships/font" Target="fonts/Font_2_Poppins_Regular.fntdata"/><Relationship Id="rId6" Type="http://schemas.openxmlformats.org/officeDocument/2006/relationships/font" Target="fonts/Font_3_Microsoft_YaHei_Regular.fntdata"/><Relationship Id="rId7" Type="http://schemas.openxmlformats.org/officeDocument/2006/relationships/font" Target="fonts/Font_4_Montserrat_Regular.fntdata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4080" cy="583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6600" cy="583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E384212-A52E-4DCC-8281-CE1256FF783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6280" cy="112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6280" cy="451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A2436F2-94B9-4905-BADD-33354DC8879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59080" cy="134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59080" cy="14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3F28448-858E-4015-AF62-B3781D37E93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6280" cy="112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5160" cy="451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5160" cy="451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F891DEB-DAA9-4D6B-A721-60087A0BF31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6280" cy="112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26960" cy="62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26960" cy="393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28400" cy="62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28400" cy="393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7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8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49C4DDB-D0E0-4D4D-9F8E-8811778345C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6280" cy="112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2B2372F-FAAE-4A69-94B5-22E3CFE8C95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E8B96B6-4522-4699-B8BA-4EAF2E8BB1E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4840" cy="114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098320" cy="583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4840" cy="467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2ED0DA5-5E48-428E-ACDC-EA323CE0DEF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3080" cy="55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3080" cy="410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3080" cy="79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FBD261B-2F4C-4DE0-B7E7-E212264E173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59080" cy="14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7C056C2-7244-46B0-BB2A-410333C7170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6280" cy="112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6280" cy="451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BEC530F-C885-410E-896D-1F1EA381A14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reeform 2"/>
          <p:cNvSpPr/>
          <p:nvPr/>
        </p:nvSpPr>
        <p:spPr>
          <a:xfrm>
            <a:off x="0" y="0"/>
            <a:ext cx="21379680" cy="4921920"/>
          </a:xfrm>
          <a:custGeom>
            <a:avLst/>
            <a:gdLst>
              <a:gd name="textAreaLeft" fmla="*/ 0 w 21379680"/>
              <a:gd name="textAreaRight" fmla="*/ 21393000 w 21379680"/>
              <a:gd name="textAreaTop" fmla="*/ 0 h 4921920"/>
              <a:gd name="textAreaBottom" fmla="*/ 4934880 h 4921920"/>
            </a:gdLst>
            <a:ahLst/>
            <a:cxnLst/>
            <a:rect l="textAreaLeft" t="textAreaTop" r="textAreaRight" b="textAreaBottom"/>
            <a:pathLst>
              <a:path w="21392989" h="5161031">
                <a:moveTo>
                  <a:pt x="0" y="0"/>
                </a:moveTo>
                <a:lnTo>
                  <a:pt x="21392989" y="0"/>
                </a:lnTo>
                <a:lnTo>
                  <a:pt x="21392989" y="5161031"/>
                </a:lnTo>
                <a:lnTo>
                  <a:pt x="0" y="5161031"/>
                </a:lnTo>
                <a:lnTo>
                  <a:pt x="0" y="0"/>
                </a:lnTo>
                <a:close/>
              </a:path>
            </a:pathLst>
          </a:cu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Box 41"/>
          <p:cNvSpPr/>
          <p:nvPr/>
        </p:nvSpPr>
        <p:spPr>
          <a:xfrm>
            <a:off x="14940000" y="180360"/>
            <a:ext cx="255816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3141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1" name="Group 45"/>
          <p:cNvGrpSpPr/>
          <p:nvPr/>
        </p:nvGrpSpPr>
        <p:grpSpPr>
          <a:xfrm>
            <a:off x="721800" y="10125000"/>
            <a:ext cx="12956760" cy="14173560"/>
            <a:chOff x="721800" y="10125000"/>
            <a:chExt cx="12956760" cy="14173560"/>
          </a:xfrm>
        </p:grpSpPr>
        <p:sp>
          <p:nvSpPr>
            <p:cNvPr id="62" name="TextBox 46"/>
            <p:cNvSpPr/>
            <p:nvPr/>
          </p:nvSpPr>
          <p:spPr>
            <a:xfrm>
              <a:off x="812520" y="10125000"/>
              <a:ext cx="12438720" cy="430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marL="216000" indent="-216000" defTabSz="914400">
                <a:lnSpc>
                  <a:spcPts val="3144"/>
                </a:lnSpc>
                <a:buSzPct val="231348"/>
                <a:buBlip>
                  <a:blip r:embed="rId1"/>
                </a:buBlip>
              </a:pPr>
              <a:r>
                <a:rPr lang="en-US" sz="1400" b="1" u="none" strike="noStrike">
                  <a:solidFill>
                    <a:srgbClr val="333333"/>
                  </a:solidFill>
                  <a:effectLst/>
                  <a:uFillTx/>
                  <a:latin typeface="Poppins"/>
                  <a:ea typeface="Montserrat Bold"/>
                </a:rPr>
                <a:t>[[EXPERIENCE_BLOCK]]</a:t>
              </a:r>
              <a:endParaRPr lang="es-AR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402"/>
                </a:lnSpc>
              </a:pPr>
              <a:r>
                <a:rPr lang="en-US" sz="2400" b="1" u="none" spc="51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Bold"/>
                </a:rPr>
                <a:t>{{exp_1_role}} </a:t>
              </a:r>
              <a:r>
                <a:rPr lang="en-US" sz="2400" b="0" u="none" spc="43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Italics"/>
                </a:rPr>
                <a:t>{{exp_1_company}} {{exp_1_dates}}</a:t>
              </a:r>
              <a:endPara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2268"/>
                </a:lnSpc>
              </a:pPr>
              <a:r>
                <a:rPr lang="es-AR" sz="2200" b="0" u="none" strike="noStrike">
                  <a:solidFill>
                    <a:srgbClr val="000000"/>
                  </a:solidFill>
                  <a:effectLst/>
                  <a:uFillTx/>
                  <a:latin typeface="Garet"/>
                  <a:ea typeface="Montserrat"/>
                </a:rPr>
                <a:t>{{exp_1_bullets_block}}</a:t>
              </a:r>
              <a:endParaRPr lang="es-AR" sz="2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567"/>
                </a:lnSpc>
              </a:pPr>
              <a:endParaRPr lang="es-AR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484"/>
                </a:lnSpc>
              </a:pPr>
              <a:r>
                <a:rPr lang="en-US" sz="2400" b="1" u="none" spc="48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Bold Italics"/>
                </a:rPr>
                <a:t>{{exp_2_</a:t>
              </a:r>
              <a:r>
                <a:rPr lang="en-US" sz="2400" b="1" u="none" spc="51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Bold"/>
                </a:rPr>
                <a:t>role</a:t>
              </a:r>
              <a:r>
                <a:rPr lang="en-US" sz="2400" b="1" u="none" spc="48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Bold Italics"/>
                </a:rPr>
                <a:t>}} </a:t>
              </a:r>
              <a:r>
                <a:rPr lang="en-US" sz="2400" b="0" u="none" spc="43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Italics"/>
                </a:rPr>
                <a:t>{{exp_2_company}} {{exp_2_dates}}</a:t>
              </a:r>
              <a:endPara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2268"/>
                </a:lnSpc>
              </a:pPr>
              <a:r>
                <a:rPr lang="es-AR" sz="2200" b="0" u="none" strike="noStrike">
                  <a:solidFill>
                    <a:srgbClr val="000000"/>
                  </a:solidFill>
                  <a:effectLst/>
                  <a:uFillTx/>
                  <a:latin typeface="Garet"/>
                  <a:ea typeface="Montserrat"/>
                </a:rPr>
                <a:t>{{exp_2_bullets_block}}</a:t>
              </a:r>
              <a:endParaRPr lang="es-AR" sz="2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567"/>
                </a:lnSpc>
              </a:pPr>
              <a:endParaRPr lang="es-AR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424"/>
                </a:lnSpc>
              </a:pPr>
              <a:r>
                <a:rPr lang="en-US" sz="2400" b="1" u="none" spc="48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Bold Italics"/>
                </a:rPr>
                <a:t>{{exp_3_</a:t>
              </a:r>
              <a:r>
                <a:rPr lang="en-US" sz="2400" b="1" u="none" spc="51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Bold"/>
                </a:rPr>
                <a:t>role</a:t>
              </a:r>
              <a:r>
                <a:rPr lang="en-US" sz="2400" b="1" u="none" spc="48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Bold Italics"/>
                </a:rPr>
                <a:t>}} </a:t>
              </a:r>
              <a:r>
                <a:rPr lang="en-US" sz="2400" b="0" u="none" spc="43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Italics"/>
                </a:rPr>
                <a:t>{{exp_3_company}} {{exp_3_dates}}</a:t>
              </a:r>
              <a:endPara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2268"/>
                </a:lnSpc>
              </a:pPr>
              <a:r>
                <a:rPr lang="es-AR" sz="2200" b="0" u="none" strike="noStrike">
                  <a:solidFill>
                    <a:srgbClr val="000000"/>
                  </a:solidFill>
                  <a:effectLst/>
                  <a:uFillTx/>
                  <a:latin typeface="Garet"/>
                  <a:ea typeface="Montserrat"/>
                </a:rPr>
                <a:t>{{exp_3_bullets_block}}</a:t>
              </a:r>
              <a:endParaRPr lang="es-AR" sz="2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567"/>
                </a:lnSpc>
              </a:pPr>
              <a:endParaRPr lang="es-AR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424"/>
                </a:lnSpc>
              </a:pPr>
              <a:r>
                <a:rPr lang="en-US" sz="2400" b="1" u="none" spc="48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Bold Italics"/>
                </a:rPr>
                <a:t>{{exp_4_</a:t>
              </a:r>
              <a:r>
                <a:rPr lang="en-US" sz="2400" b="1" u="none" spc="51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Bold"/>
                </a:rPr>
                <a:t>role</a:t>
              </a:r>
              <a:r>
                <a:rPr lang="en-US" sz="2400" b="1" u="none" spc="48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Bold Italics"/>
                </a:rPr>
                <a:t>}} </a:t>
              </a:r>
              <a:r>
                <a:rPr lang="en-US" sz="2400" b="0" u="none" spc="43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Italics"/>
                </a:rPr>
                <a:t>{{exp_4_company}} {{exp_4_dates}}</a:t>
              </a:r>
              <a:endPara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2268"/>
                </a:lnSpc>
              </a:pPr>
              <a:r>
                <a:rPr lang="es-AR" sz="2200" b="0" u="none" strike="noStrike">
                  <a:solidFill>
                    <a:srgbClr val="000000"/>
                  </a:solidFill>
                  <a:effectLst/>
                  <a:uFillTx/>
                  <a:latin typeface="Garet"/>
                  <a:ea typeface="Montserrat"/>
                </a:rPr>
                <a:t>{{exp_4_bullets_block}}</a:t>
              </a:r>
              <a:endParaRPr lang="es-AR" sz="2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567"/>
                </a:lnSpc>
              </a:pPr>
              <a:endParaRPr lang="es-AR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424"/>
                </a:lnSpc>
              </a:pPr>
              <a:r>
                <a:rPr lang="en-US" sz="2400" b="1" u="none" spc="48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Bold Italics"/>
                </a:rPr>
                <a:t>{{exp_5_</a:t>
              </a:r>
              <a:r>
                <a:rPr lang="en-US" sz="2400" b="1" u="none" spc="51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Bold"/>
                </a:rPr>
                <a:t>role</a:t>
              </a:r>
              <a:r>
                <a:rPr lang="en-US" sz="2400" b="1" u="none" spc="48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Bold Italics"/>
                </a:rPr>
                <a:t>}} </a:t>
              </a:r>
              <a:r>
                <a:rPr lang="en-US" sz="2400" b="0" u="none" spc="43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Italics"/>
                </a:rPr>
                <a:t>{{exp_5_company}} {{exp_5_dates}}</a:t>
              </a:r>
              <a:endPara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2268"/>
                </a:lnSpc>
              </a:pPr>
              <a:r>
                <a:rPr lang="es-AR" sz="2200" b="0" u="none" strike="noStrike">
                  <a:solidFill>
                    <a:srgbClr val="000000"/>
                  </a:solidFill>
                  <a:effectLst/>
                  <a:uFillTx/>
                  <a:latin typeface="Garet"/>
                  <a:ea typeface="Montserrat"/>
                </a:rPr>
                <a:t>{{exp_5_bullets_block}}</a:t>
              </a:r>
              <a:endParaRPr lang="es-AR" sz="2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TextBox 47"/>
            <p:cNvSpPr/>
            <p:nvPr/>
          </p:nvSpPr>
          <p:spPr>
            <a:xfrm>
              <a:off x="812520" y="11087640"/>
              <a:ext cx="12398400" cy="163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484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TextBox 48"/>
            <p:cNvSpPr/>
            <p:nvPr/>
          </p:nvSpPr>
          <p:spPr>
            <a:xfrm>
              <a:off x="812520" y="10605960"/>
              <a:ext cx="12224880" cy="34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005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TextBox 49"/>
            <p:cNvSpPr/>
            <p:nvPr/>
          </p:nvSpPr>
          <p:spPr>
            <a:xfrm>
              <a:off x="897120" y="13108680"/>
              <a:ext cx="12398400" cy="394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424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TextBox 52"/>
            <p:cNvSpPr/>
            <p:nvPr/>
          </p:nvSpPr>
          <p:spPr>
            <a:xfrm>
              <a:off x="780480" y="15927120"/>
              <a:ext cx="12470760" cy="394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424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TextBox 53"/>
            <p:cNvSpPr/>
            <p:nvPr/>
          </p:nvSpPr>
          <p:spPr>
            <a:xfrm>
              <a:off x="780480" y="16477560"/>
              <a:ext cx="12470760" cy="34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005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TextBox 54"/>
            <p:cNvSpPr/>
            <p:nvPr/>
          </p:nvSpPr>
          <p:spPr>
            <a:xfrm>
              <a:off x="780480" y="16961760"/>
              <a:ext cx="12398400" cy="812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484"/>
                </a:lnSpc>
              </a:pPr>
              <a:endParaRPr lang="es-AR" sz="187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484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TextBox 55"/>
            <p:cNvSpPr/>
            <p:nvPr/>
          </p:nvSpPr>
          <p:spPr>
            <a:xfrm>
              <a:off x="753840" y="18838080"/>
              <a:ext cx="12924720" cy="394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424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TextBox 56"/>
            <p:cNvSpPr/>
            <p:nvPr/>
          </p:nvSpPr>
          <p:spPr>
            <a:xfrm>
              <a:off x="753840" y="19388520"/>
              <a:ext cx="12710880" cy="34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005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TextBox 57"/>
            <p:cNvSpPr/>
            <p:nvPr/>
          </p:nvSpPr>
          <p:spPr>
            <a:xfrm>
              <a:off x="753840" y="19846080"/>
              <a:ext cx="12398760" cy="1547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484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TextBox 58"/>
            <p:cNvSpPr/>
            <p:nvPr/>
          </p:nvSpPr>
          <p:spPr>
            <a:xfrm>
              <a:off x="721800" y="21656880"/>
              <a:ext cx="12398400" cy="394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424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TextBox 59"/>
            <p:cNvSpPr/>
            <p:nvPr/>
          </p:nvSpPr>
          <p:spPr>
            <a:xfrm>
              <a:off x="721800" y="22207320"/>
              <a:ext cx="12398400" cy="34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005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TextBox 60"/>
            <p:cNvSpPr/>
            <p:nvPr/>
          </p:nvSpPr>
          <p:spPr>
            <a:xfrm>
              <a:off x="721800" y="22664880"/>
              <a:ext cx="12398400" cy="1633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484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5" name=""/>
          <p:cNvSpPr/>
          <p:nvPr/>
        </p:nvSpPr>
        <p:spPr>
          <a:xfrm>
            <a:off x="15658560" y="553320"/>
            <a:ext cx="125064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16020000" y="535680"/>
            <a:ext cx="5210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7" name="Group 32"/>
          <p:cNvGrpSpPr/>
          <p:nvPr/>
        </p:nvGrpSpPr>
        <p:grpSpPr>
          <a:xfrm>
            <a:off x="836640" y="26881920"/>
            <a:ext cx="12422520" cy="56160"/>
            <a:chOff x="836640" y="26881920"/>
            <a:chExt cx="12422520" cy="56160"/>
          </a:xfrm>
        </p:grpSpPr>
        <p:sp>
          <p:nvSpPr>
            <p:cNvPr id="78" name="Freeform 1"/>
            <p:cNvSpPr/>
            <p:nvPr/>
          </p:nvSpPr>
          <p:spPr>
            <a:xfrm>
              <a:off x="836640" y="26881920"/>
              <a:ext cx="12422520" cy="56160"/>
            </a:xfrm>
            <a:custGeom>
              <a:avLst/>
              <a:gdLst>
                <a:gd name="textAreaLeft" fmla="*/ 0 w 12422520"/>
                <a:gd name="textAreaRight" fmla="*/ 12440160 w 12422520"/>
                <a:gd name="textAreaTop" fmla="*/ 0 h 56160"/>
                <a:gd name="textAreaBottom" fmla="*/ 71640 h 56160"/>
              </a:gdLst>
              <a:ahLst/>
              <a:cxnLst/>
              <a:rect l="textAreaLeft" t="textAreaTop" r="textAreaRight" b="textAreaBottom"/>
              <a:pathLst>
                <a:path w="13971524" h="95759">
                  <a:moveTo>
                    <a:pt x="47879" y="0"/>
                  </a:moveTo>
                  <a:lnTo>
                    <a:pt x="13923645" y="0"/>
                  </a:lnTo>
                  <a:cubicBezTo>
                    <a:pt x="13950060" y="0"/>
                    <a:pt x="13971524" y="21463"/>
                    <a:pt x="13971524" y="47879"/>
                  </a:cubicBezTo>
                  <a:cubicBezTo>
                    <a:pt x="13971524" y="74295"/>
                    <a:pt x="13950060" y="95758"/>
                    <a:pt x="13923645" y="95758"/>
                  </a:cubicBezTo>
                  <a:lnTo>
                    <a:pt x="47879" y="95758"/>
                  </a:lnTo>
                  <a:cubicBezTo>
                    <a:pt x="21463" y="95885"/>
                    <a:pt x="0" y="74422"/>
                    <a:pt x="0" y="47879"/>
                  </a:cubicBezTo>
                  <a:cubicBezTo>
                    <a:pt x="0" y="21336"/>
                    <a:pt x="21463" y="0"/>
                    <a:pt x="47879" y="0"/>
                  </a:cubicBezTo>
                  <a:close/>
                </a:path>
              </a:pathLst>
            </a:custGeom>
            <a:solidFill>
              <a:srgbClr val="c0504d">
                <a:alpha val="25000"/>
              </a:srgb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6640" bIns="2664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9" name="TextBox 34"/>
          <p:cNvSpPr/>
          <p:nvPr/>
        </p:nvSpPr>
        <p:spPr>
          <a:xfrm>
            <a:off x="868320" y="26220960"/>
            <a:ext cx="11477160" cy="66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207"/>
              </a:lnSpc>
            </a:pPr>
            <a:r>
              <a:rPr lang="en-US" sz="4340" b="1" u="none" strike="noStrike">
                <a:solidFill>
                  <a:srgbClr val="101010"/>
                </a:solidFill>
                <a:effectLst/>
                <a:uFillTx/>
                <a:latin typeface="Garet"/>
                <a:ea typeface="Garet Bold"/>
              </a:rPr>
              <a:t>FORMACIÓN PROFESIONAL</a:t>
            </a:r>
            <a:endParaRPr lang="es-AR" sz="4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35"/>
          <p:cNvSpPr/>
          <p:nvPr/>
        </p:nvSpPr>
        <p:spPr>
          <a:xfrm>
            <a:off x="898560" y="27069480"/>
            <a:ext cx="12396240" cy="20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691"/>
              </a:lnSpc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101010"/>
                </a:solidFill>
                <a:effectLst/>
                <a:uFillTx/>
                <a:latin typeface="Garet"/>
                <a:ea typeface="Garet"/>
              </a:rPr>
              <a:t>{{edu_1_degree}}  {{edu_1_school}}  {{edu_1_years}}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67"/>
              </a:lnSpc>
            </a:pP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691"/>
              </a:lnSpc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101010"/>
                </a:solidFill>
                <a:effectLst/>
                <a:uFillTx/>
                <a:latin typeface="Garet"/>
                <a:ea typeface="Garet"/>
              </a:rPr>
              <a:t>{{edu_2_degree}}  {{edu_2_school}}  {{edu_2_years}}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67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691"/>
              </a:lnSpc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101010"/>
                </a:solidFill>
                <a:effectLst/>
                <a:uFillTx/>
                <a:latin typeface="Garet"/>
                <a:ea typeface="Garet"/>
              </a:rPr>
              <a:t>{{edu_3_degree}}  {{edu_3_school}}  {{edu_3_years}}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691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1" name="Group 18"/>
          <p:cNvGrpSpPr/>
          <p:nvPr/>
        </p:nvGrpSpPr>
        <p:grpSpPr>
          <a:xfrm>
            <a:off x="866880" y="6258600"/>
            <a:ext cx="12422520" cy="56160"/>
            <a:chOff x="866880" y="6258600"/>
            <a:chExt cx="12422520" cy="56160"/>
          </a:xfrm>
        </p:grpSpPr>
        <p:sp>
          <p:nvSpPr>
            <p:cNvPr id="82" name="Freeform 10"/>
            <p:cNvSpPr/>
            <p:nvPr/>
          </p:nvSpPr>
          <p:spPr>
            <a:xfrm>
              <a:off x="866880" y="6258600"/>
              <a:ext cx="12422520" cy="56160"/>
            </a:xfrm>
            <a:custGeom>
              <a:avLst/>
              <a:gdLst>
                <a:gd name="textAreaLeft" fmla="*/ 0 w 12422520"/>
                <a:gd name="textAreaRight" fmla="*/ 12440160 w 12422520"/>
                <a:gd name="textAreaTop" fmla="*/ 0 h 56160"/>
                <a:gd name="textAreaBottom" fmla="*/ 71640 h 56160"/>
              </a:gdLst>
              <a:ahLst/>
              <a:cxnLst/>
              <a:rect l="textAreaLeft" t="textAreaTop" r="textAreaRight" b="textAreaBottom"/>
              <a:pathLst>
                <a:path w="13971524" h="95759">
                  <a:moveTo>
                    <a:pt x="47879" y="0"/>
                  </a:moveTo>
                  <a:lnTo>
                    <a:pt x="13923645" y="0"/>
                  </a:lnTo>
                  <a:cubicBezTo>
                    <a:pt x="13950060" y="0"/>
                    <a:pt x="13971524" y="21463"/>
                    <a:pt x="13971524" y="47879"/>
                  </a:cubicBezTo>
                  <a:cubicBezTo>
                    <a:pt x="13971524" y="74295"/>
                    <a:pt x="13950060" y="95758"/>
                    <a:pt x="13923645" y="95758"/>
                  </a:cubicBezTo>
                  <a:lnTo>
                    <a:pt x="47879" y="95758"/>
                  </a:lnTo>
                  <a:cubicBezTo>
                    <a:pt x="21463" y="95885"/>
                    <a:pt x="0" y="74422"/>
                    <a:pt x="0" y="47879"/>
                  </a:cubicBezTo>
                  <a:cubicBezTo>
                    <a:pt x="0" y="21336"/>
                    <a:pt x="21463" y="0"/>
                    <a:pt x="47879" y="0"/>
                  </a:cubicBezTo>
                  <a:close/>
                </a:path>
              </a:pathLst>
            </a:custGeom>
            <a:solidFill>
              <a:srgbClr val="c0504d">
                <a:alpha val="25000"/>
              </a:srgb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6640" bIns="2664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3" name="TextBox 20"/>
          <p:cNvSpPr/>
          <p:nvPr/>
        </p:nvSpPr>
        <p:spPr>
          <a:xfrm>
            <a:off x="898920" y="5369400"/>
            <a:ext cx="8093880" cy="66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207"/>
              </a:lnSpc>
            </a:pPr>
            <a:r>
              <a:rPr lang="en-US" sz="4340" b="1" u="none" strike="noStrike">
                <a:solidFill>
                  <a:srgbClr val="101010"/>
                </a:solidFill>
                <a:effectLst/>
                <a:uFillTx/>
                <a:latin typeface="Garet"/>
                <a:ea typeface="Garet Bold"/>
              </a:rPr>
              <a:t>PERFIL PROFESIONAL</a:t>
            </a:r>
            <a:endParaRPr lang="es-AR" sz="4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21"/>
          <p:cNvSpPr/>
          <p:nvPr/>
        </p:nvSpPr>
        <p:spPr>
          <a:xfrm>
            <a:off x="898920" y="6420960"/>
            <a:ext cx="1239624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41"/>
              </a:lnSpc>
            </a:pPr>
            <a:r>
              <a:rPr lang="en-US" sz="2260" b="0" u="none" strike="noStrike">
                <a:solidFill>
                  <a:srgbClr val="101010"/>
                </a:solidFill>
                <a:effectLst/>
                <a:uFillTx/>
                <a:latin typeface="Garet"/>
                <a:ea typeface="Garet Italics"/>
              </a:rPr>
              <a:t>{{about}}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5" name="Group 30"/>
          <p:cNvGrpSpPr/>
          <p:nvPr/>
        </p:nvGrpSpPr>
        <p:grpSpPr>
          <a:xfrm>
            <a:off x="830520" y="9889920"/>
            <a:ext cx="12401640" cy="38520"/>
            <a:chOff x="830520" y="9889920"/>
            <a:chExt cx="12401640" cy="38520"/>
          </a:xfrm>
        </p:grpSpPr>
        <p:sp>
          <p:nvSpPr>
            <p:cNvPr id="86" name="Freeform 31"/>
            <p:cNvSpPr/>
            <p:nvPr/>
          </p:nvSpPr>
          <p:spPr>
            <a:xfrm>
              <a:off x="830520" y="9889920"/>
              <a:ext cx="12401640" cy="38520"/>
            </a:xfrm>
            <a:custGeom>
              <a:avLst/>
              <a:gdLst>
                <a:gd name="textAreaLeft" fmla="*/ 0 w 12401640"/>
                <a:gd name="textAreaRight" fmla="*/ 12419280 w 12401640"/>
                <a:gd name="textAreaTop" fmla="*/ 0 h 38520"/>
                <a:gd name="textAreaBottom" fmla="*/ 54000 h 38520"/>
              </a:gdLst>
              <a:ahLst/>
              <a:cxnLst/>
              <a:rect l="textAreaLeft" t="textAreaTop" r="textAreaRight" b="textAreaBottom"/>
              <a:pathLst>
                <a:path w="13947648" h="71882">
                  <a:moveTo>
                    <a:pt x="35941" y="0"/>
                  </a:moveTo>
                  <a:lnTo>
                    <a:pt x="13911707" y="0"/>
                  </a:lnTo>
                  <a:cubicBezTo>
                    <a:pt x="13931520" y="0"/>
                    <a:pt x="13947648" y="16129"/>
                    <a:pt x="13947648" y="35941"/>
                  </a:cubicBezTo>
                  <a:cubicBezTo>
                    <a:pt x="13947648" y="55753"/>
                    <a:pt x="13931520" y="71882"/>
                    <a:pt x="13911707" y="71882"/>
                  </a:cubicBezTo>
                  <a:lnTo>
                    <a:pt x="35941" y="71882"/>
                  </a:lnTo>
                  <a:cubicBezTo>
                    <a:pt x="16129" y="71882"/>
                    <a:pt x="0" y="55753"/>
                    <a:pt x="0" y="35941"/>
                  </a:cubicBezTo>
                  <a:cubicBezTo>
                    <a:pt x="0" y="16129"/>
                    <a:pt x="16129" y="0"/>
                    <a:pt x="35941" y="0"/>
                  </a:cubicBezTo>
                  <a:close/>
                </a:path>
              </a:pathLst>
            </a:custGeom>
            <a:solidFill>
              <a:srgbClr val="c0504d">
                <a:alpha val="25000"/>
              </a:srgb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000" bIns="9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7" name="TextBox 42"/>
          <p:cNvSpPr/>
          <p:nvPr/>
        </p:nvSpPr>
        <p:spPr>
          <a:xfrm>
            <a:off x="862560" y="9000360"/>
            <a:ext cx="10869480" cy="66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207"/>
              </a:lnSpc>
            </a:pPr>
            <a:r>
              <a:rPr lang="en-US" sz="4340" b="1" u="none" strike="noStrike">
                <a:solidFill>
                  <a:srgbClr val="101010"/>
                </a:solidFill>
                <a:effectLst/>
                <a:uFillTx/>
                <a:latin typeface="Garet"/>
                <a:ea typeface="Garet Bold"/>
              </a:rPr>
              <a:t>EXPERIENCIA LABORAL</a:t>
            </a:r>
            <a:endParaRPr lang="es-AR" sz="4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39"/>
          <p:cNvSpPr/>
          <p:nvPr/>
        </p:nvSpPr>
        <p:spPr>
          <a:xfrm>
            <a:off x="1285560" y="1440720"/>
            <a:ext cx="14003640" cy="13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7115"/>
              </a:lnSpc>
            </a:pPr>
            <a:r>
              <a:rPr lang="en-US" sz="6530" b="1" u="none" spc="-227" strike="noStrike">
                <a:solidFill>
                  <a:srgbClr val="543f3f"/>
                </a:solidFill>
                <a:effectLst/>
                <a:uFillTx/>
                <a:latin typeface="Garet"/>
                <a:ea typeface="Garet Bold"/>
              </a:rPr>
              <a:t>{{name}}</a:t>
            </a:r>
            <a:endParaRPr lang="es-AR" sz="6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3393"/>
              </a:lnSpc>
            </a:pPr>
            <a:r>
              <a:rPr lang="en-US" sz="2600" b="1" u="none" spc="462" strike="noStrike">
                <a:solidFill>
                  <a:srgbClr val="543f3f"/>
                </a:solidFill>
                <a:effectLst/>
                <a:uFillTx/>
                <a:latin typeface="Garet"/>
                <a:ea typeface="Garet Bold"/>
              </a:rPr>
              <a:t>{{title}}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9" name="Group 10"/>
          <p:cNvGrpSpPr/>
          <p:nvPr/>
        </p:nvGrpSpPr>
        <p:grpSpPr>
          <a:xfrm>
            <a:off x="14092200" y="6253200"/>
            <a:ext cx="5869440" cy="56160"/>
            <a:chOff x="14092200" y="6253200"/>
            <a:chExt cx="5869440" cy="56160"/>
          </a:xfrm>
        </p:grpSpPr>
        <p:sp>
          <p:nvSpPr>
            <p:cNvPr id="90" name="Freeform 4"/>
            <p:cNvSpPr/>
            <p:nvPr/>
          </p:nvSpPr>
          <p:spPr>
            <a:xfrm>
              <a:off x="14092200" y="6253200"/>
              <a:ext cx="5869440" cy="56160"/>
            </a:xfrm>
            <a:custGeom>
              <a:avLst/>
              <a:gdLst>
                <a:gd name="textAreaLeft" fmla="*/ 0 w 5869440"/>
                <a:gd name="textAreaRight" fmla="*/ 5884920 w 5869440"/>
                <a:gd name="textAreaTop" fmla="*/ 0 h 56160"/>
                <a:gd name="textAreaBottom" fmla="*/ 71640 h 56160"/>
              </a:gdLst>
              <a:ahLst/>
              <a:cxnLst/>
              <a:rect l="textAreaLeft" t="textAreaTop" r="textAreaRight" b="textAreaBottom"/>
              <a:pathLst>
                <a:path w="7846441" h="95759">
                  <a:moveTo>
                    <a:pt x="47879" y="0"/>
                  </a:moveTo>
                  <a:lnTo>
                    <a:pt x="7798562" y="0"/>
                  </a:lnTo>
                  <a:cubicBezTo>
                    <a:pt x="7824978" y="0"/>
                    <a:pt x="7846441" y="21463"/>
                    <a:pt x="7846441" y="47879"/>
                  </a:cubicBezTo>
                  <a:cubicBezTo>
                    <a:pt x="7846441" y="74295"/>
                    <a:pt x="7824978" y="95758"/>
                    <a:pt x="7798562" y="95758"/>
                  </a:cubicBezTo>
                  <a:lnTo>
                    <a:pt x="47879" y="95758"/>
                  </a:lnTo>
                  <a:cubicBezTo>
                    <a:pt x="21463" y="95885"/>
                    <a:pt x="0" y="74422"/>
                    <a:pt x="0" y="47879"/>
                  </a:cubicBezTo>
                  <a:cubicBezTo>
                    <a:pt x="0" y="21336"/>
                    <a:pt x="21463" y="0"/>
                    <a:pt x="47879" y="0"/>
                  </a:cubicBezTo>
                  <a:close/>
                </a:path>
              </a:pathLst>
            </a:custGeom>
            <a:solidFill>
              <a:srgbClr val="c0504d">
                <a:alpha val="25000"/>
              </a:srgb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6640" bIns="2664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1" name="TextBox 16"/>
          <p:cNvSpPr/>
          <p:nvPr/>
        </p:nvSpPr>
        <p:spPr>
          <a:xfrm>
            <a:off x="14235480" y="6595560"/>
            <a:ext cx="4848480" cy="172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02"/>
              </a:lnSpc>
            </a:pPr>
            <a:r>
              <a:rPr lang="en-US" sz="2260" b="0" u="none" strike="noStrike">
                <a:solidFill>
                  <a:srgbClr val="101010"/>
                </a:solidFill>
                <a:effectLst/>
                <a:uFillTx/>
                <a:latin typeface="Garet"/>
                <a:ea typeface="Garet"/>
              </a:rPr>
              <a:t>{{contact_email}}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402"/>
              </a:lnSpc>
            </a:pPr>
            <a:r>
              <a:rPr lang="en-US" sz="2260" b="0" u="none" strike="noStrike">
                <a:solidFill>
                  <a:srgbClr val="101010"/>
                </a:solidFill>
                <a:effectLst/>
                <a:uFillTx/>
                <a:latin typeface="Garet"/>
                <a:ea typeface="Garet"/>
              </a:rPr>
              <a:t>{{contact_phone}}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402"/>
              </a:lnSpc>
            </a:pPr>
            <a:r>
              <a:rPr lang="en-US" sz="2260" b="0" u="none" strike="noStrike">
                <a:solidFill>
                  <a:srgbClr val="101010"/>
                </a:solidFill>
                <a:effectLst/>
                <a:uFillTx/>
                <a:latin typeface="Garet"/>
                <a:ea typeface="Garet"/>
              </a:rPr>
              <a:t>{{contact_location}}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402"/>
              </a:lnSpc>
            </a:pPr>
            <a:r>
              <a:rPr lang="es-AR" sz="2260" b="0" u="none" strike="noStrike">
                <a:solidFill>
                  <a:srgbClr val="000000"/>
                </a:solidFill>
                <a:effectLst/>
                <a:uFillTx/>
                <a:latin typeface="Garet"/>
                <a:ea typeface="Garet"/>
              </a:rPr>
              <a:t>{{licencia}}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17"/>
          <p:cNvSpPr/>
          <p:nvPr/>
        </p:nvSpPr>
        <p:spPr>
          <a:xfrm>
            <a:off x="14132160" y="5364000"/>
            <a:ext cx="5784120" cy="66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207"/>
              </a:lnSpc>
            </a:pPr>
            <a:r>
              <a:rPr lang="en-US" sz="4340" b="1" u="none" strike="noStrike">
                <a:solidFill>
                  <a:srgbClr val="101010"/>
                </a:solidFill>
                <a:effectLst/>
                <a:uFillTx/>
                <a:latin typeface="Garet"/>
                <a:ea typeface="Garet Bold"/>
              </a:rPr>
              <a:t>CONTACTOS</a:t>
            </a:r>
            <a:endParaRPr lang="es-AR" sz="4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14046480" y="7972200"/>
            <a:ext cx="6652800" cy="360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4535"/>
              </a:lnSpc>
            </a:pPr>
            <a:r>
              <a:rPr lang="es-AR" sz="15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[[SIDEBAR_BLOCK]]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Garet"/>
              </a:rPr>
              <a:t>{{#sidebar_sections_noedu}}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4400" b="1" u="none" strike="noStrike">
                <a:solidFill>
                  <a:srgbClr val="000000"/>
                </a:solidFill>
                <a:effectLst/>
                <a:uFillTx/>
                <a:latin typeface="Garet"/>
              </a:rPr>
              <a:t>{{title}}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2000" b="0" u="none" spc="-550" strike="noStrike">
                <a:solidFill>
                  <a:srgbClr val="c0504d"/>
                </a:solidFill>
                <a:effectLst/>
                <a:uFillTx/>
                <a:latin typeface="Garet"/>
              </a:rPr>
              <a:t>{{line}}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3685"/>
              </a:lnSpc>
            </a:pPr>
            <a:r>
              <a:rPr lang="es-AR" sz="2400" b="0" u="none" strike="noStrike">
                <a:solidFill>
                  <a:srgbClr val="000000"/>
                </a:solidFill>
                <a:effectLst/>
                <a:uFillTx/>
                <a:latin typeface="Garet"/>
              </a:rPr>
              <a:t>{{body}}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Garet"/>
              </a:rPr>
              <a:t>{{/sidebar_sections_noedu}}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DAG9jgn3h2g</dc:identifier>
  <dc:language>es-AR</dc:language>
  <cp:lastModifiedBy/>
  <dcterms:modified xsi:type="dcterms:W3CDTF">2026-03-05T01:00:14Z</dcterms:modified>
  <cp:revision>40</cp:revision>
  <dc:subject/>
  <dc:title>Plantilla_oficial_2.pptx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