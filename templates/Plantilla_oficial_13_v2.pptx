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Montserrat"/>
      <p:regular r:id="rId4"/>
      <p:bold r:id="rId4"/>
    </p:embeddedFont>
    <p:embeddedFont>
      <p:font typeface="Poppins"/>
      <p:regular r:id="rId5"/>
      <p:bold r:id="rId5"/>
    </p:embeddedFont>
    <p:embeddedFont>
      <p:font typeface="Proxima nova"/>
    </p:embeddedFont>
    <p:embeddedFont>
      <p:font typeface="Garet"/>
      <p:regular r:id="rId6"/>
      <p:bold r:id="rId6"/>
    </p:embeddedFont>
    <p:embeddedFont>
      <p:font typeface="Microsoft YaHei"/>
      <p:regular r:id="rId7"/>
    </p:embeddedFont>
    <p:embeddedFont>
      <p:font typeface="Montserrat Bold"/>
    </p:embeddedFont>
    <p:embeddedFont>
      <p:font typeface="Poppins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Montserrat_Regular.fntdata"/><Relationship Id="rId5" Type="http://schemas.openxmlformats.org/officeDocument/2006/relationships/font" Target="fonts/Font_2_Poppins_Regular.fntdata"/><Relationship Id="rId6" Type="http://schemas.openxmlformats.org/officeDocument/2006/relationships/font" Target="fonts/Font_3_Garet_Regular.fntdata"/><Relationship Id="rId7" Type="http://schemas.openxmlformats.org/officeDocument/2006/relationships/font" Target="fonts/Font_4_Microsoft_YaHei_Regular.fntdata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7000" cy="115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0480" cy="584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7000" cy="468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8091AB-DFD9-494D-AEF6-D3D7BFB71D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5240" cy="55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5240" cy="410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5240" cy="79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475109-DC70-4B91-BFC2-4212419120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1240" cy="145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016560-C7D5-4A50-90A9-BB0D70FD52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4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440" cy="45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EF6E4C-0EF4-41FD-917B-324F27C6D1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6240" cy="584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8760" cy="584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6AA1AB-B842-4B0B-B909-45C7D0DB15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4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440" cy="45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4D3B66-F6FB-4FC6-9C9E-92F3907967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1240" cy="13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1240" cy="148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CE6469-A7D7-407E-B74E-2C52FABC78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4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7320" cy="45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7320" cy="45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1BFF08-A2A9-4B16-98A1-219A6D2FAF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4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9120" cy="62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9120" cy="39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0560" cy="62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0560" cy="394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D2830A-30FC-47D4-81C9-1D703CBE52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4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8658D0-9F49-4626-AB69-52E3208189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432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256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38CA0A-1225-45ED-BC13-EFC1A08BC0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26"/>
          <p:cNvSpPr/>
          <p:nvPr/>
        </p:nvSpPr>
        <p:spPr>
          <a:xfrm>
            <a:off x="692640" y="8169840"/>
            <a:ext cx="19824840" cy="48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479"/>
              </a:lnSpc>
            </a:pPr>
            <a:r>
              <a:rPr lang="en-US" sz="3200" b="1" u="none" strike="noStrike">
                <a:solidFill>
                  <a:srgbClr val="333333"/>
                </a:solidFill>
                <a:effectLst/>
                <a:uFillTx/>
                <a:latin typeface="Montserrat"/>
                <a:ea typeface="Poppins Bold"/>
              </a:rPr>
              <a:t>{{exp_1_role}}</a:t>
            </a: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  </a:t>
            </a:r>
            <a:r>
              <a:rPr lang="en-US" sz="3200" b="0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"/>
              </a:rPr>
              <a:t>{{exp_1_company}}   {{exp_1_dates}}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35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{{exp_1_bullets_block}}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479"/>
              </a:lnSpc>
            </a:pPr>
            <a:r>
              <a:rPr lang="en-US" sz="3200" b="1" u="none" strike="noStrike">
                <a:solidFill>
                  <a:srgbClr val="333333"/>
                </a:solidFill>
                <a:effectLst/>
                <a:uFillTx/>
                <a:latin typeface="Montserrat"/>
                <a:ea typeface="Poppins Bold"/>
              </a:rPr>
              <a:t>{{exp_2_role}}</a:t>
            </a: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  </a:t>
            </a:r>
            <a:r>
              <a:rPr lang="en-US" sz="3200" b="0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"/>
              </a:rPr>
              <a:t>{{exp_2_company}}   {{exp_2_dates}}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35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{{exp_2_bullets_block}}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538"/>
              </a:lnSpc>
            </a:pPr>
            <a:endParaRPr lang="es-AR" sz="2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479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2"/>
          <p:cNvGrpSpPr/>
          <p:nvPr/>
        </p:nvGrpSpPr>
        <p:grpSpPr>
          <a:xfrm>
            <a:off x="736920" y="4809240"/>
            <a:ext cx="19823400" cy="16200"/>
            <a:chOff x="736920" y="4809240"/>
            <a:chExt cx="19823400" cy="16200"/>
          </a:xfrm>
        </p:grpSpPr>
        <p:sp>
          <p:nvSpPr>
            <p:cNvPr id="61" name="Freeform 2"/>
            <p:cNvSpPr/>
            <p:nvPr/>
          </p:nvSpPr>
          <p:spPr>
            <a:xfrm>
              <a:off x="736920" y="4809240"/>
              <a:ext cx="19823400" cy="16200"/>
            </a:xfrm>
            <a:custGeom>
              <a:avLst/>
              <a:gdLst>
                <a:gd name="textAreaLeft" fmla="*/ 0 w 19823400"/>
                <a:gd name="textAreaRight" fmla="*/ 19834200 w 19823400"/>
                <a:gd name="textAreaTop" fmla="*/ 0 h 16200"/>
                <a:gd name="textAreaBottom" fmla="*/ 27000 h 16200"/>
              </a:gdLst>
              <a:ahLst/>
              <a:cxnLst/>
              <a:rect l="textAreaLeft" t="textAreaTop" r="textAreaRight" b="textAreaBottom"/>
              <a:pathLst>
                <a:path w="26445718" h="35941">
                  <a:moveTo>
                    <a:pt x="0" y="0"/>
                  </a:moveTo>
                  <a:lnTo>
                    <a:pt x="26445718" y="0"/>
                  </a:lnTo>
                  <a:lnTo>
                    <a:pt x="2644571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" name="Group 4"/>
          <p:cNvGrpSpPr/>
          <p:nvPr/>
        </p:nvGrpSpPr>
        <p:grpSpPr>
          <a:xfrm>
            <a:off x="753480" y="8103960"/>
            <a:ext cx="19900440" cy="16200"/>
            <a:chOff x="753480" y="8103960"/>
            <a:chExt cx="19900440" cy="16200"/>
          </a:xfrm>
        </p:grpSpPr>
        <p:sp>
          <p:nvSpPr>
            <p:cNvPr id="63" name="Freeform 5"/>
            <p:cNvSpPr/>
            <p:nvPr/>
          </p:nvSpPr>
          <p:spPr>
            <a:xfrm>
              <a:off x="753480" y="8103960"/>
              <a:ext cx="19900440" cy="16200"/>
            </a:xfrm>
            <a:custGeom>
              <a:avLst/>
              <a:gdLst>
                <a:gd name="textAreaLeft" fmla="*/ 0 w 19900440"/>
                <a:gd name="textAreaRight" fmla="*/ 19911240 w 19900440"/>
                <a:gd name="textAreaTop" fmla="*/ 0 h 16200"/>
                <a:gd name="textAreaBottom" fmla="*/ 27000 h 16200"/>
              </a:gdLst>
              <a:ahLst/>
              <a:cxnLst/>
              <a:rect l="textAreaLeft" t="textAreaTop" r="textAreaRight" b="textAreaBottom"/>
              <a:pathLst>
                <a:path w="26548335" h="35941">
                  <a:moveTo>
                    <a:pt x="0" y="0"/>
                  </a:moveTo>
                  <a:lnTo>
                    <a:pt x="26548335" y="0"/>
                  </a:lnTo>
                  <a:lnTo>
                    <a:pt x="26548335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" name="TextBox 14"/>
          <p:cNvSpPr/>
          <p:nvPr/>
        </p:nvSpPr>
        <p:spPr>
          <a:xfrm>
            <a:off x="736920" y="3936240"/>
            <a:ext cx="1306080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PERFIL PROFESIONAL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5"/>
          <p:cNvSpPr/>
          <p:nvPr/>
        </p:nvSpPr>
        <p:spPr>
          <a:xfrm>
            <a:off x="736920" y="4929120"/>
            <a:ext cx="19805400" cy="4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64"/>
              </a:lnSpc>
            </a:pPr>
            <a:r>
              <a:rPr lang="en-US" sz="269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{{about}}</a:t>
            </a:r>
            <a:endParaRPr lang="es-AR" sz="2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16"/>
          <p:cNvSpPr/>
          <p:nvPr/>
        </p:nvSpPr>
        <p:spPr>
          <a:xfrm>
            <a:off x="740160" y="7363440"/>
            <a:ext cx="1513548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30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EXPERIENCIA LABORAL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Freeform 6"/>
          <p:cNvSpPr/>
          <p:nvPr/>
        </p:nvSpPr>
        <p:spPr>
          <a:xfrm>
            <a:off x="0" y="360720"/>
            <a:ext cx="9603360" cy="3395520"/>
          </a:xfrm>
          <a:custGeom>
            <a:avLst/>
            <a:gdLst>
              <a:gd name="textAreaLeft" fmla="*/ 0 w 9603360"/>
              <a:gd name="textAreaRight" fmla="*/ 9617400 w 9603360"/>
              <a:gd name="textAreaTop" fmla="*/ 0 h 3395520"/>
              <a:gd name="textAreaBottom" fmla="*/ 3409200 h 3395520"/>
            </a:gdLst>
            <a:ahLst/>
            <a:cxnLst/>
            <a:rect l="textAreaLeft" t="textAreaTop" r="textAreaRight" b="textAreaBottom"/>
            <a:pathLst>
              <a:path w="9617439" h="4035127">
                <a:moveTo>
                  <a:pt x="0" y="0"/>
                </a:moveTo>
                <a:lnTo>
                  <a:pt x="9617439" y="0"/>
                </a:lnTo>
                <a:lnTo>
                  <a:pt x="9617439" y="4035128"/>
                </a:lnTo>
                <a:lnTo>
                  <a:pt x="0" y="4035128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7"/>
          <p:cNvSpPr/>
          <p:nvPr/>
        </p:nvSpPr>
        <p:spPr>
          <a:xfrm>
            <a:off x="12780000" y="995040"/>
            <a:ext cx="809676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791"/>
              </a:lnSpc>
            </a:pPr>
            <a:r>
              <a:rPr lang="en-US" sz="5260" b="1" u="none" strike="noStrike">
                <a:solidFill>
                  <a:srgbClr val="c0504d"/>
                </a:solidFill>
                <a:effectLst/>
                <a:uFillTx/>
                <a:latin typeface="Montserrat"/>
                <a:ea typeface="Montserrat Bold"/>
              </a:rPr>
              <a:t>{{name}}</a:t>
            </a:r>
            <a:endParaRPr lang="es-AR" sz="5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366"/>
              </a:lnSpc>
            </a:pPr>
            <a:r>
              <a:rPr lang="en-US" sz="3200" b="1" u="none" strike="noStrike">
                <a:solidFill>
                  <a:srgbClr val="c0504d"/>
                </a:solidFill>
                <a:effectLst/>
                <a:uFillTx/>
                <a:latin typeface="Montserrat"/>
                <a:ea typeface="Montserrat Bold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41"/>
          <p:cNvSpPr/>
          <p:nvPr/>
        </p:nvSpPr>
        <p:spPr>
          <a:xfrm>
            <a:off x="7553520" y="39600"/>
            <a:ext cx="269460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8280360" y="1080"/>
            <a:ext cx="3768120" cy="3768120"/>
          </a:xfrm>
          <a:prstGeom prst="flowChartConnector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8100000" y="-16560"/>
            <a:ext cx="304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2"/>
          <p:cNvSpPr/>
          <p:nvPr/>
        </p:nvSpPr>
        <p:spPr>
          <a:xfrm>
            <a:off x="540360" y="720360"/>
            <a:ext cx="7197120" cy="20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41"/>
              </a:lnSpc>
            </a:pPr>
            <a:r>
              <a:rPr lang="en-US" sz="283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{{contact_phone}}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41"/>
              </a:lnSpc>
            </a:pPr>
            <a:r>
              <a:rPr lang="en-US" sz="260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{{contact_location}}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41"/>
              </a:lnSpc>
            </a:pPr>
            <a:r>
              <a:rPr lang="en-US" sz="260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{{contact_email}}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3" name="Group 7"/>
          <p:cNvGrpSpPr/>
          <p:nvPr/>
        </p:nvGrpSpPr>
        <p:grpSpPr>
          <a:xfrm>
            <a:off x="711000" y="19766880"/>
            <a:ext cx="19775520" cy="15840"/>
            <a:chOff x="711000" y="19766880"/>
            <a:chExt cx="19775520" cy="15840"/>
          </a:xfrm>
        </p:grpSpPr>
        <p:sp>
          <p:nvSpPr>
            <p:cNvPr id="74" name="Freeform 1"/>
            <p:cNvSpPr/>
            <p:nvPr/>
          </p:nvSpPr>
          <p:spPr>
            <a:xfrm>
              <a:off x="711000" y="19766880"/>
              <a:ext cx="19775520" cy="15840"/>
            </a:xfrm>
            <a:custGeom>
              <a:avLst/>
              <a:gdLst>
                <a:gd name="textAreaLeft" fmla="*/ 0 w 19775520"/>
                <a:gd name="textAreaRight" fmla="*/ 19786680 w 19775520"/>
                <a:gd name="textAreaTop" fmla="*/ 0 h 15840"/>
                <a:gd name="textAreaBottom" fmla="*/ 27000 h 15840"/>
              </a:gdLst>
              <a:ahLst/>
              <a:cxnLst/>
              <a:rect l="textAreaLeft" t="textAreaTop" r="textAreaRight" b="textAreaBottom"/>
              <a:pathLst>
                <a:path w="26382218" h="35941">
                  <a:moveTo>
                    <a:pt x="0" y="0"/>
                  </a:moveTo>
                  <a:lnTo>
                    <a:pt x="26382218" y="0"/>
                  </a:lnTo>
                  <a:lnTo>
                    <a:pt x="2638221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5" name="Group 9"/>
          <p:cNvGrpSpPr/>
          <p:nvPr/>
        </p:nvGrpSpPr>
        <p:grpSpPr>
          <a:xfrm>
            <a:off x="731520" y="25231680"/>
            <a:ext cx="19845360" cy="15840"/>
            <a:chOff x="731520" y="25231680"/>
            <a:chExt cx="19845360" cy="15840"/>
          </a:xfrm>
        </p:grpSpPr>
        <p:sp>
          <p:nvSpPr>
            <p:cNvPr id="76" name="Freeform 10"/>
            <p:cNvSpPr/>
            <p:nvPr/>
          </p:nvSpPr>
          <p:spPr>
            <a:xfrm>
              <a:off x="731520" y="25231680"/>
              <a:ext cx="19845360" cy="15840"/>
            </a:xfrm>
            <a:custGeom>
              <a:avLst/>
              <a:gdLst>
                <a:gd name="textAreaLeft" fmla="*/ 0 w 19845360"/>
                <a:gd name="textAreaRight" fmla="*/ 19856520 w 19845360"/>
                <a:gd name="textAreaTop" fmla="*/ 0 h 15840"/>
                <a:gd name="textAreaBottom" fmla="*/ 27000 h 15840"/>
              </a:gdLst>
              <a:ahLst/>
              <a:cxnLst/>
              <a:rect l="textAreaLeft" t="textAreaTop" r="textAreaRight" b="textAreaBottom"/>
              <a:pathLst>
                <a:path w="26475183" h="35941">
                  <a:moveTo>
                    <a:pt x="0" y="0"/>
                  </a:moveTo>
                  <a:lnTo>
                    <a:pt x="26475183" y="0"/>
                  </a:lnTo>
                  <a:lnTo>
                    <a:pt x="26475183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TextBox 11"/>
          <p:cNvSpPr/>
          <p:nvPr/>
        </p:nvSpPr>
        <p:spPr>
          <a:xfrm>
            <a:off x="719640" y="24399360"/>
            <a:ext cx="1509336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CURSOS Y CAPACITACIONES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719640" y="25477200"/>
            <a:ext cx="1982268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Freeform 13"/>
          <p:cNvSpPr/>
          <p:nvPr/>
        </p:nvSpPr>
        <p:spPr>
          <a:xfrm>
            <a:off x="360" y="30019320"/>
            <a:ext cx="21381840" cy="261720"/>
          </a:xfrm>
          <a:custGeom>
            <a:avLst/>
            <a:gdLst>
              <a:gd name="textAreaLeft" fmla="*/ 0 w 21381840"/>
              <a:gd name="textAreaRight" fmla="*/ 21393000 w 21381840"/>
              <a:gd name="textAreaTop" fmla="*/ 0 h 261720"/>
              <a:gd name="textAreaBottom" fmla="*/ 265680 h 261720"/>
            </a:gdLst>
            <a:ahLst/>
            <a:cxnLst/>
            <a:rect l="textAreaLeft" t="textAreaTop" r="textAreaRight" b="textAreaBottom"/>
            <a:pathLst>
              <a:path w="21392989" h="1219584">
                <a:moveTo>
                  <a:pt x="0" y="0"/>
                </a:moveTo>
                <a:lnTo>
                  <a:pt x="21392989" y="0"/>
                </a:lnTo>
                <a:lnTo>
                  <a:pt x="21392989" y="1219584"/>
                </a:lnTo>
                <a:lnTo>
                  <a:pt x="0" y="1219584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9"/>
          <p:cNvSpPr/>
          <p:nvPr/>
        </p:nvSpPr>
        <p:spPr>
          <a:xfrm>
            <a:off x="688680" y="19055160"/>
            <a:ext cx="1977984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FORMACIÓN ACADÉMICA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0"/>
          <p:cNvSpPr/>
          <p:nvPr/>
        </p:nvSpPr>
        <p:spPr>
          <a:xfrm>
            <a:off x="785160" y="19756800"/>
            <a:ext cx="19733040" cy="93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{{edu_1_degree}} </a:t>
            </a:r>
            <a:r>
              <a:rPr lang="en-US" sz="2300" b="1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 </a:t>
            </a:r>
            <a:r>
              <a:rPr lang="en-US" sz="23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{{edu_1_school}}  {{edu_1_years}}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{{edu_2_degree}} </a:t>
            </a:r>
            <a:r>
              <a:rPr lang="en-US" sz="2300" b="1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 </a:t>
            </a:r>
            <a:r>
              <a:rPr lang="en-US" sz="23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{{edu_2_school}}  {{edu_2_years}}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"/>
          <p:cNvSpPr/>
          <p:nvPr/>
        </p:nvSpPr>
        <p:spPr>
          <a:xfrm>
            <a:off x="771840" y="25153200"/>
            <a:ext cx="19822680" cy="18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402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{{curso_1}}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402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{{curso_2}}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402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{{curso_3}}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9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3" name="Group 1"/>
          <p:cNvGrpSpPr/>
          <p:nvPr/>
        </p:nvGrpSpPr>
        <p:grpSpPr>
          <a:xfrm>
            <a:off x="711000" y="21350880"/>
            <a:ext cx="19775520" cy="15840"/>
            <a:chOff x="711000" y="21350880"/>
            <a:chExt cx="19775520" cy="15840"/>
          </a:xfrm>
        </p:grpSpPr>
        <p:sp>
          <p:nvSpPr>
            <p:cNvPr id="84" name="Freeform 3"/>
            <p:cNvSpPr/>
            <p:nvPr/>
          </p:nvSpPr>
          <p:spPr>
            <a:xfrm>
              <a:off x="711000" y="21350880"/>
              <a:ext cx="19775520" cy="15840"/>
            </a:xfrm>
            <a:custGeom>
              <a:avLst/>
              <a:gdLst>
                <a:gd name="textAreaLeft" fmla="*/ 0 w 19775520"/>
                <a:gd name="textAreaRight" fmla="*/ 19786680 w 19775520"/>
                <a:gd name="textAreaTop" fmla="*/ 0 h 15840"/>
                <a:gd name="textAreaBottom" fmla="*/ 27000 h 15840"/>
              </a:gdLst>
              <a:ahLst/>
              <a:cxnLst/>
              <a:rect l="textAreaLeft" t="textAreaTop" r="textAreaRight" b="textAreaBottom"/>
              <a:pathLst>
                <a:path w="26382218" h="35941">
                  <a:moveTo>
                    <a:pt x="0" y="0"/>
                  </a:moveTo>
                  <a:lnTo>
                    <a:pt x="26382218" y="0"/>
                  </a:lnTo>
                  <a:lnTo>
                    <a:pt x="2638221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" name="TextBox 2"/>
          <p:cNvSpPr/>
          <p:nvPr/>
        </p:nvSpPr>
        <p:spPr>
          <a:xfrm>
            <a:off x="688680" y="20639160"/>
            <a:ext cx="1977984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INFORMATICA E IDIOMAS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317160" y="21435120"/>
            <a:ext cx="19733040" cy="30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{{it_1}}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{{it_2}}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{{it_3}}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{{it_4}}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{{idioma_1}}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{{idioma_2}}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{{idioma_3}} 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7" name="Group 3"/>
          <p:cNvGrpSpPr/>
          <p:nvPr/>
        </p:nvGrpSpPr>
        <p:grpSpPr>
          <a:xfrm>
            <a:off x="731520" y="27140040"/>
            <a:ext cx="19845360" cy="15840"/>
            <a:chOff x="731520" y="27140040"/>
            <a:chExt cx="19845360" cy="15840"/>
          </a:xfrm>
        </p:grpSpPr>
        <p:sp>
          <p:nvSpPr>
            <p:cNvPr id="88" name="Freeform 4"/>
            <p:cNvSpPr/>
            <p:nvPr/>
          </p:nvSpPr>
          <p:spPr>
            <a:xfrm>
              <a:off x="731520" y="27140040"/>
              <a:ext cx="19845360" cy="15840"/>
            </a:xfrm>
            <a:custGeom>
              <a:avLst/>
              <a:gdLst>
                <a:gd name="textAreaLeft" fmla="*/ 0 w 19845360"/>
                <a:gd name="textAreaRight" fmla="*/ 19856520 w 19845360"/>
                <a:gd name="textAreaTop" fmla="*/ 0 h 15840"/>
                <a:gd name="textAreaBottom" fmla="*/ 27000 h 15840"/>
              </a:gdLst>
              <a:ahLst/>
              <a:cxnLst/>
              <a:rect l="textAreaLeft" t="textAreaTop" r="textAreaRight" b="textAreaBottom"/>
              <a:pathLst>
                <a:path w="26475183" h="35941">
                  <a:moveTo>
                    <a:pt x="0" y="0"/>
                  </a:moveTo>
                  <a:lnTo>
                    <a:pt x="26475183" y="0"/>
                  </a:lnTo>
                  <a:lnTo>
                    <a:pt x="26475183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TextBox 4"/>
          <p:cNvSpPr/>
          <p:nvPr/>
        </p:nvSpPr>
        <p:spPr>
          <a:xfrm>
            <a:off x="719640" y="26307720"/>
            <a:ext cx="1509336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COMPETENCIAS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5"/>
          <p:cNvSpPr/>
          <p:nvPr/>
        </p:nvSpPr>
        <p:spPr>
          <a:xfrm>
            <a:off x="719640" y="27385560"/>
            <a:ext cx="1982268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6"/>
          <p:cNvSpPr/>
          <p:nvPr/>
        </p:nvSpPr>
        <p:spPr>
          <a:xfrm>
            <a:off x="771840" y="27169560"/>
            <a:ext cx="19822680" cy="33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{{skill_4}}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{{skill_5}}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{{skill_6}}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9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DAG9kkGcXe8</dc:identifier>
  <dc:language>es-AR</dc:language>
  <cp:lastModifiedBy/>
  <dcterms:modified xsi:type="dcterms:W3CDTF">2026-03-09T20:03:04Z</dcterms:modified>
  <cp:revision>32</cp:revision>
  <dc:subject/>
  <dc:title>Plantilla_oficial_13.pptx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