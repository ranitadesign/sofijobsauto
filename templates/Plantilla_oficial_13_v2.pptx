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oppins Bold"/>
    </p:embeddedFont>
    <p:embeddedFont>
      <p:font typeface="Nova"/>
    </p:embeddedFont>
    <p:embeddedFont>
      <p:font typeface="Poppins Bold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794B22-EC8D-4249-B886-0E65718B60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4C7C63-288E-4EB5-8F5D-29ED3CEB71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FAC408-81AF-4307-9788-6DB36A6C91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239927-DD29-455E-93FE-35F6050AAB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AA6910-D98D-46B2-B416-8467C3AF46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5CEAA7-D3FF-4C97-8633-9AA7CE9D7D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65EDAB-F720-4AA5-8E79-F30C1CD72C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4646B0-C1D2-4A5E-BED7-16AAA18E42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1AA17E-FDD6-47D3-9471-6FC330BD01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206344-E5A3-46FA-A99F-9C628E0C9B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B3E707-5110-4568-9AC9-4BDD6B9350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736920" y="4808880"/>
            <a:ext cx="19828080" cy="20880"/>
            <a:chOff x="736920" y="4808880"/>
            <a:chExt cx="19828080" cy="20880"/>
          </a:xfrm>
        </p:grpSpPr>
        <p:sp>
          <p:nvSpPr>
            <p:cNvPr id="60" name="Freeform 3"/>
            <p:cNvSpPr/>
            <p:nvPr/>
          </p:nvSpPr>
          <p:spPr>
            <a:xfrm>
              <a:off x="736920" y="4808880"/>
              <a:ext cx="19828080" cy="20880"/>
            </a:xfrm>
            <a:custGeom>
              <a:avLst/>
              <a:gdLst>
                <a:gd name="textAreaLeft" fmla="*/ 0 w 19828080"/>
                <a:gd name="textAreaRight" fmla="*/ 19834200 w 1982808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3480" y="8103600"/>
            <a:ext cx="19905120" cy="20880"/>
            <a:chOff x="753480" y="8103600"/>
            <a:chExt cx="19905120" cy="20880"/>
          </a:xfrm>
        </p:grpSpPr>
        <p:sp>
          <p:nvSpPr>
            <p:cNvPr id="62" name="Freeform 5"/>
            <p:cNvSpPr/>
            <p:nvPr/>
          </p:nvSpPr>
          <p:spPr>
            <a:xfrm>
              <a:off x="753480" y="8103600"/>
              <a:ext cx="19905120" cy="20880"/>
            </a:xfrm>
            <a:custGeom>
              <a:avLst/>
              <a:gdLst>
                <a:gd name="textAreaLeft" fmla="*/ 0 w 19905120"/>
                <a:gd name="textAreaRight" fmla="*/ 19911240 w 1990512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Freeform 6"/>
          <p:cNvSpPr/>
          <p:nvPr/>
        </p:nvSpPr>
        <p:spPr>
          <a:xfrm>
            <a:off x="0" y="180000"/>
            <a:ext cx="9611280" cy="3583440"/>
          </a:xfrm>
          <a:custGeom>
            <a:avLst/>
            <a:gdLst>
              <a:gd name="textAreaLeft" fmla="*/ 0 w 9611280"/>
              <a:gd name="textAreaRight" fmla="*/ 9617400 w 9611280"/>
              <a:gd name="textAreaTop" fmla="*/ 0 h 3583440"/>
              <a:gd name="textAreaBottom" fmla="*/ 3589200 h 358344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710640" y="24975720"/>
            <a:ext cx="19780560" cy="20880"/>
            <a:chOff x="710640" y="24975720"/>
            <a:chExt cx="19780560" cy="20880"/>
          </a:xfrm>
        </p:grpSpPr>
        <p:sp>
          <p:nvSpPr>
            <p:cNvPr id="65" name="Freeform 8"/>
            <p:cNvSpPr/>
            <p:nvPr/>
          </p:nvSpPr>
          <p:spPr>
            <a:xfrm>
              <a:off x="710640" y="24975720"/>
              <a:ext cx="19780560" cy="20880"/>
            </a:xfrm>
            <a:custGeom>
              <a:avLst/>
              <a:gdLst>
                <a:gd name="textAreaLeft" fmla="*/ 0 w 19780560"/>
                <a:gd name="textAreaRight" fmla="*/ 19786680 w 1978056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9"/>
          <p:cNvGrpSpPr/>
          <p:nvPr/>
        </p:nvGrpSpPr>
        <p:grpSpPr>
          <a:xfrm>
            <a:off x="731160" y="27355320"/>
            <a:ext cx="19850400" cy="20880"/>
            <a:chOff x="731160" y="27355320"/>
            <a:chExt cx="19850400" cy="20880"/>
          </a:xfrm>
        </p:grpSpPr>
        <p:sp>
          <p:nvSpPr>
            <p:cNvPr id="67" name="Freeform 10"/>
            <p:cNvSpPr/>
            <p:nvPr/>
          </p:nvSpPr>
          <p:spPr>
            <a:xfrm>
              <a:off x="731160" y="27355320"/>
              <a:ext cx="19850400" cy="20880"/>
            </a:xfrm>
            <a:custGeom>
              <a:avLst/>
              <a:gdLst>
                <a:gd name="textAreaLeft" fmla="*/ 0 w 19850400"/>
                <a:gd name="textAreaRight" fmla="*/ 19856520 w 198504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1"/>
          <p:cNvSpPr/>
          <p:nvPr/>
        </p:nvSpPr>
        <p:spPr>
          <a:xfrm>
            <a:off x="719280" y="26523000"/>
            <a:ext cx="150984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719280" y="27348840"/>
            <a:ext cx="1982772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13"/>
          <p:cNvSpPr/>
          <p:nvPr/>
        </p:nvSpPr>
        <p:spPr>
          <a:xfrm>
            <a:off x="0" y="29340000"/>
            <a:ext cx="21386880" cy="909720"/>
          </a:xfrm>
          <a:custGeom>
            <a:avLst/>
            <a:gdLst>
              <a:gd name="textAreaLeft" fmla="*/ 0 w 21386880"/>
              <a:gd name="textAreaRight" fmla="*/ 21393000 w 21386880"/>
              <a:gd name="textAreaTop" fmla="*/ 0 h 909720"/>
              <a:gd name="textAreaBottom" fmla="*/ 915840 h 90972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736920" y="3935880"/>
            <a:ext cx="130654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736920" y="4928760"/>
            <a:ext cx="198100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740160" y="7399080"/>
            <a:ext cx="151401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3680000" y="1080000"/>
            <a:ext cx="6836040" cy="73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poppins Bold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3680360" y="2340000"/>
            <a:ext cx="70156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poppins Bold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688320" y="24120000"/>
            <a:ext cx="197848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753480" y="25109640"/>
            <a:ext cx="1973808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049040" lvl="2" indent="-349560" defTabSz="914400">
              <a:lnSpc>
                <a:spcPts val="4810"/>
              </a:lnSpc>
              <a:buClr>
                <a:srgbClr val="343434"/>
              </a:buClr>
              <a:buFont typeface="Arial"/>
              <a:buChar char="⚬"/>
            </a:pP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{{edu_1_degree}} </a:t>
            </a:r>
            <a:r>
              <a:rPr lang="en-US" sz="2430" b="1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 </a:t>
            </a: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{{edu_1_school}}  {{edu_1_years}}</a:t>
            </a:r>
            <a:endParaRPr lang="es-AR" sz="2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49040" lvl="2" indent="-349560" defTabSz="914400">
              <a:lnSpc>
                <a:spcPts val="4810"/>
              </a:lnSpc>
              <a:buClr>
                <a:srgbClr val="343434"/>
              </a:buClr>
              <a:buFont typeface="Arial"/>
              <a:buChar char="⚬"/>
            </a:pP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{{edu_2_degree}} </a:t>
            </a:r>
            <a:r>
              <a:rPr lang="en-US" sz="2430" b="1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 </a:t>
            </a: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{{edu_2_school}}  {{edu_2_years}}</a:t>
            </a:r>
            <a:endParaRPr lang="es-AR" sz="2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66680" y="2035080"/>
            <a:ext cx="793008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2"/>
          <p:cNvSpPr/>
          <p:nvPr/>
        </p:nvSpPr>
        <p:spPr>
          <a:xfrm>
            <a:off x="180000" y="680760"/>
            <a:ext cx="791676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3"/>
          <p:cNvSpPr/>
          <p:nvPr/>
        </p:nvSpPr>
        <p:spPr>
          <a:xfrm>
            <a:off x="180000" y="1361160"/>
            <a:ext cx="773676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4"/>
          <p:cNvSpPr/>
          <p:nvPr/>
        </p:nvSpPr>
        <p:spPr>
          <a:xfrm>
            <a:off x="272880" y="2747880"/>
            <a:ext cx="674604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Disponibilidad full time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6"/>
          <p:cNvSpPr/>
          <p:nvPr/>
        </p:nvSpPr>
        <p:spPr>
          <a:xfrm>
            <a:off x="866160" y="8483040"/>
            <a:ext cx="19829880" cy="67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r>
              <a:rPr lang="en-US" sz="3600" b="1" u="none" strike="noStrike">
                <a:solidFill>
                  <a:srgbClr val="333333"/>
                </a:solidFill>
                <a:effectLst/>
                <a:uFillTx/>
                <a:latin typeface="Poppins Bold"/>
                <a:ea typeface="Poppins Bold"/>
              </a:rPr>
              <a:t>{{exp_1_role}}</a:t>
            </a: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Nova"/>
                <a:ea typeface="Poppins Bold"/>
              </a:rPr>
              <a:t> 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Nova"/>
                <a:ea typeface="Poppins"/>
              </a:rPr>
              <a:t>{{exp_1_company}}   {{exp_1_dates}}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41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600" b="1" u="none" strike="noStrike">
                <a:solidFill>
                  <a:srgbClr val="333333"/>
                </a:solidFill>
                <a:effectLst/>
                <a:uFillTx/>
                <a:latin typeface="Poppins Bold"/>
                <a:ea typeface="Poppins Bold"/>
              </a:rPr>
              <a:t>{{exp_2_role}}</a:t>
            </a: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Nova"/>
                <a:ea typeface="Poppins"/>
              </a:rPr>
              <a:t>{{exp_2_company}}   {{exp_2_dates}}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{{exp_2_bullets_block}}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8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4943160" y="12942000"/>
            <a:ext cx="155728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2"/>
          <p:cNvSpPr/>
          <p:nvPr/>
        </p:nvSpPr>
        <p:spPr>
          <a:xfrm>
            <a:off x="905400" y="17697960"/>
            <a:ext cx="194306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8280000" y="0"/>
            <a:ext cx="3776040" cy="377604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580000" y="175320"/>
            <a:ext cx="305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"/>
          <p:cNvSpPr/>
          <p:nvPr/>
        </p:nvSpPr>
        <p:spPr>
          <a:xfrm>
            <a:off x="3960000" y="27376920"/>
            <a:ext cx="1982772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2026-01-14T15:51:33Z</dcterms:modified>
  <cp:revision>18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