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Poppins"/>
      <p:regular r:id="rId4"/>
      <p:bold r:id="rId4"/>
    </p:embeddedFont>
    <p:embeddedFont>
      <p:font typeface="Montserrat"/>
      <p:regular r:id="rId5"/>
      <p:bold r:id="rId5"/>
    </p:embeddedFont>
    <p:embeddedFont>
      <p:font typeface="Proxima nova"/>
    </p:embeddedFont>
    <p:embeddedFont>
      <p:font typeface="Microsoft YaHei"/>
      <p:regular r:id="rId6"/>
    </p:embeddedFont>
    <p:embeddedFont>
      <p:font typeface="Poppins Bold"/>
    </p:embeddedFont>
    <p:embeddedFont>
      <p:font typeface="Montserrat Bold"/>
    </p:embeddedFont>
    <p:embeddedFont>
      <p:font typeface="Garet"/>
      <p:regular r:id="rId7"/>
      <p:bold r:id="rId7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Poppins_Regular.fntdata"/><Relationship Id="rId5" Type="http://schemas.openxmlformats.org/officeDocument/2006/relationships/font" Target="fonts/Font_2_Montserrat_Regular.fntdata"/><Relationship Id="rId6" Type="http://schemas.openxmlformats.org/officeDocument/2006/relationships/font" Target="fonts/Font_3_Microsoft_YaHei_Regular.fntdata"/><Relationship Id="rId7" Type="http://schemas.openxmlformats.org/officeDocument/2006/relationships/font" Target="fonts/Font_4_Garet_Regular.fntdata"/><Relationship Id="rId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8800" cy="1132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8800" cy="4515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292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468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292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E1756DC-CB17-47EC-842A-E9BEAF2319D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46600" cy="584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09120" cy="584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292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468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292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E5261A2-092B-49D7-B13E-D6F3B9AE875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8800" cy="1132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8800" cy="4515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292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468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292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836FED8-276C-406F-B27D-0C79EA82E65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1600" cy="1351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1600" cy="1489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292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468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292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C3F706C-29BB-46AD-8D1B-76D7E012F95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8800" cy="1132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27680" cy="4515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27680" cy="4515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292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468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6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292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2B29FDA-1E6D-47A8-9BF6-A0386714188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8800" cy="1132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29480" cy="62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29480" cy="3940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0920" cy="62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0920" cy="3940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6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292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7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468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PlaceHolder 8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292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DCC6064-A5A1-47F2-AB78-127CBDA65EC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8800" cy="1132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292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468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4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292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71A463A-FBF8-4C2B-9F76-3C339859B14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292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468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292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6F9BA5C-8D3F-4972-AD8F-8B7F4F9137A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2997360" cy="1151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0840" cy="5842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2997360" cy="4680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4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292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5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468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6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292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0437A91-58E9-46BF-9EFC-D425980C07C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5600" cy="555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5600" cy="4104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5600" cy="794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292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468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292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2CAF8D7-A383-4D0B-AD81-3826400AFEC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1600" cy="1459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292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468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2920" cy="35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7E8F8F4-C7E6-47E1-8B72-6F0F10DF2F7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extBox 26"/>
          <p:cNvSpPr/>
          <p:nvPr/>
        </p:nvSpPr>
        <p:spPr>
          <a:xfrm>
            <a:off x="692640" y="8061840"/>
            <a:ext cx="19825200" cy="485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470"/>
              </a:lnSpc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Garet"/>
              </a:rPr>
              <a:t>[[EXPERIENCE_BLOCK]]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479"/>
              </a:lnSpc>
            </a:pPr>
            <a:r>
              <a:rPr lang="en-US" sz="3200" b="1" u="none" strike="noStrike">
                <a:solidFill>
                  <a:srgbClr val="333333"/>
                </a:solidFill>
                <a:effectLst/>
                <a:uFillTx/>
                <a:latin typeface="Montserrat"/>
                <a:ea typeface="Poppins Bold"/>
              </a:rPr>
              <a:t>{{exp_1_role}}</a:t>
            </a:r>
            <a:r>
              <a:rPr lang="en-US" sz="3200" b="1" u="none" strike="noStrike">
                <a:solidFill>
                  <a:srgbClr val="1e1e1e"/>
                </a:solidFill>
                <a:effectLst/>
                <a:uFillTx/>
                <a:latin typeface="Montserrat"/>
                <a:ea typeface="Poppins Bold"/>
              </a:rPr>
              <a:t>  </a:t>
            </a:r>
            <a:r>
              <a:rPr lang="en-US" sz="3200" b="0" u="none" strike="noStrike">
                <a:solidFill>
                  <a:srgbClr val="1e1e1e"/>
                </a:solidFill>
                <a:effectLst/>
                <a:uFillTx/>
                <a:latin typeface="Montserrat"/>
                <a:ea typeface="Poppins"/>
              </a:rPr>
              <a:t>{{exp_1_company}}   {{exp_1_dates}}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535"/>
              </a:lnSpc>
            </a:pPr>
            <a:r>
              <a:rPr lang="es-AR" sz="2800" b="0" u="none" strike="noStrike">
                <a:solidFill>
                  <a:srgbClr val="000000"/>
                </a:solidFill>
                <a:effectLst/>
                <a:uFillTx/>
                <a:latin typeface="Montserrat"/>
                <a:ea typeface="Montserrat"/>
              </a:rPr>
              <a:t>{{exp_1_bullets_block}}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479"/>
              </a:lnSpc>
            </a:pPr>
            <a:r>
              <a:rPr lang="en-US" sz="3200" b="1" u="none" strike="noStrike">
                <a:solidFill>
                  <a:srgbClr val="333333"/>
                </a:solidFill>
                <a:effectLst/>
                <a:uFillTx/>
                <a:latin typeface="Montserrat"/>
                <a:ea typeface="Poppins Bold"/>
              </a:rPr>
              <a:t>{{exp_2_role}}</a:t>
            </a:r>
            <a:r>
              <a:rPr lang="en-US" sz="3200" b="1" u="none" strike="noStrike">
                <a:solidFill>
                  <a:srgbClr val="1e1e1e"/>
                </a:solidFill>
                <a:effectLst/>
                <a:uFillTx/>
                <a:latin typeface="Montserrat"/>
                <a:ea typeface="Poppins Bold"/>
              </a:rPr>
              <a:t>  </a:t>
            </a:r>
            <a:r>
              <a:rPr lang="en-US" sz="3200" b="0" u="none" strike="noStrike">
                <a:solidFill>
                  <a:srgbClr val="1e1e1e"/>
                </a:solidFill>
                <a:effectLst/>
                <a:uFillTx/>
                <a:latin typeface="Montserrat"/>
                <a:ea typeface="Poppins"/>
              </a:rPr>
              <a:t>{{exp_2_company}}   {{exp_2_dates}}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535"/>
              </a:lnSpc>
            </a:pPr>
            <a:r>
              <a:rPr lang="es-AR" sz="2800" b="0" u="none" strike="noStrike">
                <a:solidFill>
                  <a:srgbClr val="000000"/>
                </a:solidFill>
                <a:effectLst/>
                <a:uFillTx/>
                <a:latin typeface="Montserrat"/>
                <a:ea typeface="Montserrat"/>
              </a:rPr>
              <a:t>{{exp_2_bullets_block}}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538"/>
              </a:lnSpc>
            </a:pPr>
            <a:endParaRPr lang="es-AR" sz="28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479"/>
              </a:lnSpc>
            </a:pP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Box 30"/>
          <p:cNvSpPr/>
          <p:nvPr/>
        </p:nvSpPr>
        <p:spPr>
          <a:xfrm>
            <a:off x="4408560" y="12780000"/>
            <a:ext cx="15568200" cy="55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479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1" name="Group 2"/>
          <p:cNvGrpSpPr/>
          <p:nvPr/>
        </p:nvGrpSpPr>
        <p:grpSpPr>
          <a:xfrm>
            <a:off x="736920" y="4809240"/>
            <a:ext cx="19823760" cy="16560"/>
            <a:chOff x="736920" y="4809240"/>
            <a:chExt cx="19823760" cy="16560"/>
          </a:xfrm>
        </p:grpSpPr>
        <p:sp>
          <p:nvSpPr>
            <p:cNvPr id="62" name="Freeform 2"/>
            <p:cNvSpPr/>
            <p:nvPr/>
          </p:nvSpPr>
          <p:spPr>
            <a:xfrm>
              <a:off x="736920" y="4809240"/>
              <a:ext cx="19823760" cy="16560"/>
            </a:xfrm>
            <a:custGeom>
              <a:avLst/>
              <a:gdLst>
                <a:gd name="textAreaLeft" fmla="*/ 0 w 19823760"/>
                <a:gd name="textAreaRight" fmla="*/ 19834200 w 19823760"/>
                <a:gd name="textAreaTop" fmla="*/ 0 h 16560"/>
                <a:gd name="textAreaBottom" fmla="*/ 27000 h 16560"/>
              </a:gdLst>
              <a:ahLst/>
              <a:cxnLst/>
              <a:rect l="textAreaLeft" t="textAreaTop" r="textAreaRight" b="textAreaBottom"/>
              <a:pathLst>
                <a:path w="26445718" h="35941">
                  <a:moveTo>
                    <a:pt x="0" y="0"/>
                  </a:moveTo>
                  <a:lnTo>
                    <a:pt x="26445718" y="0"/>
                  </a:lnTo>
                  <a:lnTo>
                    <a:pt x="2644571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62446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3" name="Group 4"/>
          <p:cNvGrpSpPr/>
          <p:nvPr/>
        </p:nvGrpSpPr>
        <p:grpSpPr>
          <a:xfrm>
            <a:off x="753480" y="8103960"/>
            <a:ext cx="19900800" cy="16560"/>
            <a:chOff x="753480" y="8103960"/>
            <a:chExt cx="19900800" cy="16560"/>
          </a:xfrm>
        </p:grpSpPr>
        <p:sp>
          <p:nvSpPr>
            <p:cNvPr id="64" name="Freeform 5"/>
            <p:cNvSpPr/>
            <p:nvPr/>
          </p:nvSpPr>
          <p:spPr>
            <a:xfrm>
              <a:off x="753480" y="8103960"/>
              <a:ext cx="19900800" cy="16560"/>
            </a:xfrm>
            <a:custGeom>
              <a:avLst/>
              <a:gdLst>
                <a:gd name="textAreaLeft" fmla="*/ 0 w 19900800"/>
                <a:gd name="textAreaRight" fmla="*/ 19911240 w 19900800"/>
                <a:gd name="textAreaTop" fmla="*/ 0 h 16560"/>
                <a:gd name="textAreaBottom" fmla="*/ 27000 h 16560"/>
              </a:gdLst>
              <a:ahLst/>
              <a:cxnLst/>
              <a:rect l="textAreaLeft" t="textAreaTop" r="textAreaRight" b="textAreaBottom"/>
              <a:pathLst>
                <a:path w="26548335" h="35941">
                  <a:moveTo>
                    <a:pt x="0" y="0"/>
                  </a:moveTo>
                  <a:lnTo>
                    <a:pt x="26548335" y="0"/>
                  </a:lnTo>
                  <a:lnTo>
                    <a:pt x="26548335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62446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5" name="TextBox 14"/>
          <p:cNvSpPr/>
          <p:nvPr/>
        </p:nvSpPr>
        <p:spPr>
          <a:xfrm>
            <a:off x="736920" y="3936240"/>
            <a:ext cx="13061160" cy="74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856"/>
              </a:lnSpc>
            </a:pPr>
            <a:r>
              <a:rPr lang="en-US" sz="4180" b="1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PERFIL PROFESIONAL</a:t>
            </a:r>
            <a:endParaRPr lang="es-AR" sz="41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Box 15"/>
          <p:cNvSpPr/>
          <p:nvPr/>
        </p:nvSpPr>
        <p:spPr>
          <a:xfrm>
            <a:off x="736920" y="4929120"/>
            <a:ext cx="19805760" cy="47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764"/>
              </a:lnSpc>
            </a:pPr>
            <a:r>
              <a:rPr lang="en-US" sz="2690" b="0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"/>
              </a:rPr>
              <a:t>{{about}}</a:t>
            </a:r>
            <a:endParaRPr lang="es-AR" sz="26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Box 16"/>
          <p:cNvSpPr/>
          <p:nvPr/>
        </p:nvSpPr>
        <p:spPr>
          <a:xfrm>
            <a:off x="740160" y="7399440"/>
            <a:ext cx="15135840" cy="66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230"/>
              </a:lnSpc>
            </a:pPr>
            <a:r>
              <a:rPr lang="en-US" sz="4180" b="1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EXPERIENCIA LABORAL</a:t>
            </a:r>
            <a:endParaRPr lang="es-AR" sz="41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Freeform 6"/>
          <p:cNvSpPr/>
          <p:nvPr/>
        </p:nvSpPr>
        <p:spPr>
          <a:xfrm>
            <a:off x="0" y="360720"/>
            <a:ext cx="9603720" cy="3395880"/>
          </a:xfrm>
          <a:custGeom>
            <a:avLst/>
            <a:gdLst>
              <a:gd name="textAreaLeft" fmla="*/ 0 w 9603720"/>
              <a:gd name="textAreaRight" fmla="*/ 9617400 w 9603720"/>
              <a:gd name="textAreaTop" fmla="*/ 0 h 3395880"/>
              <a:gd name="textAreaBottom" fmla="*/ 3409200 h 3395880"/>
            </a:gdLst>
            <a:ahLst/>
            <a:cxnLst/>
            <a:rect l="textAreaLeft" t="textAreaTop" r="textAreaRight" b="textAreaBottom"/>
            <a:pathLst>
              <a:path w="9617439" h="4035127">
                <a:moveTo>
                  <a:pt x="0" y="0"/>
                </a:moveTo>
                <a:lnTo>
                  <a:pt x="9617439" y="0"/>
                </a:lnTo>
                <a:lnTo>
                  <a:pt x="9617439" y="4035128"/>
                </a:lnTo>
                <a:lnTo>
                  <a:pt x="0" y="4035128"/>
                </a:lnTo>
                <a:lnTo>
                  <a:pt x="0" y="0"/>
                </a:lnTo>
                <a:close/>
              </a:path>
            </a:pathLst>
          </a:custGeom>
          <a:solidFill>
            <a:srgbClr val="c050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17"/>
          <p:cNvSpPr/>
          <p:nvPr/>
        </p:nvSpPr>
        <p:spPr>
          <a:xfrm>
            <a:off x="12780000" y="995040"/>
            <a:ext cx="8097120" cy="14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791"/>
              </a:lnSpc>
            </a:pPr>
            <a:r>
              <a:rPr lang="en-US" sz="5260" b="1" u="none" strike="noStrike">
                <a:solidFill>
                  <a:srgbClr val="c0504d"/>
                </a:solidFill>
                <a:effectLst/>
                <a:uFillTx/>
                <a:latin typeface="Montserrat"/>
                <a:ea typeface="Montserrat Bold"/>
              </a:rPr>
              <a:t>{{name}}</a:t>
            </a:r>
            <a:endParaRPr lang="es-AR" sz="5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5366"/>
              </a:lnSpc>
            </a:pPr>
            <a:r>
              <a:rPr lang="en-US" sz="3200" b="1" u="none" strike="noStrike">
                <a:solidFill>
                  <a:srgbClr val="c0504d"/>
                </a:solidFill>
                <a:effectLst/>
                <a:uFillTx/>
                <a:latin typeface="Montserrat"/>
                <a:ea typeface="Montserrat Bold"/>
              </a:rPr>
              <a:t>{{title}}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41"/>
          <p:cNvSpPr/>
          <p:nvPr/>
        </p:nvSpPr>
        <p:spPr>
          <a:xfrm>
            <a:off x="7553520" y="39600"/>
            <a:ext cx="2694960" cy="66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"/>
          <p:cNvSpPr/>
          <p:nvPr/>
        </p:nvSpPr>
        <p:spPr>
          <a:xfrm>
            <a:off x="8280360" y="1080"/>
            <a:ext cx="3768480" cy="3768480"/>
          </a:xfrm>
          <a:prstGeom prst="flowChartConnector">
            <a:avLst/>
          </a:prstGeom>
          <a:solidFill>
            <a:srgbClr val="ffffff"/>
          </a:solidFill>
          <a:ln w="0">
            <a:solidFill>
              <a:srgbClr val="fffff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"/>
          <p:cNvSpPr/>
          <p:nvPr/>
        </p:nvSpPr>
        <p:spPr>
          <a:xfrm>
            <a:off x="8100000" y="-16560"/>
            <a:ext cx="30492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{{%photo}}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Box 22"/>
          <p:cNvSpPr/>
          <p:nvPr/>
        </p:nvSpPr>
        <p:spPr>
          <a:xfrm>
            <a:off x="540360" y="720360"/>
            <a:ext cx="7197480" cy="204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241"/>
              </a:lnSpc>
            </a:pPr>
            <a:r>
              <a:rPr lang="en-US" sz="2830" b="0" u="none" strike="noStrike">
                <a:solidFill>
                  <a:srgbClr val="543f3f"/>
                </a:solidFill>
                <a:effectLst/>
                <a:uFillTx/>
                <a:latin typeface="Montserrat"/>
                <a:ea typeface="Montserrat"/>
              </a:rPr>
              <a:t>{{contact_phone}}</a:t>
            </a:r>
            <a:endParaRPr lang="es-AR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701"/>
              </a:lnSpc>
            </a:pPr>
            <a:endParaRPr lang="es-AR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241"/>
              </a:lnSpc>
            </a:pPr>
            <a:r>
              <a:rPr lang="en-US" sz="2600" b="0" u="none" strike="noStrike">
                <a:solidFill>
                  <a:srgbClr val="543f3f"/>
                </a:solidFill>
                <a:effectLst/>
                <a:uFillTx/>
                <a:latin typeface="Montserrat"/>
                <a:ea typeface="Montserrat"/>
              </a:rPr>
              <a:t>{{contact_location}}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701"/>
              </a:lnSpc>
            </a:pP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241"/>
              </a:lnSpc>
            </a:pPr>
            <a:r>
              <a:rPr lang="en-US" sz="2600" b="0" u="none" strike="noStrike">
                <a:solidFill>
                  <a:srgbClr val="543f3f"/>
                </a:solidFill>
                <a:effectLst/>
                <a:uFillTx/>
                <a:latin typeface="Montserrat"/>
                <a:ea typeface="Montserrat"/>
              </a:rPr>
              <a:t>{{contact_email}}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4" name="Group 7"/>
          <p:cNvGrpSpPr/>
          <p:nvPr/>
        </p:nvGrpSpPr>
        <p:grpSpPr>
          <a:xfrm>
            <a:off x="711000" y="19766880"/>
            <a:ext cx="19775880" cy="16200"/>
            <a:chOff x="711000" y="19766880"/>
            <a:chExt cx="19775880" cy="16200"/>
          </a:xfrm>
        </p:grpSpPr>
        <p:sp>
          <p:nvSpPr>
            <p:cNvPr id="75" name="Freeform 1"/>
            <p:cNvSpPr/>
            <p:nvPr/>
          </p:nvSpPr>
          <p:spPr>
            <a:xfrm>
              <a:off x="711000" y="19766880"/>
              <a:ext cx="19775880" cy="16200"/>
            </a:xfrm>
            <a:custGeom>
              <a:avLst/>
              <a:gdLst>
                <a:gd name="textAreaLeft" fmla="*/ 0 w 19775880"/>
                <a:gd name="textAreaRight" fmla="*/ 19786680 w 19775880"/>
                <a:gd name="textAreaTop" fmla="*/ 0 h 16200"/>
                <a:gd name="textAreaBottom" fmla="*/ 27000 h 16200"/>
              </a:gdLst>
              <a:ahLst/>
              <a:cxnLst/>
              <a:rect l="textAreaLeft" t="textAreaTop" r="textAreaRight" b="textAreaBottom"/>
              <a:pathLst>
                <a:path w="26382218" h="35941">
                  <a:moveTo>
                    <a:pt x="0" y="0"/>
                  </a:moveTo>
                  <a:lnTo>
                    <a:pt x="26382218" y="0"/>
                  </a:lnTo>
                  <a:lnTo>
                    <a:pt x="2638221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62446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76" name="Group 9"/>
          <p:cNvGrpSpPr/>
          <p:nvPr/>
        </p:nvGrpSpPr>
        <p:grpSpPr>
          <a:xfrm>
            <a:off x="731520" y="25231680"/>
            <a:ext cx="19845720" cy="16200"/>
            <a:chOff x="731520" y="25231680"/>
            <a:chExt cx="19845720" cy="16200"/>
          </a:xfrm>
        </p:grpSpPr>
        <p:sp>
          <p:nvSpPr>
            <p:cNvPr id="77" name="Freeform 10"/>
            <p:cNvSpPr/>
            <p:nvPr/>
          </p:nvSpPr>
          <p:spPr>
            <a:xfrm>
              <a:off x="731520" y="25231680"/>
              <a:ext cx="19845720" cy="16200"/>
            </a:xfrm>
            <a:custGeom>
              <a:avLst/>
              <a:gdLst>
                <a:gd name="textAreaLeft" fmla="*/ 0 w 19845720"/>
                <a:gd name="textAreaRight" fmla="*/ 19856520 w 19845720"/>
                <a:gd name="textAreaTop" fmla="*/ 0 h 16200"/>
                <a:gd name="textAreaBottom" fmla="*/ 27000 h 16200"/>
              </a:gdLst>
              <a:ahLst/>
              <a:cxnLst/>
              <a:rect l="textAreaLeft" t="textAreaTop" r="textAreaRight" b="textAreaBottom"/>
              <a:pathLst>
                <a:path w="26475183" h="35941">
                  <a:moveTo>
                    <a:pt x="0" y="0"/>
                  </a:moveTo>
                  <a:lnTo>
                    <a:pt x="26475183" y="0"/>
                  </a:lnTo>
                  <a:lnTo>
                    <a:pt x="26475183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62446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8" name="TextBox 11"/>
          <p:cNvSpPr/>
          <p:nvPr/>
        </p:nvSpPr>
        <p:spPr>
          <a:xfrm>
            <a:off x="719640" y="24399360"/>
            <a:ext cx="15093720" cy="74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856"/>
              </a:lnSpc>
            </a:pPr>
            <a:r>
              <a:rPr lang="en-US" sz="4180" b="1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CURSOS Y CAPACITACIONES</a:t>
            </a:r>
            <a:endParaRPr lang="es-AR" sz="41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Box 12"/>
          <p:cNvSpPr/>
          <p:nvPr/>
        </p:nvSpPr>
        <p:spPr>
          <a:xfrm>
            <a:off x="719640" y="25477200"/>
            <a:ext cx="19823040" cy="118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Freeform 13"/>
          <p:cNvSpPr/>
          <p:nvPr/>
        </p:nvSpPr>
        <p:spPr>
          <a:xfrm>
            <a:off x="360" y="30019320"/>
            <a:ext cx="21382200" cy="262080"/>
          </a:xfrm>
          <a:custGeom>
            <a:avLst/>
            <a:gdLst>
              <a:gd name="textAreaLeft" fmla="*/ 0 w 21382200"/>
              <a:gd name="textAreaRight" fmla="*/ 21393000 w 21382200"/>
              <a:gd name="textAreaTop" fmla="*/ 0 h 262080"/>
              <a:gd name="textAreaBottom" fmla="*/ 265680 h 262080"/>
            </a:gdLst>
            <a:ahLst/>
            <a:cxnLst/>
            <a:rect l="textAreaLeft" t="textAreaTop" r="textAreaRight" b="textAreaBottom"/>
            <a:pathLst>
              <a:path w="21392989" h="1219584">
                <a:moveTo>
                  <a:pt x="0" y="0"/>
                </a:moveTo>
                <a:lnTo>
                  <a:pt x="21392989" y="0"/>
                </a:lnTo>
                <a:lnTo>
                  <a:pt x="21392989" y="1219584"/>
                </a:lnTo>
                <a:lnTo>
                  <a:pt x="0" y="1219584"/>
                </a:lnTo>
                <a:lnTo>
                  <a:pt x="0" y="0"/>
                </a:lnTo>
                <a:close/>
              </a:path>
            </a:pathLst>
          </a:custGeom>
          <a:solidFill>
            <a:srgbClr val="c050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" name="TextBox 19"/>
          <p:cNvSpPr/>
          <p:nvPr/>
        </p:nvSpPr>
        <p:spPr>
          <a:xfrm>
            <a:off x="688680" y="19055160"/>
            <a:ext cx="19780200" cy="74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856"/>
              </a:lnSpc>
            </a:pPr>
            <a:r>
              <a:rPr lang="en-US" sz="4180" b="1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FORMACIÓN ACADÉMICA</a:t>
            </a:r>
            <a:endParaRPr lang="es-AR" sz="41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Box 20"/>
          <p:cNvSpPr/>
          <p:nvPr/>
        </p:nvSpPr>
        <p:spPr>
          <a:xfrm>
            <a:off x="785160" y="19756800"/>
            <a:ext cx="19733400" cy="93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685"/>
              </a:lnSpc>
              <a:buClr>
                <a:srgbClr val="000000"/>
              </a:buClr>
              <a:buSzPct val="30000"/>
              <a:buFont typeface="Wingdings" charset="2"/>
              <a:buChar char=""/>
            </a:pPr>
            <a:r>
              <a:rPr lang="en-US" sz="2300" b="0" u="none" spc="40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{{edu_1_degree}} </a:t>
            </a:r>
            <a:r>
              <a:rPr lang="en-US" sz="2300" b="1" u="none" spc="40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 </a:t>
            </a:r>
            <a:r>
              <a:rPr lang="en-US" sz="2300" b="0" u="none" spc="40" strike="noStrike">
                <a:solidFill>
                  <a:srgbClr val="343434"/>
                </a:solidFill>
                <a:effectLst/>
                <a:uFillTx/>
                <a:latin typeface="Montserrat"/>
                <a:ea typeface="Montserrat"/>
              </a:rPr>
              <a:t>{{edu_1_school}}  {{edu_1_years}}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685"/>
              </a:lnSpc>
              <a:buClr>
                <a:srgbClr val="000000"/>
              </a:buClr>
              <a:buSzPct val="30000"/>
              <a:buFont typeface="Wingdings" charset="2"/>
              <a:buChar char=""/>
            </a:pPr>
            <a:r>
              <a:rPr lang="en-US" sz="2300" b="0" u="none" spc="40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{{edu_2_degree}} </a:t>
            </a:r>
            <a:r>
              <a:rPr lang="en-US" sz="2300" b="1" u="none" spc="40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 </a:t>
            </a:r>
            <a:r>
              <a:rPr lang="en-US" sz="2300" b="0" u="none" spc="40" strike="noStrike">
                <a:solidFill>
                  <a:srgbClr val="343434"/>
                </a:solidFill>
                <a:effectLst/>
                <a:uFillTx/>
                <a:latin typeface="Montserrat"/>
                <a:ea typeface="Montserrat"/>
              </a:rPr>
              <a:t>{{edu_2_school}}  {{edu_2_years}}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Box 1"/>
          <p:cNvSpPr/>
          <p:nvPr/>
        </p:nvSpPr>
        <p:spPr>
          <a:xfrm>
            <a:off x="771840" y="25153200"/>
            <a:ext cx="19823040" cy="189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402"/>
              </a:lnSpc>
              <a:buClr>
                <a:srgbClr val="000000"/>
              </a:buClr>
              <a:buSzPct val="30000"/>
              <a:buFont typeface="Wingdings" charset="2"/>
              <a:buChar char=""/>
            </a:pPr>
            <a:r>
              <a:rPr lang="en-US" sz="2300" b="0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"/>
              </a:rPr>
              <a:t>{{curso_1}}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402"/>
              </a:lnSpc>
              <a:buClr>
                <a:srgbClr val="000000"/>
              </a:buClr>
              <a:buSzPct val="30000"/>
              <a:buFont typeface="Wingdings" charset="2"/>
              <a:buChar char=""/>
            </a:pPr>
            <a:r>
              <a:rPr lang="en-US" sz="2300" b="0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"/>
              </a:rPr>
              <a:t>{{curso_2}}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402"/>
              </a:lnSpc>
              <a:buClr>
                <a:srgbClr val="000000"/>
              </a:buClr>
              <a:buSzPct val="30000"/>
              <a:buFont typeface="Wingdings" charset="2"/>
              <a:buChar char=""/>
            </a:pPr>
            <a:r>
              <a:rPr lang="en-US" sz="2300" b="0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"/>
              </a:rPr>
              <a:t>{{curso_3}}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697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4" name="Group 1"/>
          <p:cNvGrpSpPr/>
          <p:nvPr/>
        </p:nvGrpSpPr>
        <p:grpSpPr>
          <a:xfrm>
            <a:off x="711000" y="21350880"/>
            <a:ext cx="19775880" cy="16200"/>
            <a:chOff x="711000" y="21350880"/>
            <a:chExt cx="19775880" cy="16200"/>
          </a:xfrm>
        </p:grpSpPr>
        <p:sp>
          <p:nvSpPr>
            <p:cNvPr id="85" name="Freeform 3"/>
            <p:cNvSpPr/>
            <p:nvPr/>
          </p:nvSpPr>
          <p:spPr>
            <a:xfrm>
              <a:off x="711000" y="21350880"/>
              <a:ext cx="19775880" cy="16200"/>
            </a:xfrm>
            <a:custGeom>
              <a:avLst/>
              <a:gdLst>
                <a:gd name="textAreaLeft" fmla="*/ 0 w 19775880"/>
                <a:gd name="textAreaRight" fmla="*/ 19786680 w 19775880"/>
                <a:gd name="textAreaTop" fmla="*/ 0 h 16200"/>
                <a:gd name="textAreaBottom" fmla="*/ 27000 h 16200"/>
              </a:gdLst>
              <a:ahLst/>
              <a:cxnLst/>
              <a:rect l="textAreaLeft" t="textAreaTop" r="textAreaRight" b="textAreaBottom"/>
              <a:pathLst>
                <a:path w="26382218" h="35941">
                  <a:moveTo>
                    <a:pt x="0" y="0"/>
                  </a:moveTo>
                  <a:lnTo>
                    <a:pt x="26382218" y="0"/>
                  </a:lnTo>
                  <a:lnTo>
                    <a:pt x="2638221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62446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6" name="TextBox 2"/>
          <p:cNvSpPr/>
          <p:nvPr/>
        </p:nvSpPr>
        <p:spPr>
          <a:xfrm>
            <a:off x="688680" y="20639160"/>
            <a:ext cx="19780200" cy="74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856"/>
              </a:lnSpc>
            </a:pPr>
            <a:r>
              <a:rPr lang="en-US" sz="4180" b="1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INFORMATICA E IDIOMAS</a:t>
            </a:r>
            <a:endParaRPr lang="es-AR" sz="41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Box 3"/>
          <p:cNvSpPr/>
          <p:nvPr/>
        </p:nvSpPr>
        <p:spPr>
          <a:xfrm>
            <a:off x="317160" y="21435120"/>
            <a:ext cx="19733400" cy="302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720000" indent="-216000" defTabSz="914400">
              <a:lnSpc>
                <a:spcPts val="340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30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{{it_1}}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40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30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{{it_2}}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40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30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{{it_3}}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40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30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{{it_4}}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40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30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{{idioma_1}}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40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3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{{idioma_2}}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40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30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{{idioma_3}} 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8" name="Group 3"/>
          <p:cNvGrpSpPr/>
          <p:nvPr/>
        </p:nvGrpSpPr>
        <p:grpSpPr>
          <a:xfrm>
            <a:off x="731520" y="27140040"/>
            <a:ext cx="19845720" cy="16200"/>
            <a:chOff x="731520" y="27140040"/>
            <a:chExt cx="19845720" cy="16200"/>
          </a:xfrm>
        </p:grpSpPr>
        <p:sp>
          <p:nvSpPr>
            <p:cNvPr id="89" name="Freeform 4"/>
            <p:cNvSpPr/>
            <p:nvPr/>
          </p:nvSpPr>
          <p:spPr>
            <a:xfrm>
              <a:off x="731520" y="27140040"/>
              <a:ext cx="19845720" cy="16200"/>
            </a:xfrm>
            <a:custGeom>
              <a:avLst/>
              <a:gdLst>
                <a:gd name="textAreaLeft" fmla="*/ 0 w 19845720"/>
                <a:gd name="textAreaRight" fmla="*/ 19856520 w 19845720"/>
                <a:gd name="textAreaTop" fmla="*/ 0 h 16200"/>
                <a:gd name="textAreaBottom" fmla="*/ 27000 h 16200"/>
              </a:gdLst>
              <a:ahLst/>
              <a:cxnLst/>
              <a:rect l="textAreaLeft" t="textAreaTop" r="textAreaRight" b="textAreaBottom"/>
              <a:pathLst>
                <a:path w="26475183" h="35941">
                  <a:moveTo>
                    <a:pt x="0" y="0"/>
                  </a:moveTo>
                  <a:lnTo>
                    <a:pt x="26475183" y="0"/>
                  </a:lnTo>
                  <a:lnTo>
                    <a:pt x="26475183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62446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90" name="TextBox 4"/>
          <p:cNvSpPr/>
          <p:nvPr/>
        </p:nvSpPr>
        <p:spPr>
          <a:xfrm>
            <a:off x="719640" y="26307720"/>
            <a:ext cx="15093720" cy="74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856"/>
              </a:lnSpc>
            </a:pPr>
            <a:r>
              <a:rPr lang="en-US" sz="4180" b="1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COMPETENCIAS</a:t>
            </a:r>
            <a:endParaRPr lang="es-AR" sz="41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Box 5"/>
          <p:cNvSpPr/>
          <p:nvPr/>
        </p:nvSpPr>
        <p:spPr>
          <a:xfrm>
            <a:off x="719640" y="27385560"/>
            <a:ext cx="19823040" cy="118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Box 6"/>
          <p:cNvSpPr/>
          <p:nvPr/>
        </p:nvSpPr>
        <p:spPr>
          <a:xfrm>
            <a:off x="771840" y="27169560"/>
            <a:ext cx="19823040" cy="331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Montserrat"/>
                <a:ea typeface="Poppins Bold"/>
              </a:rPr>
              <a:t>{{skill_1}}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Montserrat"/>
                <a:ea typeface="Poppins Bold"/>
              </a:rPr>
              <a:t>{{skill_2}}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Montserrat"/>
                <a:ea typeface="Poppins Bold"/>
              </a:rPr>
              <a:t>{{skill_3}}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Montserrat"/>
                <a:ea typeface="Poppins Bold"/>
              </a:rPr>
              <a:t>{{skill_4}}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Montserrat"/>
                <a:ea typeface="Poppins Bold"/>
              </a:rPr>
              <a:t>{{skill_5}}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Montserrat"/>
                <a:ea typeface="Poppins Bold"/>
              </a:rPr>
              <a:t>{{skill_6}}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697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43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DAG9kkGcXe8</dc:identifier>
  <dc:language>es-AR</dc:language>
  <cp:lastModifiedBy/>
  <dcterms:modified xsi:type="dcterms:W3CDTF">2026-03-08T23:27:42Z</dcterms:modified>
  <cp:revision>31</cp:revision>
  <dc:subject/>
  <dc:title>Plantilla_oficial_13.pptx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