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Montserrat Bold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22B918-A0B4-45AC-87A7-E9E030E10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D39ACF-E52A-4061-B1DD-1D15CD7EDF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723E15-A95B-4E0F-8F20-6ECA05B02F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DB704C-0F6F-435C-95CB-0ECAB62478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CBDABA-AA0C-4F09-BB83-ADD4A4C7F6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7C4E7-BB52-4A90-8782-01D9564EB6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5F01A4-ABFC-47C3-B37F-8DE937A4EF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EE3C12-335D-4177-8778-F810E67C1E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A07F6B-731A-4F77-9C26-5E0C6295B0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741D85-8A5A-4CEF-B0D5-B937EAF2D3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810D7D-B28E-4D3C-A2AB-57887AE58C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6"/>
          <p:cNvSpPr/>
          <p:nvPr/>
        </p:nvSpPr>
        <p:spPr>
          <a:xfrm>
            <a:off x="692640" y="8061840"/>
            <a:ext cx="19825560" cy="48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0"/>
          <p:cNvSpPr/>
          <p:nvPr/>
        </p:nvSpPr>
        <p:spPr>
          <a:xfrm>
            <a:off x="4408560" y="12780000"/>
            <a:ext cx="1556856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2"/>
          <p:cNvGrpSpPr/>
          <p:nvPr/>
        </p:nvGrpSpPr>
        <p:grpSpPr>
          <a:xfrm>
            <a:off x="736920" y="4809240"/>
            <a:ext cx="19824120" cy="16920"/>
            <a:chOff x="736920" y="4809240"/>
            <a:chExt cx="19824120" cy="16920"/>
          </a:xfrm>
        </p:grpSpPr>
        <p:sp>
          <p:nvSpPr>
            <p:cNvPr id="62" name="Freeform 2"/>
            <p:cNvSpPr/>
            <p:nvPr/>
          </p:nvSpPr>
          <p:spPr>
            <a:xfrm>
              <a:off x="736920" y="4809240"/>
              <a:ext cx="19824120" cy="16920"/>
            </a:xfrm>
            <a:custGeom>
              <a:avLst/>
              <a:gdLst>
                <a:gd name="textAreaLeft" fmla="*/ 0 w 19824120"/>
                <a:gd name="textAreaRight" fmla="*/ 19834200 w 198241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"/>
          <p:cNvGrpSpPr/>
          <p:nvPr/>
        </p:nvGrpSpPr>
        <p:grpSpPr>
          <a:xfrm>
            <a:off x="753480" y="8103960"/>
            <a:ext cx="19901160" cy="16920"/>
            <a:chOff x="753480" y="8103960"/>
            <a:chExt cx="19901160" cy="16920"/>
          </a:xfrm>
        </p:grpSpPr>
        <p:sp>
          <p:nvSpPr>
            <p:cNvPr id="64" name="Freeform 5"/>
            <p:cNvSpPr/>
            <p:nvPr/>
          </p:nvSpPr>
          <p:spPr>
            <a:xfrm>
              <a:off x="753480" y="8103960"/>
              <a:ext cx="19901160" cy="16920"/>
            </a:xfrm>
            <a:custGeom>
              <a:avLst/>
              <a:gdLst>
                <a:gd name="textAreaLeft" fmla="*/ 0 w 19901160"/>
                <a:gd name="textAreaRight" fmla="*/ 19911240 w 1990116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14"/>
          <p:cNvSpPr/>
          <p:nvPr/>
        </p:nvSpPr>
        <p:spPr>
          <a:xfrm>
            <a:off x="736920" y="3936240"/>
            <a:ext cx="130615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5"/>
          <p:cNvSpPr/>
          <p:nvPr/>
        </p:nvSpPr>
        <p:spPr>
          <a:xfrm>
            <a:off x="736920" y="4929120"/>
            <a:ext cx="1980612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6"/>
          <p:cNvSpPr/>
          <p:nvPr/>
        </p:nvSpPr>
        <p:spPr>
          <a:xfrm>
            <a:off x="740160" y="7399440"/>
            <a:ext cx="151362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6"/>
          <p:cNvSpPr/>
          <p:nvPr/>
        </p:nvSpPr>
        <p:spPr>
          <a:xfrm>
            <a:off x="0" y="360720"/>
            <a:ext cx="9604080" cy="3396240"/>
          </a:xfrm>
          <a:custGeom>
            <a:avLst/>
            <a:gdLst>
              <a:gd name="textAreaLeft" fmla="*/ 0 w 9604080"/>
              <a:gd name="textAreaRight" fmla="*/ 9617400 w 9604080"/>
              <a:gd name="textAreaTop" fmla="*/ 0 h 3396240"/>
              <a:gd name="textAreaBottom" fmla="*/ 3409200 h 33962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2780000" y="995040"/>
            <a:ext cx="809748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1"/>
          <p:cNvSpPr/>
          <p:nvPr/>
        </p:nvSpPr>
        <p:spPr>
          <a:xfrm>
            <a:off x="7553520" y="39600"/>
            <a:ext cx="269532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280360" y="1080"/>
            <a:ext cx="3768840" cy="37688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100000" y="-16560"/>
            <a:ext cx="3049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2"/>
          <p:cNvSpPr/>
          <p:nvPr/>
        </p:nvSpPr>
        <p:spPr>
          <a:xfrm>
            <a:off x="540360" y="720360"/>
            <a:ext cx="719784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7"/>
          <p:cNvGrpSpPr/>
          <p:nvPr/>
        </p:nvGrpSpPr>
        <p:grpSpPr>
          <a:xfrm>
            <a:off x="711000" y="19766880"/>
            <a:ext cx="19776240" cy="16560"/>
            <a:chOff x="711000" y="19766880"/>
            <a:chExt cx="19776240" cy="16560"/>
          </a:xfrm>
        </p:grpSpPr>
        <p:sp>
          <p:nvSpPr>
            <p:cNvPr id="75" name="Freeform 1"/>
            <p:cNvSpPr/>
            <p:nvPr/>
          </p:nvSpPr>
          <p:spPr>
            <a:xfrm>
              <a:off x="711000" y="19766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9"/>
          <p:cNvGrpSpPr/>
          <p:nvPr/>
        </p:nvGrpSpPr>
        <p:grpSpPr>
          <a:xfrm>
            <a:off x="731520" y="25231680"/>
            <a:ext cx="19846080" cy="16560"/>
            <a:chOff x="731520" y="25231680"/>
            <a:chExt cx="19846080" cy="16560"/>
          </a:xfrm>
        </p:grpSpPr>
        <p:sp>
          <p:nvSpPr>
            <p:cNvPr id="77" name="Freeform 10"/>
            <p:cNvSpPr/>
            <p:nvPr/>
          </p:nvSpPr>
          <p:spPr>
            <a:xfrm>
              <a:off x="731520" y="2523168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11"/>
          <p:cNvSpPr/>
          <p:nvPr/>
        </p:nvSpPr>
        <p:spPr>
          <a:xfrm>
            <a:off x="719640" y="2439936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2"/>
          <p:cNvSpPr/>
          <p:nvPr/>
        </p:nvSpPr>
        <p:spPr>
          <a:xfrm>
            <a:off x="719640" y="2547720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Freeform 13"/>
          <p:cNvSpPr/>
          <p:nvPr/>
        </p:nvSpPr>
        <p:spPr>
          <a:xfrm>
            <a:off x="360" y="30019320"/>
            <a:ext cx="21382560" cy="262440"/>
          </a:xfrm>
          <a:custGeom>
            <a:avLst/>
            <a:gdLst>
              <a:gd name="textAreaLeft" fmla="*/ 0 w 21382560"/>
              <a:gd name="textAreaRight" fmla="*/ 21393000 w 21382560"/>
              <a:gd name="textAreaTop" fmla="*/ 0 h 262440"/>
              <a:gd name="textAreaBottom" fmla="*/ 265680 h 26244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688680" y="19055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785160" y="19756800"/>
            <a:ext cx="1973376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"/>
          <p:cNvSpPr/>
          <p:nvPr/>
        </p:nvSpPr>
        <p:spPr>
          <a:xfrm>
            <a:off x="771840" y="25153200"/>
            <a:ext cx="1982340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711000" y="21350880"/>
            <a:ext cx="19776240" cy="16560"/>
            <a:chOff x="711000" y="21350880"/>
            <a:chExt cx="19776240" cy="16560"/>
          </a:xfrm>
        </p:grpSpPr>
        <p:sp>
          <p:nvSpPr>
            <p:cNvPr id="85" name="Freeform 3"/>
            <p:cNvSpPr/>
            <p:nvPr/>
          </p:nvSpPr>
          <p:spPr>
            <a:xfrm>
              <a:off x="711000" y="21350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2"/>
          <p:cNvSpPr/>
          <p:nvPr/>
        </p:nvSpPr>
        <p:spPr>
          <a:xfrm>
            <a:off x="688680" y="20639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317160" y="21435120"/>
            <a:ext cx="19733760" cy="30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3"/>
          <p:cNvGrpSpPr/>
          <p:nvPr/>
        </p:nvGrpSpPr>
        <p:grpSpPr>
          <a:xfrm>
            <a:off x="731520" y="27140040"/>
            <a:ext cx="19846080" cy="16560"/>
            <a:chOff x="731520" y="27140040"/>
            <a:chExt cx="19846080" cy="16560"/>
          </a:xfrm>
        </p:grpSpPr>
        <p:sp>
          <p:nvSpPr>
            <p:cNvPr id="89" name="Freeform 4"/>
            <p:cNvSpPr/>
            <p:nvPr/>
          </p:nvSpPr>
          <p:spPr>
            <a:xfrm>
              <a:off x="731520" y="2714004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4"/>
          <p:cNvSpPr/>
          <p:nvPr/>
        </p:nvSpPr>
        <p:spPr>
          <a:xfrm>
            <a:off x="719640" y="2630772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719640" y="2738556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771840" y="27169560"/>
            <a:ext cx="1982340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2026-03-08T21:03:42Z</dcterms:modified>
  <cp:revision>30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