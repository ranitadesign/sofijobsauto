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 Bold"/>
    </p:embeddedFont>
    <p:embeddedFont>
      <p:font typeface="Proxima Nova"/>
      <p:regular r:id="rId4"/>
      <p:bold r:id="rId4"/>
    </p:embeddedFont>
    <p:embeddedFont>
      <p:font typeface="Microsoft YaHei"/>
      <p:regular r:id="rId5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8080" cy="146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5319D16-D400-4B7C-8F14-6C72AD26C34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5280" cy="452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88F193-AB1C-41B7-865E-F3EE21356C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3080" cy="584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5600" cy="584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8DEAE24-61DD-49D2-8751-08ABEA684BA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5280" cy="452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F3FE469-9FA4-47D5-B3E6-04F1D210745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8080" cy="13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8080" cy="149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44BEA4-F604-4104-97B1-ABA49BC0C9B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4160" cy="452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4160" cy="452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262176F-D689-425C-B617-55F2AC46DA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5960" cy="63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5960" cy="39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7400" cy="63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7400" cy="39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23029A4-287C-478B-BE43-5B5B81CE26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41C7EB-84FC-41FC-B5B9-E3A6DDEB8A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C27813-FA11-43F6-BE37-7C70207E68F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3840" cy="115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7320" cy="584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3840" cy="468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959F8F-59F0-472F-BA74-B0B5D745FA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2080" cy="56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2080" cy="411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2080" cy="80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69BADFA-B631-475C-9516-70DE1D79A1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"/>
          <p:cNvSpPr/>
          <p:nvPr/>
        </p:nvSpPr>
        <p:spPr>
          <a:xfrm>
            <a:off x="540000" y="-180000"/>
            <a:ext cx="2034000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8971920" y="3880080"/>
            <a:ext cx="33400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7"/>
          <p:cNvSpPr/>
          <p:nvPr/>
        </p:nvSpPr>
        <p:spPr>
          <a:xfrm>
            <a:off x="1800000" y="1440000"/>
            <a:ext cx="18179640" cy="16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8"/>
          <p:cNvSpPr/>
          <p:nvPr/>
        </p:nvSpPr>
        <p:spPr>
          <a:xfrm>
            <a:off x="986400" y="5169600"/>
            <a:ext cx="191804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14"/>
          <p:cNvSpPr/>
          <p:nvPr/>
        </p:nvSpPr>
        <p:spPr>
          <a:xfrm>
            <a:off x="7299720" y="7291080"/>
            <a:ext cx="66844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5"/>
          <p:cNvSpPr/>
          <p:nvPr/>
        </p:nvSpPr>
        <p:spPr>
          <a:xfrm>
            <a:off x="947160" y="9671400"/>
            <a:ext cx="108511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{{exp_1_role}} {{exp_1_company}}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6"/>
          <p:cNvSpPr/>
          <p:nvPr/>
        </p:nvSpPr>
        <p:spPr>
          <a:xfrm>
            <a:off x="947160" y="10440360"/>
            <a:ext cx="19298520" cy="16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{{exp_1_b1}}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{{exp_1_b2}}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{{exp_1_b3}}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7"/>
          <p:cNvSpPr/>
          <p:nvPr/>
        </p:nvSpPr>
        <p:spPr>
          <a:xfrm>
            <a:off x="16020000" y="9680400"/>
            <a:ext cx="4221360" cy="53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18"/>
          <p:cNvGrpSpPr/>
          <p:nvPr/>
        </p:nvGrpSpPr>
        <p:grpSpPr>
          <a:xfrm>
            <a:off x="1051920" y="4903200"/>
            <a:ext cx="19180800" cy="22680"/>
            <a:chOff x="1051920" y="4903200"/>
            <a:chExt cx="19180800" cy="22680"/>
          </a:xfrm>
        </p:grpSpPr>
        <p:sp>
          <p:nvSpPr>
            <p:cNvPr id="68" name="Freeform 19"/>
            <p:cNvSpPr/>
            <p:nvPr/>
          </p:nvSpPr>
          <p:spPr>
            <a:xfrm>
              <a:off x="1051920" y="4903200"/>
              <a:ext cx="19180800" cy="22680"/>
            </a:xfrm>
            <a:custGeom>
              <a:avLst/>
              <a:gdLst>
                <a:gd name="textAreaLeft" fmla="*/ 0 w 19180800"/>
                <a:gd name="textAreaRight" fmla="*/ 19185120 w 19180800"/>
                <a:gd name="textAreaTop" fmla="*/ 0 h 22680"/>
                <a:gd name="textAreaBottom" fmla="*/ 27000 h 226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9" name="Group 20"/>
          <p:cNvGrpSpPr/>
          <p:nvPr/>
        </p:nvGrpSpPr>
        <p:grpSpPr>
          <a:xfrm>
            <a:off x="986400" y="8257680"/>
            <a:ext cx="19180800" cy="22680"/>
            <a:chOff x="986400" y="8257680"/>
            <a:chExt cx="19180800" cy="22680"/>
          </a:xfrm>
        </p:grpSpPr>
        <p:sp>
          <p:nvSpPr>
            <p:cNvPr id="70" name="Freeform 21"/>
            <p:cNvSpPr/>
            <p:nvPr/>
          </p:nvSpPr>
          <p:spPr>
            <a:xfrm>
              <a:off x="986400" y="8257680"/>
              <a:ext cx="19180800" cy="22680"/>
            </a:xfrm>
            <a:custGeom>
              <a:avLst/>
              <a:gdLst>
                <a:gd name="textAreaLeft" fmla="*/ 0 w 19180800"/>
                <a:gd name="textAreaRight" fmla="*/ 19185120 w 19180800"/>
                <a:gd name="textAreaTop" fmla="*/ 0 h 22680"/>
                <a:gd name="textAreaBottom" fmla="*/ 27000 h 226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" name="TextBox 4"/>
          <p:cNvSpPr/>
          <p:nvPr/>
        </p:nvSpPr>
        <p:spPr>
          <a:xfrm>
            <a:off x="3713400" y="17460000"/>
            <a:ext cx="139413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5"/>
          <p:cNvSpPr/>
          <p:nvPr/>
        </p:nvSpPr>
        <p:spPr>
          <a:xfrm>
            <a:off x="3600360" y="27360000"/>
            <a:ext cx="139413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6"/>
          <p:cNvSpPr/>
          <p:nvPr/>
        </p:nvSpPr>
        <p:spPr>
          <a:xfrm>
            <a:off x="4244400" y="21961080"/>
            <a:ext cx="139413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9"/>
          <p:cNvSpPr/>
          <p:nvPr/>
        </p:nvSpPr>
        <p:spPr>
          <a:xfrm>
            <a:off x="1093680" y="18785160"/>
            <a:ext cx="149911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1049400" y="28260000"/>
            <a:ext cx="1964844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1"/>
          <p:cNvSpPr/>
          <p:nvPr/>
        </p:nvSpPr>
        <p:spPr>
          <a:xfrm>
            <a:off x="1080360" y="25560000"/>
            <a:ext cx="1936188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2"/>
          <p:cNvSpPr/>
          <p:nvPr/>
        </p:nvSpPr>
        <p:spPr>
          <a:xfrm>
            <a:off x="1132920" y="19514880"/>
            <a:ext cx="14951880" cy="55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3"/>
          <p:cNvSpPr/>
          <p:nvPr/>
        </p:nvSpPr>
        <p:spPr>
          <a:xfrm>
            <a:off x="17681040" y="18785160"/>
            <a:ext cx="25930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22"/>
          <p:cNvGrpSpPr/>
          <p:nvPr/>
        </p:nvGrpSpPr>
        <p:grpSpPr>
          <a:xfrm>
            <a:off x="1093680" y="18303480"/>
            <a:ext cx="19180800" cy="22680"/>
            <a:chOff x="1093680" y="18303480"/>
            <a:chExt cx="19180800" cy="22680"/>
          </a:xfrm>
        </p:grpSpPr>
        <p:sp>
          <p:nvSpPr>
            <p:cNvPr id="80" name="Freeform 23"/>
            <p:cNvSpPr/>
            <p:nvPr/>
          </p:nvSpPr>
          <p:spPr>
            <a:xfrm>
              <a:off x="1093680" y="18303480"/>
              <a:ext cx="19180800" cy="22680"/>
            </a:xfrm>
            <a:custGeom>
              <a:avLst/>
              <a:gdLst>
                <a:gd name="textAreaLeft" fmla="*/ 0 w 19180800"/>
                <a:gd name="textAreaRight" fmla="*/ 19185120 w 19180800"/>
                <a:gd name="textAreaTop" fmla="*/ 0 h 22680"/>
                <a:gd name="textAreaBottom" fmla="*/ 27000 h 226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1" name="Group 24"/>
          <p:cNvGrpSpPr/>
          <p:nvPr/>
        </p:nvGrpSpPr>
        <p:grpSpPr>
          <a:xfrm>
            <a:off x="1080360" y="22655160"/>
            <a:ext cx="19180800" cy="22680"/>
            <a:chOff x="1080360" y="22655160"/>
            <a:chExt cx="19180800" cy="22680"/>
          </a:xfrm>
        </p:grpSpPr>
        <p:sp>
          <p:nvSpPr>
            <p:cNvPr id="82" name="Freeform 25"/>
            <p:cNvSpPr/>
            <p:nvPr/>
          </p:nvSpPr>
          <p:spPr>
            <a:xfrm>
              <a:off x="1080360" y="22655160"/>
              <a:ext cx="19180800" cy="22680"/>
            </a:xfrm>
            <a:custGeom>
              <a:avLst/>
              <a:gdLst>
                <a:gd name="textAreaLeft" fmla="*/ 0 w 19180800"/>
                <a:gd name="textAreaRight" fmla="*/ 19185120 w 19180800"/>
                <a:gd name="textAreaTop" fmla="*/ 0 h 22680"/>
                <a:gd name="textAreaBottom" fmla="*/ 27000 h 226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3" name="Group 26"/>
          <p:cNvGrpSpPr/>
          <p:nvPr/>
        </p:nvGrpSpPr>
        <p:grpSpPr>
          <a:xfrm>
            <a:off x="900360" y="28054080"/>
            <a:ext cx="19180800" cy="22680"/>
            <a:chOff x="900360" y="28054080"/>
            <a:chExt cx="19180800" cy="22680"/>
          </a:xfrm>
        </p:grpSpPr>
        <p:sp>
          <p:nvSpPr>
            <p:cNvPr id="84" name="Freeform 27"/>
            <p:cNvSpPr/>
            <p:nvPr/>
          </p:nvSpPr>
          <p:spPr>
            <a:xfrm>
              <a:off x="900360" y="28054080"/>
              <a:ext cx="19180800" cy="22680"/>
            </a:xfrm>
            <a:custGeom>
              <a:avLst/>
              <a:gdLst>
                <a:gd name="textAreaLeft" fmla="*/ 0 w 19180800"/>
                <a:gd name="textAreaRight" fmla="*/ 19185120 w 19180800"/>
                <a:gd name="textAreaTop" fmla="*/ 0 h 22680"/>
                <a:gd name="textAreaBottom" fmla="*/ 27000 h 226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31"/>
          <p:cNvSpPr/>
          <p:nvPr/>
        </p:nvSpPr>
        <p:spPr>
          <a:xfrm>
            <a:off x="1080360" y="20416680"/>
            <a:ext cx="151844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2"/>
          <p:cNvSpPr/>
          <p:nvPr/>
        </p:nvSpPr>
        <p:spPr>
          <a:xfrm>
            <a:off x="1119600" y="21146400"/>
            <a:ext cx="14965200" cy="55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3"/>
          <p:cNvSpPr/>
          <p:nvPr/>
        </p:nvSpPr>
        <p:spPr>
          <a:xfrm>
            <a:off x="17569080" y="20416680"/>
            <a:ext cx="26917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0"/>
          <p:cNvSpPr/>
          <p:nvPr/>
        </p:nvSpPr>
        <p:spPr>
          <a:xfrm>
            <a:off x="4141440" y="24661080"/>
            <a:ext cx="139413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1"/>
          <p:cNvGrpSpPr/>
          <p:nvPr/>
        </p:nvGrpSpPr>
        <p:grpSpPr>
          <a:xfrm>
            <a:off x="977400" y="25355160"/>
            <a:ext cx="19180800" cy="22680"/>
            <a:chOff x="977400" y="25355160"/>
            <a:chExt cx="19180800" cy="22680"/>
          </a:xfrm>
        </p:grpSpPr>
        <p:sp>
          <p:nvSpPr>
            <p:cNvPr id="90" name="Freeform 1"/>
            <p:cNvSpPr/>
            <p:nvPr/>
          </p:nvSpPr>
          <p:spPr>
            <a:xfrm>
              <a:off x="977400" y="25355160"/>
              <a:ext cx="19180800" cy="22680"/>
            </a:xfrm>
            <a:custGeom>
              <a:avLst/>
              <a:gdLst>
                <a:gd name="textAreaLeft" fmla="*/ 0 w 19180800"/>
                <a:gd name="textAreaRight" fmla="*/ 19185120 w 19180800"/>
                <a:gd name="textAreaTop" fmla="*/ 0 h 22680"/>
                <a:gd name="textAreaBottom" fmla="*/ 27000 h 226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"/>
          <p:cNvSpPr/>
          <p:nvPr/>
        </p:nvSpPr>
        <p:spPr>
          <a:xfrm>
            <a:off x="1062000" y="22948200"/>
            <a:ext cx="19096200" cy="15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2026-03-01T23:02:06Z</dcterms:modified>
  <cp:revision>13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