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"/>
      <p:regular r:id="rId4"/>
      <p:bold r:id="rId4"/>
    </p:embeddedFont>
    <p:embeddedFont>
      <p:font typeface="Proxima Nova Bold"/>
    </p:embeddedFont>
    <p:embeddedFont>
      <p:font typeface="Microsoft YaHei"/>
      <p:regular r:id="rId5"/>
    </p:embeddedFont>
    <p:embeddedFont>
      <p:font typeface="Poppins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roxima_Nova_Regular.fntdata"/><Relationship Id="rId5" Type="http://schemas.openxmlformats.org/officeDocument/2006/relationships/font" Target="fonts/Font_2_Microsoft_YaHei_Regular.fntdata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0640" cy="56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0640" cy="4109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0640" cy="79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64E508D-01B4-42BA-A1FC-B06F9B89013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6640" cy="146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C663498-D6C8-47A3-9601-AD58306F00F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840" cy="1137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840" cy="452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1608781-D43E-46D3-A38E-5E042D72BAC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1640" cy="584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4160" cy="584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6CDC221-EB75-4564-8C4C-891D5A342BD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840" cy="1137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840" cy="452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80B3299-7DA8-4618-89B8-85A508A8E81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6640" cy="13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6640" cy="149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65E5E61-2539-405B-A83C-38316DB3467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840" cy="1137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2720" cy="452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2720" cy="452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A8B4CAB-4317-4948-98B6-F850FA9DF59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840" cy="1137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4520" cy="63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4520" cy="394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5960" cy="63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5960" cy="394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8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8A3D687-6B07-4943-B9F1-65EE06700BF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840" cy="1137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A249557-274F-4ABF-A30E-645C6920704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B506E37-78E8-44D0-9EED-312532877C5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2400" cy="1156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5880" cy="584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2400" cy="468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0C4A79C-FBE2-4B75-BE46-201ADEB0AFB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2"/>
          <p:cNvSpPr/>
          <p:nvPr/>
        </p:nvSpPr>
        <p:spPr>
          <a:xfrm>
            <a:off x="540000" y="-180000"/>
            <a:ext cx="20338560" cy="171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3504"/>
              </a:lnSpc>
            </a:pPr>
            <a:r>
              <a:rPr lang="en-US" sz="80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{{name}}</a:t>
            </a:r>
            <a:endParaRPr lang="es-AR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3"/>
          <p:cNvSpPr/>
          <p:nvPr/>
        </p:nvSpPr>
        <p:spPr>
          <a:xfrm>
            <a:off x="8971920" y="3880080"/>
            <a:ext cx="333864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PERFIL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7"/>
          <p:cNvSpPr/>
          <p:nvPr/>
        </p:nvSpPr>
        <p:spPr>
          <a:xfrm>
            <a:off x="1800000" y="1440000"/>
            <a:ext cx="1817820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{{title}}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{{contact_phone}} | {{contact_email}} | {{contact_location}}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8"/>
          <p:cNvSpPr/>
          <p:nvPr/>
        </p:nvSpPr>
        <p:spPr>
          <a:xfrm>
            <a:off x="986400" y="5169600"/>
            <a:ext cx="1917900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{{about}}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14"/>
          <p:cNvSpPr/>
          <p:nvPr/>
        </p:nvSpPr>
        <p:spPr>
          <a:xfrm>
            <a:off x="7299720" y="7291080"/>
            <a:ext cx="668304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EXPERIENCIA LABORAL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15"/>
          <p:cNvSpPr/>
          <p:nvPr/>
        </p:nvSpPr>
        <p:spPr>
          <a:xfrm>
            <a:off x="947160" y="8771400"/>
            <a:ext cx="1543176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{{exp_1_role}} {{exp_1_company}}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16"/>
          <p:cNvSpPr/>
          <p:nvPr/>
        </p:nvSpPr>
        <p:spPr>
          <a:xfrm>
            <a:off x="947160" y="9540360"/>
            <a:ext cx="19297080" cy="16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{{exp_1_b1}}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{{exp_1_b2}}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{{exp_1_b3}}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17"/>
          <p:cNvSpPr/>
          <p:nvPr/>
        </p:nvSpPr>
        <p:spPr>
          <a:xfrm>
            <a:off x="16020000" y="8780400"/>
            <a:ext cx="4219920" cy="53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195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{{exp_1_dates}}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7" name="Group 18"/>
          <p:cNvGrpSpPr/>
          <p:nvPr/>
        </p:nvGrpSpPr>
        <p:grpSpPr>
          <a:xfrm>
            <a:off x="1051920" y="4903200"/>
            <a:ext cx="19179360" cy="21240"/>
            <a:chOff x="1051920" y="4903200"/>
            <a:chExt cx="19179360" cy="21240"/>
          </a:xfrm>
        </p:grpSpPr>
        <p:sp>
          <p:nvSpPr>
            <p:cNvPr id="68" name="Freeform 19"/>
            <p:cNvSpPr/>
            <p:nvPr/>
          </p:nvSpPr>
          <p:spPr>
            <a:xfrm>
              <a:off x="1051920" y="4903200"/>
              <a:ext cx="19179360" cy="21240"/>
            </a:xfrm>
            <a:custGeom>
              <a:avLst/>
              <a:gdLst>
                <a:gd name="textAreaLeft" fmla="*/ 0 w 19179360"/>
                <a:gd name="textAreaRight" fmla="*/ 19185120 w 19179360"/>
                <a:gd name="textAreaTop" fmla="*/ 0 h 21240"/>
                <a:gd name="textAreaBottom" fmla="*/ 27000 h 2124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9" name="Group 20"/>
          <p:cNvGrpSpPr/>
          <p:nvPr/>
        </p:nvGrpSpPr>
        <p:grpSpPr>
          <a:xfrm>
            <a:off x="986400" y="8257680"/>
            <a:ext cx="19179360" cy="21240"/>
            <a:chOff x="986400" y="8257680"/>
            <a:chExt cx="19179360" cy="21240"/>
          </a:xfrm>
        </p:grpSpPr>
        <p:sp>
          <p:nvSpPr>
            <p:cNvPr id="70" name="Freeform 21"/>
            <p:cNvSpPr/>
            <p:nvPr/>
          </p:nvSpPr>
          <p:spPr>
            <a:xfrm>
              <a:off x="986400" y="8257680"/>
              <a:ext cx="19179360" cy="21240"/>
            </a:xfrm>
            <a:custGeom>
              <a:avLst/>
              <a:gdLst>
                <a:gd name="textAreaLeft" fmla="*/ 0 w 19179360"/>
                <a:gd name="textAreaRight" fmla="*/ 19185120 w 19179360"/>
                <a:gd name="textAreaTop" fmla="*/ 0 h 21240"/>
                <a:gd name="textAreaBottom" fmla="*/ 27000 h 2124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1" name="TextBox 5"/>
          <p:cNvSpPr/>
          <p:nvPr/>
        </p:nvSpPr>
        <p:spPr>
          <a:xfrm>
            <a:off x="3420360" y="21921120"/>
            <a:ext cx="13939200" cy="6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9"/>
          <p:cNvSpPr/>
          <p:nvPr/>
        </p:nvSpPr>
        <p:spPr>
          <a:xfrm>
            <a:off x="1093680" y="17836560"/>
            <a:ext cx="1498896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{{edu_1_school}}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0"/>
          <p:cNvSpPr/>
          <p:nvPr/>
        </p:nvSpPr>
        <p:spPr>
          <a:xfrm>
            <a:off x="1229400" y="22659120"/>
            <a:ext cx="19646280" cy="33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{{it_1}}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{{it_2}}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{{it_3}}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12"/>
          <p:cNvSpPr/>
          <p:nvPr/>
        </p:nvSpPr>
        <p:spPr>
          <a:xfrm>
            <a:off x="1132920" y="18566280"/>
            <a:ext cx="14949720" cy="54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13"/>
          <p:cNvSpPr/>
          <p:nvPr/>
        </p:nvSpPr>
        <p:spPr>
          <a:xfrm>
            <a:off x="15835680" y="17836560"/>
            <a:ext cx="443628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6" name="Group 22"/>
          <p:cNvGrpSpPr/>
          <p:nvPr/>
        </p:nvGrpSpPr>
        <p:grpSpPr>
          <a:xfrm>
            <a:off x="1093680" y="17750880"/>
            <a:ext cx="19178640" cy="20520"/>
            <a:chOff x="1093680" y="17750880"/>
            <a:chExt cx="19178640" cy="20520"/>
          </a:xfrm>
        </p:grpSpPr>
        <p:sp>
          <p:nvSpPr>
            <p:cNvPr id="77" name="Freeform 23"/>
            <p:cNvSpPr/>
            <p:nvPr/>
          </p:nvSpPr>
          <p:spPr>
            <a:xfrm>
              <a:off x="1093680" y="17750880"/>
              <a:ext cx="19178640" cy="20520"/>
            </a:xfrm>
            <a:custGeom>
              <a:avLst/>
              <a:gdLst>
                <a:gd name="textAreaLeft" fmla="*/ 0 w 19178640"/>
                <a:gd name="textAreaRight" fmla="*/ 19185120 w 19178640"/>
                <a:gd name="textAreaTop" fmla="*/ 0 h 20520"/>
                <a:gd name="textAreaBottom" fmla="*/ 27000 h 205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8" name="Group 24"/>
          <p:cNvGrpSpPr/>
          <p:nvPr/>
        </p:nvGrpSpPr>
        <p:grpSpPr>
          <a:xfrm>
            <a:off x="1080000" y="20120760"/>
            <a:ext cx="19178640" cy="20520"/>
            <a:chOff x="1080000" y="20120760"/>
            <a:chExt cx="19178640" cy="20520"/>
          </a:xfrm>
        </p:grpSpPr>
        <p:sp>
          <p:nvSpPr>
            <p:cNvPr id="79" name="Freeform 25"/>
            <p:cNvSpPr/>
            <p:nvPr/>
          </p:nvSpPr>
          <p:spPr>
            <a:xfrm>
              <a:off x="1080000" y="20120760"/>
              <a:ext cx="19178640" cy="20520"/>
            </a:xfrm>
            <a:custGeom>
              <a:avLst/>
              <a:gdLst>
                <a:gd name="textAreaLeft" fmla="*/ 0 w 19178640"/>
                <a:gd name="textAreaRight" fmla="*/ 19185120 w 19178640"/>
                <a:gd name="textAreaTop" fmla="*/ 0 h 20520"/>
                <a:gd name="textAreaBottom" fmla="*/ 27000 h 205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0" name="Group 26"/>
          <p:cNvGrpSpPr/>
          <p:nvPr/>
        </p:nvGrpSpPr>
        <p:grpSpPr>
          <a:xfrm>
            <a:off x="1080360" y="22633200"/>
            <a:ext cx="19178640" cy="20520"/>
            <a:chOff x="1080360" y="22633200"/>
            <a:chExt cx="19178640" cy="20520"/>
          </a:xfrm>
        </p:grpSpPr>
        <p:sp>
          <p:nvSpPr>
            <p:cNvPr id="81" name="Freeform 27"/>
            <p:cNvSpPr/>
            <p:nvPr/>
          </p:nvSpPr>
          <p:spPr>
            <a:xfrm>
              <a:off x="1080360" y="22633200"/>
              <a:ext cx="19178640" cy="20520"/>
            </a:xfrm>
            <a:custGeom>
              <a:avLst/>
              <a:gdLst>
                <a:gd name="textAreaLeft" fmla="*/ 0 w 19178640"/>
                <a:gd name="textAreaRight" fmla="*/ 19185120 w 19178640"/>
                <a:gd name="textAreaTop" fmla="*/ 0 h 20520"/>
                <a:gd name="textAreaBottom" fmla="*/ 27000 h 205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2" name="TextBox 31"/>
          <p:cNvSpPr/>
          <p:nvPr/>
        </p:nvSpPr>
        <p:spPr>
          <a:xfrm>
            <a:off x="1080360" y="18915120"/>
            <a:ext cx="1518228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{{edu_2_school}}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32"/>
          <p:cNvSpPr/>
          <p:nvPr/>
        </p:nvSpPr>
        <p:spPr>
          <a:xfrm>
            <a:off x="1119240" y="19008000"/>
            <a:ext cx="14963040" cy="54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33"/>
          <p:cNvSpPr/>
          <p:nvPr/>
        </p:nvSpPr>
        <p:spPr>
          <a:xfrm>
            <a:off x="15359400" y="18915120"/>
            <a:ext cx="48992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20"/>
          <p:cNvSpPr/>
          <p:nvPr/>
        </p:nvSpPr>
        <p:spPr>
          <a:xfrm>
            <a:off x="3537000" y="21818880"/>
            <a:ext cx="13939200" cy="6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/>
          <p:nvPr/>
        </p:nvSpPr>
        <p:spPr>
          <a:xfrm>
            <a:off x="1061640" y="20125800"/>
            <a:ext cx="19094040" cy="198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{{curso_4}}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11"/>
          <p:cNvSpPr/>
          <p:nvPr/>
        </p:nvSpPr>
        <p:spPr>
          <a:xfrm>
            <a:off x="1017360" y="26508600"/>
            <a:ext cx="19359720" cy="33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{{skill_4}}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{{skill_5}}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{{skill_6}}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8" name="Group 1"/>
          <p:cNvGrpSpPr/>
          <p:nvPr/>
        </p:nvGrpSpPr>
        <p:grpSpPr>
          <a:xfrm>
            <a:off x="914400" y="26483760"/>
            <a:ext cx="19178640" cy="20520"/>
            <a:chOff x="914400" y="26483760"/>
            <a:chExt cx="19178640" cy="20520"/>
          </a:xfrm>
        </p:grpSpPr>
        <p:sp>
          <p:nvSpPr>
            <p:cNvPr id="89" name="Freeform 1"/>
            <p:cNvSpPr/>
            <p:nvPr/>
          </p:nvSpPr>
          <p:spPr>
            <a:xfrm>
              <a:off x="914400" y="26483760"/>
              <a:ext cx="19178640" cy="20520"/>
            </a:xfrm>
            <a:custGeom>
              <a:avLst/>
              <a:gdLst>
                <a:gd name="textAreaLeft" fmla="*/ 0 w 19178640"/>
                <a:gd name="textAreaRight" fmla="*/ 19185120 w 19178640"/>
                <a:gd name="textAreaTop" fmla="*/ 0 h 20520"/>
                <a:gd name="textAreaBottom" fmla="*/ 27000 h 205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0" name=""/>
          <p:cNvSpPr/>
          <p:nvPr/>
        </p:nvSpPr>
        <p:spPr>
          <a:xfrm>
            <a:off x="7305120" y="22048920"/>
            <a:ext cx="7180560" cy="78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IDIOMAS E INFORMATICA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/>
          <p:nvPr/>
        </p:nvSpPr>
        <p:spPr>
          <a:xfrm>
            <a:off x="7449480" y="25829280"/>
            <a:ext cx="7180560" cy="78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COMPETENCIAS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7305480" y="19565280"/>
            <a:ext cx="7180560" cy="78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CERTIFICACIONES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/>
          <p:nvPr/>
        </p:nvSpPr>
        <p:spPr>
          <a:xfrm>
            <a:off x="7305840" y="17189640"/>
            <a:ext cx="7180560" cy="78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EDUCACIÓN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DAG9kRgokg4</dc:identifier>
  <dc:language>es-AR</dc:language>
  <cp:lastModifiedBy/>
  <dcterms:modified xsi:type="dcterms:W3CDTF">2026-03-08T22:31:42Z</dcterms:modified>
  <cp:revision>17</cp:revision>
  <dc:subject/>
  <dc:title>Plantilla_oficial_9.pptx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