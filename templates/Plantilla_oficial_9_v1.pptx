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"/>
      <p:regular r:id="rId4"/>
      <p:bold r:id="rId4"/>
    </p:embeddedFont>
    <p:embeddedFont>
      <p:font typeface="Proxima Nova Bold"/>
    </p:embeddedFont>
    <p:embeddedFont>
      <p:font typeface="Microsoft YaHei"/>
      <p:regular r:id="rId5"/>
    </p:embeddedFont>
    <p:embeddedFont>
      <p:font typeface="Poppins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roxima_Nova_Regular.fntdata"/><Relationship Id="rId5" Type="http://schemas.openxmlformats.org/officeDocument/2006/relationships/font" Target="fonts/Font_2_Microsoft_YaHei_Regular.fntdata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085E396-D6C8-4334-BF07-7BF1F4D0BEC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3480" cy="115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6960" cy="584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3480" cy="468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45E0579-FF0E-43DB-97A1-03692B36E5F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1720" cy="561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1720" cy="4110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1720" cy="80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ED5045A-5A8F-4130-8205-30E0A085E1A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7720" cy="146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AB0A414-7B64-4319-801E-504B523933E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920" cy="113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4920" cy="452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1E34635-3317-488E-9E0B-90795F9E3C9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2720" cy="584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5240" cy="584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322307B-8D92-4F0E-8D46-E25FD8882F2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920" cy="113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4920" cy="452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EB28B94-9838-4150-BB9C-7008AD7D86E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7720" cy="13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7720" cy="149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F38123C-ED97-43C5-A28A-DAB52F8C23A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920" cy="113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3800" cy="452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3800" cy="452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9D04FF4-AD29-4E53-BF50-A5321CF714E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920" cy="113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5600" cy="63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5600" cy="39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7040" cy="63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7040" cy="394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7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8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EC9EAAD-5A37-4F64-8165-439FA2B0DEA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920" cy="113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B09242C-3FAD-4850-82CD-61D1D48D00C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2"/>
          <p:cNvSpPr/>
          <p:nvPr/>
        </p:nvSpPr>
        <p:spPr>
          <a:xfrm>
            <a:off x="540000" y="-180000"/>
            <a:ext cx="20339640" cy="171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3504"/>
              </a:lnSpc>
            </a:pPr>
            <a:r>
              <a:rPr lang="en-US" sz="80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{{name}}</a:t>
            </a:r>
            <a:endParaRPr lang="es-AR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3"/>
          <p:cNvSpPr/>
          <p:nvPr/>
        </p:nvSpPr>
        <p:spPr>
          <a:xfrm>
            <a:off x="8971920" y="3880080"/>
            <a:ext cx="333972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PERFIL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7"/>
          <p:cNvSpPr/>
          <p:nvPr/>
        </p:nvSpPr>
        <p:spPr>
          <a:xfrm>
            <a:off x="1800000" y="1440000"/>
            <a:ext cx="1817928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{{title}}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{{contact_phone}} | {{contact_email}} | {{contact_location}}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8"/>
          <p:cNvSpPr/>
          <p:nvPr/>
        </p:nvSpPr>
        <p:spPr>
          <a:xfrm>
            <a:off x="986400" y="5169600"/>
            <a:ext cx="1918008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{{about}}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14"/>
          <p:cNvSpPr/>
          <p:nvPr/>
        </p:nvSpPr>
        <p:spPr>
          <a:xfrm>
            <a:off x="7299720" y="7291080"/>
            <a:ext cx="668412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EXPERIENCIA LABORAL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15"/>
          <p:cNvSpPr/>
          <p:nvPr/>
        </p:nvSpPr>
        <p:spPr>
          <a:xfrm>
            <a:off x="947160" y="8771400"/>
            <a:ext cx="154328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{{exp_1_role}} {{exp_1_company}}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16"/>
          <p:cNvSpPr/>
          <p:nvPr/>
        </p:nvSpPr>
        <p:spPr>
          <a:xfrm>
            <a:off x="947160" y="9540360"/>
            <a:ext cx="19298160" cy="16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{{exp_1_b1}}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{{exp_1_b2}}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{{exp_1_b3}}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17"/>
          <p:cNvSpPr/>
          <p:nvPr/>
        </p:nvSpPr>
        <p:spPr>
          <a:xfrm>
            <a:off x="16020000" y="8780400"/>
            <a:ext cx="4221000" cy="53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195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{{exp_1_dates}}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7" name="Group 18"/>
          <p:cNvGrpSpPr/>
          <p:nvPr/>
        </p:nvGrpSpPr>
        <p:grpSpPr>
          <a:xfrm>
            <a:off x="1051920" y="4903200"/>
            <a:ext cx="19180440" cy="22320"/>
            <a:chOff x="1051920" y="4903200"/>
            <a:chExt cx="19180440" cy="22320"/>
          </a:xfrm>
        </p:grpSpPr>
        <p:sp>
          <p:nvSpPr>
            <p:cNvPr id="68" name="Freeform 19"/>
            <p:cNvSpPr/>
            <p:nvPr/>
          </p:nvSpPr>
          <p:spPr>
            <a:xfrm>
              <a:off x="1051920" y="4903200"/>
              <a:ext cx="19180440" cy="22320"/>
            </a:xfrm>
            <a:custGeom>
              <a:avLst/>
              <a:gdLst>
                <a:gd name="textAreaLeft" fmla="*/ 0 w 19180440"/>
                <a:gd name="textAreaRight" fmla="*/ 19185120 w 19180440"/>
                <a:gd name="textAreaTop" fmla="*/ 0 h 22320"/>
                <a:gd name="textAreaBottom" fmla="*/ 27000 h 223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9" name="Group 20"/>
          <p:cNvGrpSpPr/>
          <p:nvPr/>
        </p:nvGrpSpPr>
        <p:grpSpPr>
          <a:xfrm>
            <a:off x="986400" y="8257680"/>
            <a:ext cx="19180440" cy="22320"/>
            <a:chOff x="986400" y="8257680"/>
            <a:chExt cx="19180440" cy="22320"/>
          </a:xfrm>
        </p:grpSpPr>
        <p:sp>
          <p:nvSpPr>
            <p:cNvPr id="70" name="Freeform 21"/>
            <p:cNvSpPr/>
            <p:nvPr/>
          </p:nvSpPr>
          <p:spPr>
            <a:xfrm>
              <a:off x="986400" y="8257680"/>
              <a:ext cx="19180440" cy="22320"/>
            </a:xfrm>
            <a:custGeom>
              <a:avLst/>
              <a:gdLst>
                <a:gd name="textAreaLeft" fmla="*/ 0 w 19180440"/>
                <a:gd name="textAreaRight" fmla="*/ 19185120 w 19180440"/>
                <a:gd name="textAreaTop" fmla="*/ 0 h 22320"/>
                <a:gd name="textAreaBottom" fmla="*/ 27000 h 223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1" name="TextBox 4"/>
          <p:cNvSpPr/>
          <p:nvPr/>
        </p:nvSpPr>
        <p:spPr>
          <a:xfrm>
            <a:off x="3713400" y="17460000"/>
            <a:ext cx="1394100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EDUCACIÓN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5"/>
          <p:cNvSpPr/>
          <p:nvPr/>
        </p:nvSpPr>
        <p:spPr>
          <a:xfrm>
            <a:off x="3600360" y="27360000"/>
            <a:ext cx="1394100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INFORMACIÓN ADICIONAL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6"/>
          <p:cNvSpPr/>
          <p:nvPr/>
        </p:nvSpPr>
        <p:spPr>
          <a:xfrm>
            <a:off x="4244400" y="21961080"/>
            <a:ext cx="1394100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CERTIFICACIONES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9"/>
          <p:cNvSpPr/>
          <p:nvPr/>
        </p:nvSpPr>
        <p:spPr>
          <a:xfrm>
            <a:off x="1093680" y="18785160"/>
            <a:ext cx="1499076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{{edu_1_school}}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0"/>
          <p:cNvSpPr/>
          <p:nvPr/>
        </p:nvSpPr>
        <p:spPr>
          <a:xfrm>
            <a:off x="1049400" y="28260000"/>
            <a:ext cx="1964808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1"/>
          <p:cNvSpPr/>
          <p:nvPr/>
        </p:nvSpPr>
        <p:spPr>
          <a:xfrm>
            <a:off x="1080360" y="25560000"/>
            <a:ext cx="1936152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12"/>
          <p:cNvSpPr/>
          <p:nvPr/>
        </p:nvSpPr>
        <p:spPr>
          <a:xfrm>
            <a:off x="1132920" y="19514880"/>
            <a:ext cx="14951520" cy="55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13"/>
          <p:cNvSpPr/>
          <p:nvPr/>
        </p:nvSpPr>
        <p:spPr>
          <a:xfrm>
            <a:off x="17681040" y="18785160"/>
            <a:ext cx="259272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9" name="Group 22"/>
          <p:cNvGrpSpPr/>
          <p:nvPr/>
        </p:nvGrpSpPr>
        <p:grpSpPr>
          <a:xfrm>
            <a:off x="1093680" y="18303480"/>
            <a:ext cx="19180440" cy="22320"/>
            <a:chOff x="1093680" y="18303480"/>
            <a:chExt cx="19180440" cy="22320"/>
          </a:xfrm>
        </p:grpSpPr>
        <p:sp>
          <p:nvSpPr>
            <p:cNvPr id="80" name="Freeform 23"/>
            <p:cNvSpPr/>
            <p:nvPr/>
          </p:nvSpPr>
          <p:spPr>
            <a:xfrm>
              <a:off x="1093680" y="18303480"/>
              <a:ext cx="19180440" cy="22320"/>
            </a:xfrm>
            <a:custGeom>
              <a:avLst/>
              <a:gdLst>
                <a:gd name="textAreaLeft" fmla="*/ 0 w 19180440"/>
                <a:gd name="textAreaRight" fmla="*/ 19185120 w 19180440"/>
                <a:gd name="textAreaTop" fmla="*/ 0 h 22320"/>
                <a:gd name="textAreaBottom" fmla="*/ 27000 h 223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1" name="Group 24"/>
          <p:cNvGrpSpPr/>
          <p:nvPr/>
        </p:nvGrpSpPr>
        <p:grpSpPr>
          <a:xfrm>
            <a:off x="1080360" y="22655160"/>
            <a:ext cx="19180440" cy="22320"/>
            <a:chOff x="1080360" y="22655160"/>
            <a:chExt cx="19180440" cy="22320"/>
          </a:xfrm>
        </p:grpSpPr>
        <p:sp>
          <p:nvSpPr>
            <p:cNvPr id="82" name="Freeform 25"/>
            <p:cNvSpPr/>
            <p:nvPr/>
          </p:nvSpPr>
          <p:spPr>
            <a:xfrm>
              <a:off x="1080360" y="22655160"/>
              <a:ext cx="19180440" cy="22320"/>
            </a:xfrm>
            <a:custGeom>
              <a:avLst/>
              <a:gdLst>
                <a:gd name="textAreaLeft" fmla="*/ 0 w 19180440"/>
                <a:gd name="textAreaRight" fmla="*/ 19185120 w 19180440"/>
                <a:gd name="textAreaTop" fmla="*/ 0 h 22320"/>
                <a:gd name="textAreaBottom" fmla="*/ 27000 h 223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3" name="Group 26"/>
          <p:cNvGrpSpPr/>
          <p:nvPr/>
        </p:nvGrpSpPr>
        <p:grpSpPr>
          <a:xfrm>
            <a:off x="900360" y="28054080"/>
            <a:ext cx="19180440" cy="22320"/>
            <a:chOff x="900360" y="28054080"/>
            <a:chExt cx="19180440" cy="22320"/>
          </a:xfrm>
        </p:grpSpPr>
        <p:sp>
          <p:nvSpPr>
            <p:cNvPr id="84" name="Freeform 27"/>
            <p:cNvSpPr/>
            <p:nvPr/>
          </p:nvSpPr>
          <p:spPr>
            <a:xfrm>
              <a:off x="900360" y="28054080"/>
              <a:ext cx="19180440" cy="22320"/>
            </a:xfrm>
            <a:custGeom>
              <a:avLst/>
              <a:gdLst>
                <a:gd name="textAreaLeft" fmla="*/ 0 w 19180440"/>
                <a:gd name="textAreaRight" fmla="*/ 19185120 w 19180440"/>
                <a:gd name="textAreaTop" fmla="*/ 0 h 22320"/>
                <a:gd name="textAreaBottom" fmla="*/ 27000 h 223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5" name="TextBox 31"/>
          <p:cNvSpPr/>
          <p:nvPr/>
        </p:nvSpPr>
        <p:spPr>
          <a:xfrm>
            <a:off x="1080360" y="20416680"/>
            <a:ext cx="1518408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{{edu_2_school}}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32"/>
          <p:cNvSpPr/>
          <p:nvPr/>
        </p:nvSpPr>
        <p:spPr>
          <a:xfrm>
            <a:off x="1119600" y="21146400"/>
            <a:ext cx="14964840" cy="55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33"/>
          <p:cNvSpPr/>
          <p:nvPr/>
        </p:nvSpPr>
        <p:spPr>
          <a:xfrm>
            <a:off x="17569080" y="20416680"/>
            <a:ext cx="269136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20"/>
          <p:cNvSpPr/>
          <p:nvPr/>
        </p:nvSpPr>
        <p:spPr>
          <a:xfrm>
            <a:off x="4141440" y="24661080"/>
            <a:ext cx="1394100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COMPETENCIAS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9" name="Group 1"/>
          <p:cNvGrpSpPr/>
          <p:nvPr/>
        </p:nvGrpSpPr>
        <p:grpSpPr>
          <a:xfrm>
            <a:off x="977400" y="25355160"/>
            <a:ext cx="19180440" cy="22320"/>
            <a:chOff x="977400" y="25355160"/>
            <a:chExt cx="19180440" cy="22320"/>
          </a:xfrm>
        </p:grpSpPr>
        <p:sp>
          <p:nvSpPr>
            <p:cNvPr id="90" name="Freeform 1"/>
            <p:cNvSpPr/>
            <p:nvPr/>
          </p:nvSpPr>
          <p:spPr>
            <a:xfrm>
              <a:off x="977400" y="25355160"/>
              <a:ext cx="19180440" cy="22320"/>
            </a:xfrm>
            <a:custGeom>
              <a:avLst/>
              <a:gdLst>
                <a:gd name="textAreaLeft" fmla="*/ 0 w 19180440"/>
                <a:gd name="textAreaRight" fmla="*/ 19185120 w 19180440"/>
                <a:gd name="textAreaTop" fmla="*/ 0 h 22320"/>
                <a:gd name="textAreaBottom" fmla="*/ 27000 h 223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1" name=""/>
          <p:cNvSpPr/>
          <p:nvPr/>
        </p:nvSpPr>
        <p:spPr>
          <a:xfrm>
            <a:off x="1062000" y="22948200"/>
            <a:ext cx="19095840" cy="152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DAG9kRgokg4</dc:identifier>
  <dc:language>es-AR</dc:language>
  <cp:lastModifiedBy/>
  <dcterms:modified xsi:type="dcterms:W3CDTF">2026-03-02T00:13:09Z</dcterms:modified>
  <cp:revision>14</cp:revision>
  <dc:subject/>
  <dc:title>Plantilla_oficial_9.pptx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