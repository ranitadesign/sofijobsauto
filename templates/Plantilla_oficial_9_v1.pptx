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25C334-242C-4256-91CE-19E0D0429A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24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24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68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68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80F324-79AC-4D60-98A5-52252D2263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9C8B66-F38B-4D04-845E-21059B6744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44A0F3-5BBE-4349-BDE7-3695DC6483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120" cy="11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600" cy="58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120" cy="468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18EDAB-6E66-4FE8-A946-4A6D864DE6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360" cy="5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360" cy="410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360" cy="79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C86C3A-16DD-4941-9743-304A6111F1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360" cy="14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32CC35-C553-4F73-80D3-7757EE3EBE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4EAE59-0AC6-403C-BE39-A9FD5A8858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36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88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810CDC-4C8C-4186-9E73-C502D10AEB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7E15C0-8054-4EB2-81EB-8DD6C1061B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360" cy="13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360" cy="149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450C5E-BC70-44A5-A6E3-546CE276E3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540000" y="-180000"/>
            <a:ext cx="203392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93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1800000" y="1440000"/>
            <a:ext cx="18178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86400" y="5169600"/>
            <a:ext cx="19179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299720" y="7291080"/>
            <a:ext cx="66837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947160" y="8771400"/>
            <a:ext cx="154324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947160" y="9540360"/>
            <a:ext cx="1929780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6020000" y="8780400"/>
            <a:ext cx="422064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80080" cy="21960"/>
            <a:chOff x="1051920" y="4903200"/>
            <a:chExt cx="19180080" cy="2196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8257680"/>
            <a:ext cx="19180080" cy="21960"/>
            <a:chOff x="986400" y="8257680"/>
            <a:chExt cx="19180080" cy="21960"/>
          </a:xfrm>
        </p:grpSpPr>
        <p:sp>
          <p:nvSpPr>
            <p:cNvPr id="70" name="Freeform 21"/>
            <p:cNvSpPr/>
            <p:nvPr/>
          </p:nvSpPr>
          <p:spPr>
            <a:xfrm>
              <a:off x="986400" y="82576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4"/>
          <p:cNvSpPr/>
          <p:nvPr/>
        </p:nvSpPr>
        <p:spPr>
          <a:xfrm>
            <a:off x="3713400" y="1746000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5"/>
          <p:cNvSpPr/>
          <p:nvPr/>
        </p:nvSpPr>
        <p:spPr>
          <a:xfrm>
            <a:off x="3960000" y="2736000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3879360" y="2196108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9"/>
          <p:cNvSpPr/>
          <p:nvPr/>
        </p:nvSpPr>
        <p:spPr>
          <a:xfrm>
            <a:off x="1093680" y="18785160"/>
            <a:ext cx="14990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049400" y="28260000"/>
            <a:ext cx="196477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1"/>
          <p:cNvSpPr/>
          <p:nvPr/>
        </p:nvSpPr>
        <p:spPr>
          <a:xfrm>
            <a:off x="1080360" y="25560000"/>
            <a:ext cx="193611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2"/>
          <p:cNvSpPr/>
          <p:nvPr/>
        </p:nvSpPr>
        <p:spPr>
          <a:xfrm>
            <a:off x="1132920" y="19514880"/>
            <a:ext cx="1495116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3"/>
          <p:cNvSpPr/>
          <p:nvPr/>
        </p:nvSpPr>
        <p:spPr>
          <a:xfrm>
            <a:off x="17681040" y="18785160"/>
            <a:ext cx="25923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22"/>
          <p:cNvGrpSpPr/>
          <p:nvPr/>
        </p:nvGrpSpPr>
        <p:grpSpPr>
          <a:xfrm>
            <a:off x="1093680" y="18303480"/>
            <a:ext cx="19180080" cy="21960"/>
            <a:chOff x="1093680" y="18303480"/>
            <a:chExt cx="19180080" cy="21960"/>
          </a:xfrm>
        </p:grpSpPr>
        <p:sp>
          <p:nvSpPr>
            <p:cNvPr id="80" name="Freeform 23"/>
            <p:cNvSpPr/>
            <p:nvPr/>
          </p:nvSpPr>
          <p:spPr>
            <a:xfrm>
              <a:off x="1093680" y="183034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80360" y="22655160"/>
            <a:ext cx="19180080" cy="21960"/>
            <a:chOff x="1080360" y="22655160"/>
            <a:chExt cx="19180080" cy="21960"/>
          </a:xfrm>
        </p:grpSpPr>
        <p:sp>
          <p:nvSpPr>
            <p:cNvPr id="82" name="Freeform 25"/>
            <p:cNvSpPr/>
            <p:nvPr/>
          </p:nvSpPr>
          <p:spPr>
            <a:xfrm>
              <a:off x="1080360" y="2265516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900360" y="28054080"/>
            <a:ext cx="19180080" cy="21960"/>
            <a:chOff x="900360" y="28054080"/>
            <a:chExt cx="19180080" cy="21960"/>
          </a:xfrm>
        </p:grpSpPr>
        <p:sp>
          <p:nvSpPr>
            <p:cNvPr id="84" name="Freeform 27"/>
            <p:cNvSpPr/>
            <p:nvPr/>
          </p:nvSpPr>
          <p:spPr>
            <a:xfrm>
              <a:off x="900360" y="2805408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31"/>
          <p:cNvSpPr/>
          <p:nvPr/>
        </p:nvSpPr>
        <p:spPr>
          <a:xfrm>
            <a:off x="1080360" y="20416680"/>
            <a:ext cx="15183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2"/>
          <p:cNvSpPr/>
          <p:nvPr/>
        </p:nvSpPr>
        <p:spPr>
          <a:xfrm>
            <a:off x="1119600" y="21146400"/>
            <a:ext cx="1496448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3"/>
          <p:cNvSpPr/>
          <p:nvPr/>
        </p:nvSpPr>
        <p:spPr>
          <a:xfrm>
            <a:off x="17569080" y="20416680"/>
            <a:ext cx="269100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3780000" y="24661080"/>
            <a:ext cx="13940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977400" y="25355160"/>
            <a:ext cx="19180080" cy="21960"/>
            <a:chOff x="977400" y="25355160"/>
            <a:chExt cx="19180080" cy="21960"/>
          </a:xfrm>
        </p:grpSpPr>
        <p:sp>
          <p:nvSpPr>
            <p:cNvPr id="90" name="Freeform 1"/>
            <p:cNvSpPr/>
            <p:nvPr/>
          </p:nvSpPr>
          <p:spPr>
            <a:xfrm>
              <a:off x="977400" y="25355160"/>
              <a:ext cx="19180080" cy="21960"/>
            </a:xfrm>
            <a:custGeom>
              <a:avLst/>
              <a:gdLst>
                <a:gd name="textAreaLeft" fmla="*/ 0 w 19180080"/>
                <a:gd name="textAreaRight" fmla="*/ 19185120 w 1918008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62000" y="22948200"/>
            <a:ext cx="19095480" cy="151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2026-03-02T19:02:03Z</dcterms:modified>
  <cp:revision>15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