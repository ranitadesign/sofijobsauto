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  <p:regular r:id="rId4"/>
      <p:bold r:id="rId4"/>
    </p:embeddedFont>
    <p:embeddedFont>
      <p:font typeface="Proxima Nova Bold"/>
    </p:embeddedFont>
    <p:embeddedFont>
      <p:font typeface="Microsoft YaHei"/>
      <p:regular r:id="rId5"/>
    </p:embeddedFont>
    <p:embeddedFont>
      <p:font typeface="Poppin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icrosoft_YaHei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2000" cy="584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4520" cy="584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91C1AA5-DE36-4653-9B7F-D4E156FDEC3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4200" cy="452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AA1B754-FA8B-48FC-94D6-51A4677AF02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7000" cy="13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7000" cy="149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AD1F4E1-3F7C-4067-B2AC-4A97FF0F14B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3080" cy="452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3080" cy="452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086BEB1-0CE3-4B92-ADC8-150FF77E2F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4880" cy="6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4880" cy="394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6320" cy="6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6320" cy="394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7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8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CFDE5EA-F77D-4928-AED0-51919F71BE4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926EEFA-C62E-4ADC-98A7-1CA41CD9EF1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FA24717-E20F-48B8-A668-DD55274ECD2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2760" cy="115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6240" cy="584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2760" cy="468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08F2CC6-E538-4D1A-9484-8198F98891A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1000" cy="56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1000" cy="4109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1000" cy="79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197093F-044F-4176-88E1-B05920A1452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7000" cy="146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7643E27-3C03-4EDF-9863-291F329C734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4200" cy="452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859DD0B-6C13-4FBA-85F9-C3C421F80E8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2"/>
          <p:cNvSpPr/>
          <p:nvPr/>
        </p:nvSpPr>
        <p:spPr>
          <a:xfrm>
            <a:off x="540000" y="-180000"/>
            <a:ext cx="2033892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3"/>
          <p:cNvSpPr/>
          <p:nvPr/>
        </p:nvSpPr>
        <p:spPr>
          <a:xfrm>
            <a:off x="8971920" y="3880080"/>
            <a:ext cx="33390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7"/>
          <p:cNvSpPr/>
          <p:nvPr/>
        </p:nvSpPr>
        <p:spPr>
          <a:xfrm>
            <a:off x="1800000" y="1440000"/>
            <a:ext cx="1817856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8"/>
          <p:cNvSpPr/>
          <p:nvPr/>
        </p:nvSpPr>
        <p:spPr>
          <a:xfrm>
            <a:off x="986400" y="5169600"/>
            <a:ext cx="191793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14"/>
          <p:cNvSpPr/>
          <p:nvPr/>
        </p:nvSpPr>
        <p:spPr>
          <a:xfrm>
            <a:off x="7299720" y="7291080"/>
            <a:ext cx="66834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15"/>
          <p:cNvSpPr/>
          <p:nvPr/>
        </p:nvSpPr>
        <p:spPr>
          <a:xfrm>
            <a:off x="947160" y="8771400"/>
            <a:ext cx="154321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{{exp_1_role}} {{exp_1_company}}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6"/>
          <p:cNvSpPr/>
          <p:nvPr/>
        </p:nvSpPr>
        <p:spPr>
          <a:xfrm>
            <a:off x="947160" y="9540360"/>
            <a:ext cx="19297440" cy="16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{{exp_1_b1}}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{{exp_1_b2}}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{{exp_1_b3}}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7"/>
          <p:cNvSpPr/>
          <p:nvPr/>
        </p:nvSpPr>
        <p:spPr>
          <a:xfrm>
            <a:off x="16020000" y="8780400"/>
            <a:ext cx="4220280" cy="53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195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{{exp_1_dates}}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7" name="Group 18"/>
          <p:cNvGrpSpPr/>
          <p:nvPr/>
        </p:nvGrpSpPr>
        <p:grpSpPr>
          <a:xfrm>
            <a:off x="1051920" y="4903200"/>
            <a:ext cx="19179720" cy="21600"/>
            <a:chOff x="1051920" y="4903200"/>
            <a:chExt cx="19179720" cy="21600"/>
          </a:xfrm>
        </p:grpSpPr>
        <p:sp>
          <p:nvSpPr>
            <p:cNvPr id="68" name="Freeform 19"/>
            <p:cNvSpPr/>
            <p:nvPr/>
          </p:nvSpPr>
          <p:spPr>
            <a:xfrm>
              <a:off x="1051920" y="4903200"/>
              <a:ext cx="19179720" cy="21600"/>
            </a:xfrm>
            <a:custGeom>
              <a:avLst/>
              <a:gdLst>
                <a:gd name="textAreaLeft" fmla="*/ 0 w 19179720"/>
                <a:gd name="textAreaRight" fmla="*/ 19185120 w 19179720"/>
                <a:gd name="textAreaTop" fmla="*/ 0 h 21600"/>
                <a:gd name="textAreaBottom" fmla="*/ 27000 h 216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9" name="Group 20"/>
          <p:cNvGrpSpPr/>
          <p:nvPr/>
        </p:nvGrpSpPr>
        <p:grpSpPr>
          <a:xfrm>
            <a:off x="986400" y="8257680"/>
            <a:ext cx="19179720" cy="21600"/>
            <a:chOff x="986400" y="8257680"/>
            <a:chExt cx="19179720" cy="21600"/>
          </a:xfrm>
        </p:grpSpPr>
        <p:sp>
          <p:nvSpPr>
            <p:cNvPr id="70" name="Freeform 21"/>
            <p:cNvSpPr/>
            <p:nvPr/>
          </p:nvSpPr>
          <p:spPr>
            <a:xfrm>
              <a:off x="986400" y="8257680"/>
              <a:ext cx="19179720" cy="21600"/>
            </a:xfrm>
            <a:custGeom>
              <a:avLst/>
              <a:gdLst>
                <a:gd name="textAreaLeft" fmla="*/ 0 w 19179720"/>
                <a:gd name="textAreaRight" fmla="*/ 19185120 w 19179720"/>
                <a:gd name="textAreaTop" fmla="*/ 0 h 21600"/>
                <a:gd name="textAreaBottom" fmla="*/ 27000 h 216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1" name="TextBox 5"/>
          <p:cNvSpPr/>
          <p:nvPr/>
        </p:nvSpPr>
        <p:spPr>
          <a:xfrm>
            <a:off x="3420360" y="21921120"/>
            <a:ext cx="139395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9"/>
          <p:cNvSpPr/>
          <p:nvPr/>
        </p:nvSpPr>
        <p:spPr>
          <a:xfrm>
            <a:off x="1093680" y="17836560"/>
            <a:ext cx="149893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0"/>
          <p:cNvSpPr/>
          <p:nvPr/>
        </p:nvSpPr>
        <p:spPr>
          <a:xfrm>
            <a:off x="1229400" y="22659120"/>
            <a:ext cx="19646640" cy="33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{{it_1}}}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{{it_3}}}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2"/>
          <p:cNvSpPr/>
          <p:nvPr/>
        </p:nvSpPr>
        <p:spPr>
          <a:xfrm>
            <a:off x="1132920" y="18566280"/>
            <a:ext cx="14950080" cy="54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3"/>
          <p:cNvSpPr/>
          <p:nvPr/>
        </p:nvSpPr>
        <p:spPr>
          <a:xfrm>
            <a:off x="15835680" y="17836560"/>
            <a:ext cx="44366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6" name="Group 22"/>
          <p:cNvGrpSpPr/>
          <p:nvPr/>
        </p:nvGrpSpPr>
        <p:grpSpPr>
          <a:xfrm>
            <a:off x="1093680" y="17750880"/>
            <a:ext cx="19179000" cy="20880"/>
            <a:chOff x="1093680" y="17750880"/>
            <a:chExt cx="19179000" cy="20880"/>
          </a:xfrm>
        </p:grpSpPr>
        <p:sp>
          <p:nvSpPr>
            <p:cNvPr id="77" name="Freeform 23"/>
            <p:cNvSpPr/>
            <p:nvPr/>
          </p:nvSpPr>
          <p:spPr>
            <a:xfrm>
              <a:off x="1093680" y="17750880"/>
              <a:ext cx="19179000" cy="20880"/>
            </a:xfrm>
            <a:custGeom>
              <a:avLst/>
              <a:gdLst>
                <a:gd name="textAreaLeft" fmla="*/ 0 w 19179000"/>
                <a:gd name="textAreaRight" fmla="*/ 19185120 w 19179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8" name="Group 24"/>
          <p:cNvGrpSpPr/>
          <p:nvPr/>
        </p:nvGrpSpPr>
        <p:grpSpPr>
          <a:xfrm>
            <a:off x="1080000" y="20120760"/>
            <a:ext cx="19179000" cy="20880"/>
            <a:chOff x="1080000" y="20120760"/>
            <a:chExt cx="19179000" cy="20880"/>
          </a:xfrm>
        </p:grpSpPr>
        <p:sp>
          <p:nvSpPr>
            <p:cNvPr id="79" name="Freeform 25"/>
            <p:cNvSpPr/>
            <p:nvPr/>
          </p:nvSpPr>
          <p:spPr>
            <a:xfrm>
              <a:off x="1080000" y="20120760"/>
              <a:ext cx="19179000" cy="20880"/>
            </a:xfrm>
            <a:custGeom>
              <a:avLst/>
              <a:gdLst>
                <a:gd name="textAreaLeft" fmla="*/ 0 w 19179000"/>
                <a:gd name="textAreaRight" fmla="*/ 19185120 w 19179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0" name="Group 26"/>
          <p:cNvGrpSpPr/>
          <p:nvPr/>
        </p:nvGrpSpPr>
        <p:grpSpPr>
          <a:xfrm>
            <a:off x="1080360" y="22633200"/>
            <a:ext cx="19179000" cy="20880"/>
            <a:chOff x="1080360" y="22633200"/>
            <a:chExt cx="19179000" cy="20880"/>
          </a:xfrm>
        </p:grpSpPr>
        <p:sp>
          <p:nvSpPr>
            <p:cNvPr id="81" name="Freeform 27"/>
            <p:cNvSpPr/>
            <p:nvPr/>
          </p:nvSpPr>
          <p:spPr>
            <a:xfrm>
              <a:off x="1080360" y="22633200"/>
              <a:ext cx="19179000" cy="20880"/>
            </a:xfrm>
            <a:custGeom>
              <a:avLst/>
              <a:gdLst>
                <a:gd name="textAreaLeft" fmla="*/ 0 w 19179000"/>
                <a:gd name="textAreaRight" fmla="*/ 19185120 w 19179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2" name="TextBox 31"/>
          <p:cNvSpPr/>
          <p:nvPr/>
        </p:nvSpPr>
        <p:spPr>
          <a:xfrm>
            <a:off x="1080360" y="18915120"/>
            <a:ext cx="151826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2"/>
          <p:cNvSpPr/>
          <p:nvPr/>
        </p:nvSpPr>
        <p:spPr>
          <a:xfrm>
            <a:off x="1119240" y="19008000"/>
            <a:ext cx="14963400" cy="54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3"/>
          <p:cNvSpPr/>
          <p:nvPr/>
        </p:nvSpPr>
        <p:spPr>
          <a:xfrm>
            <a:off x="15359400" y="18915120"/>
            <a:ext cx="48996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20"/>
          <p:cNvSpPr/>
          <p:nvPr/>
        </p:nvSpPr>
        <p:spPr>
          <a:xfrm>
            <a:off x="3537000" y="21818880"/>
            <a:ext cx="139395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1061640" y="20125800"/>
            <a:ext cx="19094400" cy="198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{{curso_4}}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1"/>
          <p:cNvSpPr/>
          <p:nvPr/>
        </p:nvSpPr>
        <p:spPr>
          <a:xfrm>
            <a:off x="1017360" y="26508600"/>
            <a:ext cx="19360080" cy="33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{{skill_4}}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{{skill_5}}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{{skill_6}}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8" name="Group 1"/>
          <p:cNvGrpSpPr/>
          <p:nvPr/>
        </p:nvGrpSpPr>
        <p:grpSpPr>
          <a:xfrm>
            <a:off x="914400" y="26483760"/>
            <a:ext cx="19179000" cy="20880"/>
            <a:chOff x="914400" y="26483760"/>
            <a:chExt cx="19179000" cy="20880"/>
          </a:xfrm>
        </p:grpSpPr>
        <p:sp>
          <p:nvSpPr>
            <p:cNvPr id="89" name="Freeform 1"/>
            <p:cNvSpPr/>
            <p:nvPr/>
          </p:nvSpPr>
          <p:spPr>
            <a:xfrm>
              <a:off x="914400" y="26483760"/>
              <a:ext cx="19179000" cy="20880"/>
            </a:xfrm>
            <a:custGeom>
              <a:avLst/>
              <a:gdLst>
                <a:gd name="textAreaLeft" fmla="*/ 0 w 19179000"/>
                <a:gd name="textAreaRight" fmla="*/ 19185120 w 19179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0" name=""/>
          <p:cNvSpPr txBox="1"/>
          <p:nvPr/>
        </p:nvSpPr>
        <p:spPr>
          <a:xfrm>
            <a:off x="7305120" y="22048920"/>
            <a:ext cx="7180920" cy="79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IDIOMAS E INFORMATICA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7449480" y="25829280"/>
            <a:ext cx="7180920" cy="79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7305480" y="19565280"/>
            <a:ext cx="7180920" cy="79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7305840" y="17189640"/>
            <a:ext cx="7180920" cy="79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2026-03-08T20:32:16Z</dcterms:modified>
  <cp:revision>16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