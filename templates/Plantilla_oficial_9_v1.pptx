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roxima Nova Bold"/>
    </p:embeddedFont>
    <p:embeddedFont>
      <p:font typeface="Proxima Nova"/>
      <p:regular r:id="rId4"/>
    </p:embeddedFont>
    <p:embeddedFont>
      <p:font typeface="Poppins Bold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roxima_Nova_Regular.fntdata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5640" cy="113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5640" cy="452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F282A2-8797-44BA-9CBE-2B75EB5216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8440" cy="13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8440" cy="149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3BC658-5FA0-47F7-ACB2-27DDAC2A70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5640" cy="113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4520" cy="452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4520" cy="452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2670C1-1BE0-40F1-8999-BDABDFA59F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5640" cy="113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6320" cy="63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6320" cy="39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7760" cy="63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7760" cy="394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C41C38-C94B-4839-AFC4-A7CEB9C8BC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5640" cy="113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D92D45-48CB-4481-865B-CA2DDBF380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775A31-7062-4B48-8DE5-25C328E96C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4200" cy="115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7680" cy="58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4200" cy="468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CCB66F-B37E-4C94-A491-2A25D5893C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24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2440" cy="80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27789C-4335-4688-8879-9420DDCCC6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440" cy="14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7E2686-A9D6-4CD3-B1F4-F6216F6DCD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5640" cy="113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5640" cy="452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8DFC98-714B-44DC-AF07-14BACA0350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3440" cy="584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5960" cy="584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1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976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ADD13A-2ADA-4372-8A43-12CB81079E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/>
          <p:nvPr/>
        </p:nvSpPr>
        <p:spPr>
          <a:xfrm>
            <a:off x="3600000" y="-180000"/>
            <a:ext cx="14904000" cy="17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504"/>
              </a:lnSpc>
            </a:pPr>
            <a:r>
              <a:rPr lang="en-US" sz="965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{{name}}</a:t>
            </a:r>
            <a:endParaRPr lang="es-AR" sz="9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8971920" y="3880080"/>
            <a:ext cx="334044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PERFIL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7"/>
          <p:cNvSpPr/>
          <p:nvPr/>
        </p:nvSpPr>
        <p:spPr>
          <a:xfrm>
            <a:off x="1800000" y="1440000"/>
            <a:ext cx="18180000" cy="16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60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{{title}}</a:t>
            </a:r>
            <a:endParaRPr lang="es-A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{{contact_phone}} | {{contact_email}} | </a:t>
            </a: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{{contact_location}}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8"/>
          <p:cNvSpPr/>
          <p:nvPr/>
        </p:nvSpPr>
        <p:spPr>
          <a:xfrm>
            <a:off x="986400" y="5169600"/>
            <a:ext cx="1918080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{{about}}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4"/>
          <p:cNvSpPr/>
          <p:nvPr/>
        </p:nvSpPr>
        <p:spPr>
          <a:xfrm>
            <a:off x="7299720" y="7291080"/>
            <a:ext cx="668484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EXPERIENCIA LABORAL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5"/>
          <p:cNvSpPr/>
          <p:nvPr/>
        </p:nvSpPr>
        <p:spPr>
          <a:xfrm>
            <a:off x="947160" y="9671400"/>
            <a:ext cx="108514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{{exp_1_role}} {{exp_1_company}}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6"/>
          <p:cNvSpPr/>
          <p:nvPr/>
        </p:nvSpPr>
        <p:spPr>
          <a:xfrm>
            <a:off x="947160" y="10440360"/>
            <a:ext cx="1929888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425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{{exp_1_b1}}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425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{{exp_1_b2}}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425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{{exp_1_b3}}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7"/>
          <p:cNvSpPr/>
          <p:nvPr/>
        </p:nvSpPr>
        <p:spPr>
          <a:xfrm>
            <a:off x="16020000" y="9680400"/>
            <a:ext cx="42217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195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oppins Bold"/>
              </a:rPr>
              <a:t>{{exp_1_dates}}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" name="Group 18"/>
          <p:cNvGrpSpPr/>
          <p:nvPr/>
        </p:nvGrpSpPr>
        <p:grpSpPr>
          <a:xfrm>
            <a:off x="1051920" y="4903200"/>
            <a:ext cx="19181160" cy="23040"/>
            <a:chOff x="1051920" y="4903200"/>
            <a:chExt cx="19181160" cy="23040"/>
          </a:xfrm>
        </p:grpSpPr>
        <p:sp>
          <p:nvSpPr>
            <p:cNvPr id="68" name="Freeform 19"/>
            <p:cNvSpPr/>
            <p:nvPr/>
          </p:nvSpPr>
          <p:spPr>
            <a:xfrm>
              <a:off x="1051920" y="4903200"/>
              <a:ext cx="19181160" cy="23040"/>
            </a:xfrm>
            <a:custGeom>
              <a:avLst/>
              <a:gdLst>
                <a:gd name="textAreaLeft" fmla="*/ 0 w 19181160"/>
                <a:gd name="textAreaRight" fmla="*/ 19185120 w 19181160"/>
                <a:gd name="textAreaTop" fmla="*/ 0 h 23040"/>
                <a:gd name="textAreaBottom" fmla="*/ 27000 h 2304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" name="Group 20"/>
          <p:cNvGrpSpPr/>
          <p:nvPr/>
        </p:nvGrpSpPr>
        <p:grpSpPr>
          <a:xfrm>
            <a:off x="986400" y="8257680"/>
            <a:ext cx="19181160" cy="23040"/>
            <a:chOff x="986400" y="8257680"/>
            <a:chExt cx="19181160" cy="23040"/>
          </a:xfrm>
        </p:grpSpPr>
        <p:sp>
          <p:nvSpPr>
            <p:cNvPr id="70" name="Freeform 21"/>
            <p:cNvSpPr/>
            <p:nvPr/>
          </p:nvSpPr>
          <p:spPr>
            <a:xfrm>
              <a:off x="986400" y="8257680"/>
              <a:ext cx="19181160" cy="23040"/>
            </a:xfrm>
            <a:custGeom>
              <a:avLst/>
              <a:gdLst>
                <a:gd name="textAreaLeft" fmla="*/ 0 w 19181160"/>
                <a:gd name="textAreaRight" fmla="*/ 19185120 w 19181160"/>
                <a:gd name="textAreaTop" fmla="*/ 0 h 23040"/>
                <a:gd name="textAreaBottom" fmla="*/ 27000 h 2304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TextBox 4"/>
          <p:cNvSpPr/>
          <p:nvPr/>
        </p:nvSpPr>
        <p:spPr>
          <a:xfrm>
            <a:off x="3713400" y="17460000"/>
            <a:ext cx="1394172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EDUCACIÓN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3600360" y="27360000"/>
            <a:ext cx="1394172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INFORMACIÓN ADICIONAL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4244400" y="21961080"/>
            <a:ext cx="1394172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CERTIFICACIONES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1093680" y="18785160"/>
            <a:ext cx="149914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{{edu_1_degree}} </a:t>
            </a: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{{edu_1_school}}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1049400" y="28260000"/>
            <a:ext cx="1964880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1080360" y="25560000"/>
            <a:ext cx="1936224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1132920" y="19514880"/>
            <a:ext cx="1495224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17681040" y="18785160"/>
            <a:ext cx="25934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{{edu_1_years}}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oup 22"/>
          <p:cNvGrpSpPr/>
          <p:nvPr/>
        </p:nvGrpSpPr>
        <p:grpSpPr>
          <a:xfrm>
            <a:off x="1093680" y="18303480"/>
            <a:ext cx="19181160" cy="23040"/>
            <a:chOff x="1093680" y="18303480"/>
            <a:chExt cx="19181160" cy="23040"/>
          </a:xfrm>
        </p:grpSpPr>
        <p:sp>
          <p:nvSpPr>
            <p:cNvPr id="80" name="Freeform 23"/>
            <p:cNvSpPr/>
            <p:nvPr/>
          </p:nvSpPr>
          <p:spPr>
            <a:xfrm>
              <a:off x="1093680" y="18303480"/>
              <a:ext cx="19181160" cy="23040"/>
            </a:xfrm>
            <a:custGeom>
              <a:avLst/>
              <a:gdLst>
                <a:gd name="textAreaLeft" fmla="*/ 0 w 19181160"/>
                <a:gd name="textAreaRight" fmla="*/ 19185120 w 19181160"/>
                <a:gd name="textAreaTop" fmla="*/ 0 h 23040"/>
                <a:gd name="textAreaBottom" fmla="*/ 27000 h 2304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" name="Group 24"/>
          <p:cNvGrpSpPr/>
          <p:nvPr/>
        </p:nvGrpSpPr>
        <p:grpSpPr>
          <a:xfrm>
            <a:off x="1080360" y="22655160"/>
            <a:ext cx="19181160" cy="23040"/>
            <a:chOff x="1080360" y="22655160"/>
            <a:chExt cx="19181160" cy="23040"/>
          </a:xfrm>
        </p:grpSpPr>
        <p:sp>
          <p:nvSpPr>
            <p:cNvPr id="82" name="Freeform 25"/>
            <p:cNvSpPr/>
            <p:nvPr/>
          </p:nvSpPr>
          <p:spPr>
            <a:xfrm>
              <a:off x="1080360" y="22655160"/>
              <a:ext cx="19181160" cy="23040"/>
            </a:xfrm>
            <a:custGeom>
              <a:avLst/>
              <a:gdLst>
                <a:gd name="textAreaLeft" fmla="*/ 0 w 19181160"/>
                <a:gd name="textAreaRight" fmla="*/ 19185120 w 19181160"/>
                <a:gd name="textAreaTop" fmla="*/ 0 h 23040"/>
                <a:gd name="textAreaBottom" fmla="*/ 27000 h 2304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" name="Group 26"/>
          <p:cNvGrpSpPr/>
          <p:nvPr/>
        </p:nvGrpSpPr>
        <p:grpSpPr>
          <a:xfrm>
            <a:off x="900360" y="28054080"/>
            <a:ext cx="19181160" cy="23040"/>
            <a:chOff x="900360" y="28054080"/>
            <a:chExt cx="19181160" cy="23040"/>
          </a:xfrm>
        </p:grpSpPr>
        <p:sp>
          <p:nvSpPr>
            <p:cNvPr id="84" name="Freeform 27"/>
            <p:cNvSpPr/>
            <p:nvPr/>
          </p:nvSpPr>
          <p:spPr>
            <a:xfrm>
              <a:off x="900360" y="28054080"/>
              <a:ext cx="19181160" cy="23040"/>
            </a:xfrm>
            <a:custGeom>
              <a:avLst/>
              <a:gdLst>
                <a:gd name="textAreaLeft" fmla="*/ 0 w 19181160"/>
                <a:gd name="textAreaRight" fmla="*/ 19185120 w 19181160"/>
                <a:gd name="textAreaTop" fmla="*/ 0 h 23040"/>
                <a:gd name="textAreaBottom" fmla="*/ 27000 h 2304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TextBox 31"/>
          <p:cNvSpPr/>
          <p:nvPr/>
        </p:nvSpPr>
        <p:spPr>
          <a:xfrm>
            <a:off x="1080360" y="20416680"/>
            <a:ext cx="1518480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{{edu_2_degree}} </a:t>
            </a: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{{edu_2_school}}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2"/>
          <p:cNvSpPr/>
          <p:nvPr/>
        </p:nvSpPr>
        <p:spPr>
          <a:xfrm>
            <a:off x="1119600" y="21146400"/>
            <a:ext cx="1496556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3"/>
          <p:cNvSpPr/>
          <p:nvPr/>
        </p:nvSpPr>
        <p:spPr>
          <a:xfrm>
            <a:off x="17569080" y="20416680"/>
            <a:ext cx="26920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{{edu_2_years}}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0"/>
          <p:cNvSpPr/>
          <p:nvPr/>
        </p:nvSpPr>
        <p:spPr>
          <a:xfrm>
            <a:off x="4141440" y="24661080"/>
            <a:ext cx="1394172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COMPETENCIAS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roup 1"/>
          <p:cNvGrpSpPr/>
          <p:nvPr/>
        </p:nvGrpSpPr>
        <p:grpSpPr>
          <a:xfrm>
            <a:off x="977400" y="25355160"/>
            <a:ext cx="19181160" cy="23040"/>
            <a:chOff x="977400" y="25355160"/>
            <a:chExt cx="19181160" cy="23040"/>
          </a:xfrm>
        </p:grpSpPr>
        <p:sp>
          <p:nvSpPr>
            <p:cNvPr id="90" name="Freeform 1"/>
            <p:cNvSpPr/>
            <p:nvPr/>
          </p:nvSpPr>
          <p:spPr>
            <a:xfrm>
              <a:off x="977400" y="25355160"/>
              <a:ext cx="19181160" cy="23040"/>
            </a:xfrm>
            <a:custGeom>
              <a:avLst/>
              <a:gdLst>
                <a:gd name="textAreaLeft" fmla="*/ 0 w 19181160"/>
                <a:gd name="textAreaRight" fmla="*/ 19185120 w 19181160"/>
                <a:gd name="textAreaTop" fmla="*/ 0 h 23040"/>
                <a:gd name="textAreaBottom" fmla="*/ 27000 h 2304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"/>
          <p:cNvSpPr/>
          <p:nvPr/>
        </p:nvSpPr>
        <p:spPr>
          <a:xfrm>
            <a:off x="1062000" y="22948200"/>
            <a:ext cx="19096560" cy="152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DAG9kRgokg4</dc:identifier>
  <dc:language>es-AR</dc:language>
  <cp:lastModifiedBy/>
  <dcterms:modified xsi:type="dcterms:W3CDTF">2026-02-27T13:11:04Z</dcterms:modified>
  <cp:revision>12</cp:revision>
  <dc:subject/>
  <dc:title>Plantilla_oficial_9.pptx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