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"/>
      <p:regular r:id="rId4"/>
      <p:bold r:id="rId4"/>
    </p:embeddedFont>
    <p:embeddedFont>
      <p:font typeface="Poppins"/>
      <p:regular r:id="rId5"/>
      <p:bold r:id="rId5"/>
    </p:embeddedFont>
    <p:embeddedFont>
      <p:font typeface="Poppins Bold"/>
    </p:embeddedFont>
    <p:embeddedFont>
      <p:font typeface="Raleway Bold"/>
    </p:embeddedFont>
    <p:embeddedFont>
      <p:font typeface="Raleway"/>
      <p:regular r:id="rId6"/>
      <p:bold r:id="rId6"/>
    </p:embeddedFont>
    <p:embeddedFont>
      <p:font typeface="Proxima nova"/>
    </p:embeddedFont>
    <p:embeddedFont>
      <p:font typeface="Microsoft YaHei"/>
      <p:regular r:id="rId7"/>
    </p:embeddedFont>
    <p:embeddedFont>
      <p:font typeface="Montserrat"/>
      <p:regular r:id="rId8"/>
      <p:bold r:id="rId8"/>
    </p:embeddedFont>
    <p:embeddedFont>
      <p:font typeface="Garet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Lato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Raleway_Regular.fntdata"/><Relationship Id="rId7" Type="http://schemas.openxmlformats.org/officeDocument/2006/relationships/font" Target="fonts/Font_4_Microsoft_YaHei_Regular.fntdata"/><Relationship Id="rId8" Type="http://schemas.openxmlformats.org/officeDocument/2006/relationships/font" Target="fonts/Font_5_Montserra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960" cy="135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960" cy="148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D7F175D-85D7-4D8F-BF0D-96B5880A796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04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04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BF2734-93FC-43BE-A803-F8002D5E442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840" cy="62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840" cy="39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1280" cy="62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1280" cy="39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2363F84-801F-4D41-A694-54BB23E66F0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1678A01-168E-4971-8863-4114D471F5D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246689C-9E2B-44A8-8F0F-D836D351B0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720" cy="115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200" cy="584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720" cy="468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05BF9EE-BBD1-406D-8C36-29AC6C98FF3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960" cy="55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960" cy="4104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960" cy="79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F4E2B86-7684-4B26-B446-F735C2BE948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960" cy="145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D2E9B25-3834-45BD-B8C2-63E6A1FD5DB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16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B94A66-B98B-456B-9BA0-A6136EE9B9D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96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948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09BFA1A-6B6D-47AE-8162-0DAB26A6CD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16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E60DC9F-CB91-48F3-AC13-C8323A143FF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9799920" y="5171760"/>
            <a:ext cx="8545680" cy="43560"/>
            <a:chOff x="9799920" y="5171760"/>
            <a:chExt cx="8545680" cy="43560"/>
          </a:xfrm>
        </p:grpSpPr>
        <p:sp>
          <p:nvSpPr>
            <p:cNvPr id="60" name="Freeform 3"/>
            <p:cNvSpPr/>
            <p:nvPr/>
          </p:nvSpPr>
          <p:spPr>
            <a:xfrm>
              <a:off x="9799920" y="5171760"/>
              <a:ext cx="8545680" cy="43560"/>
            </a:xfrm>
            <a:custGeom>
              <a:avLst/>
              <a:gdLst>
                <a:gd name="textAreaLeft" fmla="*/ 0 w 8545680"/>
                <a:gd name="textAreaRight" fmla="*/ 8556120 w 8545680"/>
                <a:gd name="textAreaTop" fmla="*/ 0 h 43560"/>
                <a:gd name="textAreaBottom" fmla="*/ 54000 h 4356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000" bIns="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4"/>
          <p:cNvGrpSpPr/>
          <p:nvPr/>
        </p:nvGrpSpPr>
        <p:grpSpPr>
          <a:xfrm>
            <a:off x="9696240" y="7875360"/>
            <a:ext cx="8836920" cy="732960"/>
            <a:chOff x="9696240" y="7875360"/>
            <a:chExt cx="8836920" cy="732960"/>
          </a:xfrm>
        </p:grpSpPr>
        <p:sp>
          <p:nvSpPr>
            <p:cNvPr id="62" name="Freeform 5"/>
            <p:cNvSpPr/>
            <p:nvPr/>
          </p:nvSpPr>
          <p:spPr>
            <a:xfrm>
              <a:off x="9696240" y="7875360"/>
              <a:ext cx="8836920" cy="732960"/>
            </a:xfrm>
            <a:custGeom>
              <a:avLst/>
              <a:gdLst>
                <a:gd name="textAreaLeft" fmla="*/ 0 w 8836920"/>
                <a:gd name="textAreaRight" fmla="*/ 8847360 w 8836920"/>
                <a:gd name="textAreaTop" fmla="*/ 0 h 732960"/>
                <a:gd name="textAreaBottom" fmla="*/ 743400 h 732960"/>
              </a:gdLst>
              <a:ahLst/>
              <a:cxnLst/>
              <a:rect l="textAreaLeft" t="textAreaTop" r="textAreaRight" b="textAreaBottom"/>
              <a:pathLst>
                <a:path w="11796268" h="990981">
                  <a:moveTo>
                    <a:pt x="0" y="0"/>
                  </a:moveTo>
                  <a:lnTo>
                    <a:pt x="11796268" y="0"/>
                  </a:lnTo>
                  <a:lnTo>
                    <a:pt x="11796268" y="990981"/>
                  </a:lnTo>
                  <a:lnTo>
                    <a:pt x="0" y="990981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6"/>
          <p:cNvSpPr/>
          <p:nvPr/>
        </p:nvSpPr>
        <p:spPr>
          <a:xfrm>
            <a:off x="9905400" y="7902720"/>
            <a:ext cx="8444520" cy="56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14"/>
              </a:lnSpc>
            </a:pPr>
            <a:r>
              <a:rPr lang="en-US" sz="3680" b="1" u="none" spc="238" strike="noStrike">
                <a:solidFill>
                  <a:srgbClr val="543f3f"/>
                </a:solidFill>
                <a:effectLst/>
                <a:uFillTx/>
                <a:latin typeface="Poppins Bold"/>
                <a:ea typeface="Poppins Bold"/>
              </a:rPr>
              <a:t>EXPERIENCIA LABORAL</a:t>
            </a:r>
            <a:endParaRPr lang="es-AR" sz="36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7"/>
          <p:cNvGrpSpPr/>
          <p:nvPr/>
        </p:nvGrpSpPr>
        <p:grpSpPr>
          <a:xfrm>
            <a:off x="0" y="0"/>
            <a:ext cx="9189360" cy="30245400"/>
            <a:chOff x="0" y="0"/>
            <a:chExt cx="9189360" cy="30245400"/>
          </a:xfrm>
        </p:grpSpPr>
        <p:sp>
          <p:nvSpPr>
            <p:cNvPr id="65" name="Freeform 8"/>
            <p:cNvSpPr/>
            <p:nvPr/>
          </p:nvSpPr>
          <p:spPr>
            <a:xfrm>
              <a:off x="0" y="0"/>
              <a:ext cx="9189360" cy="30245400"/>
            </a:xfrm>
            <a:custGeom>
              <a:avLst/>
              <a:gdLst>
                <a:gd name="textAreaLeft" fmla="*/ 0 w 9189360"/>
                <a:gd name="textAreaRight" fmla="*/ 9199800 w 9189360"/>
                <a:gd name="textAreaTop" fmla="*/ 0 h 30245400"/>
                <a:gd name="textAreaBottom" fmla="*/ 30255840 h 30245400"/>
              </a:gdLst>
              <a:ahLst/>
              <a:cxnLst/>
              <a:rect l="textAreaLeft" t="textAreaTop" r="textAreaRight" b="textAreaBottom"/>
              <a:pathLst>
                <a:path w="12266295" h="40341042">
                  <a:moveTo>
                    <a:pt x="0" y="0"/>
                  </a:moveTo>
                  <a:lnTo>
                    <a:pt x="12266295" y="0"/>
                  </a:lnTo>
                  <a:lnTo>
                    <a:pt x="12266295" y="40341042"/>
                  </a:lnTo>
                  <a:lnTo>
                    <a:pt x="0" y="40341042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21"/>
          <p:cNvSpPr/>
          <p:nvPr/>
        </p:nvSpPr>
        <p:spPr>
          <a:xfrm>
            <a:off x="9799560" y="788400"/>
            <a:ext cx="11250720" cy="19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5687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Raleway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2"/>
          <p:cNvSpPr/>
          <p:nvPr/>
        </p:nvSpPr>
        <p:spPr>
          <a:xfrm>
            <a:off x="9734400" y="8454240"/>
            <a:ext cx="11316960" cy="674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2"/>
              </a:lnSpc>
            </a:pPr>
            <a:r>
              <a:rPr lang="en-US" sz="3000" b="1" u="none" spc="68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{{exp_1_role}}</a:t>
            </a:r>
            <a:r>
              <a:rPr lang="en-US" sz="3000" b="1" u="none" spc="68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</a:t>
            </a:r>
            <a:r>
              <a:rPr lang="en-US" sz="3000" b="0" u="none" spc="68" strike="noStrike">
                <a:solidFill>
                  <a:srgbClr val="1c191a"/>
                </a:solidFill>
                <a:effectLst/>
                <a:uFillTx/>
                <a:latin typeface="Raleway"/>
                <a:ea typeface="Raleway"/>
              </a:rPr>
              <a:t> </a:t>
            </a:r>
            <a:r>
              <a:rPr lang="en-US" sz="3000" b="0" u="none" spc="68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{{exp_1_company}} {{exp_1_dates}}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2"/>
              </a:lnSpc>
            </a:pPr>
            <a:r>
              <a:rPr lang="en-US" sz="3000" b="1" u="none" spc="68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{{exp_2_role}} </a:t>
            </a:r>
            <a:r>
              <a:rPr lang="en-US" sz="3000" b="1" u="none" spc="68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</a:t>
            </a:r>
            <a:r>
              <a:rPr lang="en-US" sz="3000" b="0" u="none" spc="68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{{exp_2_company}} {{exp_2_dates}}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13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5"/>
          <p:cNvSpPr/>
          <p:nvPr/>
        </p:nvSpPr>
        <p:spPr>
          <a:xfrm>
            <a:off x="9799560" y="5796720"/>
            <a:ext cx="8552160" cy="61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844"/>
              </a:lnSpc>
            </a:pPr>
            <a:r>
              <a:rPr lang="en-US" sz="2800" b="0" u="none" spc="431" strike="noStrike">
                <a:solidFill>
                  <a:srgbClr val="292829"/>
                </a:solidFill>
                <a:effectLst/>
                <a:uFillTx/>
                <a:latin typeface="Lato"/>
                <a:ea typeface="Raleway"/>
              </a:rPr>
              <a:t>{{title}}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6"/>
          <p:cNvSpPr/>
          <p:nvPr/>
        </p:nvSpPr>
        <p:spPr>
          <a:xfrm>
            <a:off x="9695160" y="15061680"/>
            <a:ext cx="11356200" cy="12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822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25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1622520" y="355680"/>
            <a:ext cx="3052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1"/>
          <p:cNvSpPr/>
          <p:nvPr/>
        </p:nvSpPr>
        <p:spPr>
          <a:xfrm>
            <a:off x="1220400" y="6444360"/>
            <a:ext cx="676080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37"/>
              </a:lnSpc>
            </a:pPr>
            <a:r>
              <a:rPr lang="en-US" sz="3609" b="1" u="none" spc="235" strike="noStrike">
                <a:solidFill>
                  <a:srgbClr val="c0504d"/>
                </a:solidFill>
                <a:effectLst/>
                <a:highlight>
                  <a:srgbClr val="f8f7f2"/>
                </a:highlight>
                <a:uFillTx/>
                <a:latin typeface="Poppins Bold"/>
                <a:ea typeface="Poppins Bold"/>
              </a:rPr>
              <a:t> PERFIL PROFESIONAL     </a:t>
            </a:r>
            <a:endParaRPr lang="es-AR" sz="36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2"/>
          <p:cNvSpPr/>
          <p:nvPr/>
        </p:nvSpPr>
        <p:spPr>
          <a:xfrm>
            <a:off x="1178280" y="7128360"/>
            <a:ext cx="6705360" cy="4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28"/>
              </a:lnSpc>
            </a:pPr>
            <a:r>
              <a:rPr lang="en-US" sz="2260" b="0" u="none" spc="45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34"/>
          <p:cNvSpPr/>
          <p:nvPr/>
        </p:nvSpPr>
        <p:spPr>
          <a:xfrm>
            <a:off x="1178280" y="11427480"/>
            <a:ext cx="584100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37"/>
              </a:lnSpc>
            </a:pPr>
            <a:r>
              <a:rPr lang="en-US" sz="3609" b="1" u="none" spc="235" strike="noStrike">
                <a:solidFill>
                  <a:srgbClr val="c0504d"/>
                </a:solidFill>
                <a:effectLst/>
                <a:highlight>
                  <a:srgbClr val="f8f7f2"/>
                </a:highlight>
                <a:uFillTx/>
                <a:latin typeface="Poppins Bold"/>
                <a:ea typeface="Poppins Bold"/>
              </a:rPr>
              <a:t> CONTACTO                   </a:t>
            </a:r>
            <a:endParaRPr lang="es-AR" sz="36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31"/>
          <p:cNvSpPr/>
          <p:nvPr/>
        </p:nvSpPr>
        <p:spPr>
          <a:xfrm>
            <a:off x="1222200" y="12192120"/>
            <a:ext cx="5614920" cy="241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{{licencia}}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{{contact_location}}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1004760" y="14040000"/>
            <a:ext cx="6915240" cy="374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20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[[SIDEBAR_BLOCK]]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r>
              <a:rPr lang="en-US" sz="3600" b="1" u="none" strike="noStrike">
                <a:solidFill>
                  <a:srgbClr val="c0504d"/>
                </a:solidFill>
                <a:effectLst/>
                <a:highlight>
                  <a:srgbClr val="f8f7f2"/>
                </a:highlight>
                <a:uFillTx/>
                <a:latin typeface="Poppins"/>
                <a:ea typeface="Montserrat Bold"/>
              </a:rPr>
              <a:t> {{title}}              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40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136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DAG9ko10TaE</dc:identifier>
  <dc:language>es-AR</dc:language>
  <cp:lastModifiedBy/>
  <dcterms:modified xsi:type="dcterms:W3CDTF">2026-03-05T15:44:06Z</dcterms:modified>
  <cp:revision>30</cp:revision>
  <dc:subject/>
  <dc:title>Plantilla_oficial_14.pptx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