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Poppins Bold"/>
    </p:embeddedFont>
    <p:embeddedFont>
      <p:font typeface="Lato"/>
      <p:regular r:id="rId5"/>
      <p:bold r:id="rId5"/>
    </p:embeddedFont>
    <p:embeddedFont>
      <p:font typeface="Raleway Bold"/>
    </p:embeddedFont>
    <p:embeddedFont>
      <p:font typeface="Raleway"/>
      <p:regular r:id="rId6"/>
      <p:bold r:id="rId6"/>
    </p:embeddedFont>
    <p:embeddedFont>
      <p:font typeface="Microsoft YaHei"/>
      <p:regular r:id="rId7"/>
    </p:embeddedFont>
    <p:embeddedFont>
      <p:font typeface="Montserrat Bold"/>
    </p:embeddedFont>
    <p:embeddedFont>
      <p:font typeface="Montserra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Lato_Regular.fntdata"/><Relationship Id="rId6" Type="http://schemas.openxmlformats.org/officeDocument/2006/relationships/font" Target="fonts/Font_3_Raleway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6680" cy="55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6680" cy="410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6680" cy="7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7F6049-5F87-4FEB-B289-CFC6F03A8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2680" cy="14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6DC1ED-F602-46C7-878A-953CD24837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88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3D7273-B1D0-4F31-BFDF-E7C87A9195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768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20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4C4D75-B8A8-49D8-A540-98655F4EB1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88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D6C6C6-ADB2-42BC-B090-8A18F21ADD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2680" cy="13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2680" cy="149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D6793F-FE91-44E1-BC18-ED58AA813B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76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760" cy="451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4972A0-93DA-4A60-90A9-516854E74C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56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560" cy="39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00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000" cy="39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1F6C2A-0F8E-4534-A1B8-E330CC0D68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88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571773-805A-4CAE-BF6F-FFD8541AFE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66D83D-8644-4534-8F82-7CC27B7593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440" cy="11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92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440" cy="468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76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000" cy="3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2BE49A-3C38-4942-8BBA-866F59A2D4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799920" y="5171760"/>
            <a:ext cx="8546400" cy="44280"/>
            <a:chOff x="9799920" y="5171760"/>
            <a:chExt cx="8546400" cy="44280"/>
          </a:xfrm>
        </p:grpSpPr>
        <p:sp>
          <p:nvSpPr>
            <p:cNvPr id="60" name="Freeform 3"/>
            <p:cNvSpPr/>
            <p:nvPr/>
          </p:nvSpPr>
          <p:spPr>
            <a:xfrm>
              <a:off x="9799920" y="5171760"/>
              <a:ext cx="8546400" cy="44280"/>
            </a:xfrm>
            <a:custGeom>
              <a:avLst/>
              <a:gdLst>
                <a:gd name="textAreaLeft" fmla="*/ 0 w 8546400"/>
                <a:gd name="textAreaRight" fmla="*/ 8556120 w 8546400"/>
                <a:gd name="textAreaTop" fmla="*/ 0 h 44280"/>
                <a:gd name="textAreaBottom" fmla="*/ 54000 h 4428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9696240" y="7875360"/>
            <a:ext cx="8837640" cy="733680"/>
            <a:chOff x="9696240" y="7875360"/>
            <a:chExt cx="8837640" cy="733680"/>
          </a:xfrm>
        </p:grpSpPr>
        <p:sp>
          <p:nvSpPr>
            <p:cNvPr id="62" name="Freeform 5"/>
            <p:cNvSpPr/>
            <p:nvPr/>
          </p:nvSpPr>
          <p:spPr>
            <a:xfrm>
              <a:off x="9696240" y="7875360"/>
              <a:ext cx="8837640" cy="733680"/>
            </a:xfrm>
            <a:custGeom>
              <a:avLst/>
              <a:gdLst>
                <a:gd name="textAreaLeft" fmla="*/ 0 w 8837640"/>
                <a:gd name="textAreaRight" fmla="*/ 8847360 w 8837640"/>
                <a:gd name="textAreaTop" fmla="*/ 0 h 733680"/>
                <a:gd name="textAreaBottom" fmla="*/ 743400 h 733680"/>
              </a:gdLst>
              <a:ahLst/>
              <a:cxnLst/>
              <a:rect l="textAreaLeft" t="textAreaTop" r="textAreaRight" b="textAreaBottom"/>
              <a:pathLst>
                <a:path w="11796268" h="990981">
                  <a:moveTo>
                    <a:pt x="0" y="0"/>
                  </a:moveTo>
                  <a:lnTo>
                    <a:pt x="11796268" y="0"/>
                  </a:lnTo>
                  <a:lnTo>
                    <a:pt x="11796268" y="990981"/>
                  </a:lnTo>
                  <a:lnTo>
                    <a:pt x="0" y="99098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6"/>
          <p:cNvSpPr/>
          <p:nvPr/>
        </p:nvSpPr>
        <p:spPr>
          <a:xfrm>
            <a:off x="9905400" y="7902720"/>
            <a:ext cx="844524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14"/>
              </a:lnSpc>
            </a:pPr>
            <a:r>
              <a:rPr lang="en-US" sz="3680" b="1" u="none" spc="238" strike="noStrike">
                <a:solidFill>
                  <a:srgbClr val="543f3f"/>
                </a:solidFill>
                <a:effectLst/>
                <a:uFillTx/>
                <a:latin typeface="Poppins Bold"/>
                <a:ea typeface="Poppins Bold"/>
              </a:rPr>
              <a:t>EXPERIENCIA LABORAL</a:t>
            </a:r>
            <a:endParaRPr lang="es-AR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0" y="0"/>
            <a:ext cx="9190080" cy="30246120"/>
            <a:chOff x="0" y="0"/>
            <a:chExt cx="9190080" cy="30246120"/>
          </a:xfrm>
        </p:grpSpPr>
        <p:sp>
          <p:nvSpPr>
            <p:cNvPr id="65" name="Freeform 8"/>
            <p:cNvSpPr/>
            <p:nvPr/>
          </p:nvSpPr>
          <p:spPr>
            <a:xfrm>
              <a:off x="0" y="0"/>
              <a:ext cx="9190080" cy="30246120"/>
            </a:xfrm>
            <a:custGeom>
              <a:avLst/>
              <a:gdLst>
                <a:gd name="textAreaLeft" fmla="*/ 0 w 9190080"/>
                <a:gd name="textAreaRight" fmla="*/ 9199800 w 9190080"/>
                <a:gd name="textAreaTop" fmla="*/ 0 h 30246120"/>
                <a:gd name="textAreaBottom" fmla="*/ 30255840 h 30246120"/>
              </a:gdLst>
              <a:ahLst/>
              <a:cxnLst/>
              <a:rect l="textAreaLeft" t="textAreaTop" r="textAreaRight" b="textAreaBottom"/>
              <a:pathLst>
                <a:path w="12266295" h="40341042">
                  <a:moveTo>
                    <a:pt x="0" y="0"/>
                  </a:moveTo>
                  <a:lnTo>
                    <a:pt x="12266295" y="0"/>
                  </a:lnTo>
                  <a:lnTo>
                    <a:pt x="12266295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21"/>
          <p:cNvSpPr/>
          <p:nvPr/>
        </p:nvSpPr>
        <p:spPr>
          <a:xfrm>
            <a:off x="9799560" y="788400"/>
            <a:ext cx="1125144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687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Raleway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2"/>
          <p:cNvSpPr/>
          <p:nvPr/>
        </p:nvSpPr>
        <p:spPr>
          <a:xfrm>
            <a:off x="9734400" y="9066240"/>
            <a:ext cx="11317680" cy="66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{{exp_1_role}}</a:t>
            </a: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{{exp_1_company}} {{exp_1_dates}}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13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{{exp_2_role}} </a:t>
            </a: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{{exp_2_company}} {{exp_2_dates}}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13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5"/>
          <p:cNvSpPr/>
          <p:nvPr/>
        </p:nvSpPr>
        <p:spPr>
          <a:xfrm>
            <a:off x="9799560" y="5796720"/>
            <a:ext cx="85528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44"/>
              </a:lnSpc>
            </a:pPr>
            <a:r>
              <a:rPr lang="en-US" sz="2800" b="0" u="none" spc="431" strike="noStrike">
                <a:solidFill>
                  <a:srgbClr val="292829"/>
                </a:solidFill>
                <a:effectLst/>
                <a:uFillTx/>
                <a:latin typeface="Lato"/>
                <a:ea typeface="Raleway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6"/>
          <p:cNvSpPr/>
          <p:nvPr/>
        </p:nvSpPr>
        <p:spPr>
          <a:xfrm>
            <a:off x="9695160" y="15061680"/>
            <a:ext cx="1135692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22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622520" y="355680"/>
            <a:ext cx="305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220400" y="6444360"/>
            <a:ext cx="6761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PERFIL PROFESIONAL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178280" y="7128360"/>
            <a:ext cx="67060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28"/>
              </a:lnSpc>
            </a:pPr>
            <a:r>
              <a:rPr lang="en-US" sz="2260" b="0" u="none" spc="45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4"/>
          <p:cNvSpPr/>
          <p:nvPr/>
        </p:nvSpPr>
        <p:spPr>
          <a:xfrm>
            <a:off x="1178280" y="11427480"/>
            <a:ext cx="58417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CONTACTO              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04400" y="13860000"/>
            <a:ext cx="6915600" cy="39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__SB_TITLE__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n-US" sz="3600" b="1" u="none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"/>
                <a:ea typeface="Montserrat Bold"/>
              </a:rPr>
              <a:t> {{title}}              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1"/>
          <p:cNvSpPr/>
          <p:nvPr/>
        </p:nvSpPr>
        <p:spPr>
          <a:xfrm>
            <a:off x="1222200" y="12192120"/>
            <a:ext cx="5615640" cy="24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DAG9ko10TaE</dc:identifier>
  <dc:language>es-AR</dc:language>
  <cp:lastModifiedBy/>
  <dcterms:modified xsi:type="dcterms:W3CDTF">2026-02-09T12:30:03Z</dcterms:modified>
  <cp:revision>28</cp:revision>
  <dc:subject/>
  <dc:title>Plantilla_oficial_14.pptx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