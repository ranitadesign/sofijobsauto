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Poppins"/>
    </p:embeddedFont>
    <p:embeddedFont>
      <p:font typeface="Poppins Bold"/>
    </p:embeddedFont>
    <p:embeddedFont>
      <p:font typeface="Raleway Bold"/>
    </p:embeddedFont>
    <p:embeddedFont>
      <p:font typeface="Raleway"/>
      <p:regular r:id="rId4"/>
    </p:embeddedFont>
    <p:embeddedFont>
      <p:font typeface="Montserrat"/>
      <p:regular r:id="rId5"/>
    </p:embeddedFont>
    <p:embeddedFont>
      <p:font typeface="Microsoft YaHei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Raleway_Regular.fntdata"/><Relationship Id="rId5" Type="http://schemas.openxmlformats.org/officeDocument/2006/relationships/font" Target="fonts/Font_2_Montserrat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F46036-0384-407E-A8C9-A8BA428831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8F3FA9-BBEC-4FB8-BAC2-9166817384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AA832E-9DCA-4135-9C76-C853CB42A6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5D437B-EA51-4737-B355-BA06B695A3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6974B0-BFE5-4F46-8FF0-318993D164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6400C9-5AD2-444A-ACD1-023A8B6563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D1283F-59BE-4FC5-95E5-C7CF17FF42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2F1175-CE8B-4B94-A6B6-522907BD50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194A87-A37B-4D55-992E-94B053747C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8F8164-B46A-4D35-ACAB-9FBA784102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D124FB-69E5-49D9-ABD8-3194AE7E1E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799920" y="5171760"/>
            <a:ext cx="8550000" cy="47880"/>
            <a:chOff x="9799920" y="5171760"/>
            <a:chExt cx="8550000" cy="47880"/>
          </a:xfrm>
        </p:grpSpPr>
        <p:sp>
          <p:nvSpPr>
            <p:cNvPr id="60" name="Freeform 3"/>
            <p:cNvSpPr/>
            <p:nvPr/>
          </p:nvSpPr>
          <p:spPr>
            <a:xfrm>
              <a:off x="9799920" y="5171760"/>
              <a:ext cx="8550000" cy="47880"/>
            </a:xfrm>
            <a:custGeom>
              <a:avLst/>
              <a:gdLst>
                <a:gd name="textAreaLeft" fmla="*/ 0 w 8550000"/>
                <a:gd name="textAreaRight" fmla="*/ 8556120 w 8550000"/>
                <a:gd name="textAreaTop" fmla="*/ 0 h 47880"/>
                <a:gd name="textAreaBottom" fmla="*/ 54000 h 4788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6240" y="7875360"/>
            <a:ext cx="8841240" cy="737280"/>
            <a:chOff x="9696240" y="7875360"/>
            <a:chExt cx="8841240" cy="737280"/>
          </a:xfrm>
        </p:grpSpPr>
        <p:sp>
          <p:nvSpPr>
            <p:cNvPr id="62" name="Freeform 5"/>
            <p:cNvSpPr/>
            <p:nvPr/>
          </p:nvSpPr>
          <p:spPr>
            <a:xfrm>
              <a:off x="9696240" y="7875360"/>
              <a:ext cx="8841240" cy="737280"/>
            </a:xfrm>
            <a:custGeom>
              <a:avLst/>
              <a:gdLst>
                <a:gd name="textAreaLeft" fmla="*/ 0 w 8841240"/>
                <a:gd name="textAreaRight" fmla="*/ 8847360 w 8841240"/>
                <a:gd name="textAreaTop" fmla="*/ 0 h 737280"/>
                <a:gd name="textAreaBottom" fmla="*/ 743400 h 73728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>
                <a:alpha val="7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5400" y="7902720"/>
            <a:ext cx="8448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93680" cy="30249720"/>
            <a:chOff x="0" y="0"/>
            <a:chExt cx="9193680" cy="3024972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93680" cy="30249720"/>
            </a:xfrm>
            <a:custGeom>
              <a:avLst/>
              <a:gdLst>
                <a:gd name="textAreaLeft" fmla="*/ 0 w 9193680"/>
                <a:gd name="textAreaRight" fmla="*/ 9199800 w 9193680"/>
                <a:gd name="textAreaTop" fmla="*/ 0 h 30249720"/>
                <a:gd name="textAreaBottom" fmla="*/ 30255840 h 3024972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>
                <a:alpha val="7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9"/>
          <p:cNvGrpSpPr/>
          <p:nvPr/>
        </p:nvGrpSpPr>
        <p:grpSpPr>
          <a:xfrm>
            <a:off x="1223280" y="7458840"/>
            <a:ext cx="6905880" cy="738360"/>
            <a:chOff x="1223280" y="7458840"/>
            <a:chExt cx="6905880" cy="738360"/>
          </a:xfrm>
        </p:grpSpPr>
        <p:sp>
          <p:nvSpPr>
            <p:cNvPr id="67" name="Freeform 10"/>
            <p:cNvSpPr/>
            <p:nvPr/>
          </p:nvSpPr>
          <p:spPr>
            <a:xfrm>
              <a:off x="1223280" y="7458840"/>
              <a:ext cx="6905880" cy="738360"/>
            </a:xfrm>
            <a:custGeom>
              <a:avLst/>
              <a:gdLst>
                <a:gd name="textAreaLeft" fmla="*/ 0 w 6905880"/>
                <a:gd name="textAreaRight" fmla="*/ 6912000 w 6905880"/>
                <a:gd name="textAreaTop" fmla="*/ 0 h 738360"/>
                <a:gd name="textAreaBottom" fmla="*/ 744480 h 738360"/>
              </a:gdLst>
              <a:ahLst/>
              <a:cxnLst/>
              <a:rect l="textAreaLeft" t="textAreaTop" r="textAreaRight" b="textAreaBottom"/>
              <a:pathLst>
                <a:path w="9216136" h="992632">
                  <a:moveTo>
                    <a:pt x="0" y="0"/>
                  </a:moveTo>
                  <a:lnTo>
                    <a:pt x="9216136" y="0"/>
                  </a:lnTo>
                  <a:lnTo>
                    <a:pt x="9216136" y="992632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rgbClr val="f8f7f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1"/>
          <p:cNvSpPr/>
          <p:nvPr/>
        </p:nvSpPr>
        <p:spPr>
          <a:xfrm>
            <a:off x="1363320" y="7503120"/>
            <a:ext cx="67658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PERFIL PROFESIONAL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1321200" y="8490960"/>
            <a:ext cx="671040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1"/>
          <p:cNvSpPr/>
          <p:nvPr/>
        </p:nvSpPr>
        <p:spPr>
          <a:xfrm>
            <a:off x="9799560" y="788400"/>
            <a:ext cx="11255040" cy="19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c0504d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2"/>
          <p:cNvSpPr/>
          <p:nvPr/>
        </p:nvSpPr>
        <p:spPr>
          <a:xfrm>
            <a:off x="9734400" y="9066240"/>
            <a:ext cx="11321280" cy="66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{{exp_2_role}} 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{{exp_2_company}} {{exp_2_dates}}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24"/>
          <p:cNvSpPr/>
          <p:nvPr/>
        </p:nvSpPr>
        <p:spPr>
          <a:xfrm>
            <a:off x="1500120" y="14875920"/>
            <a:ext cx="471960" cy="336960"/>
          </a:xfrm>
          <a:custGeom>
            <a:avLst/>
            <a:gdLst>
              <a:gd name="textAreaLeft" fmla="*/ 0 w 471960"/>
              <a:gd name="textAreaRight" fmla="*/ 478080 w 471960"/>
              <a:gd name="textAreaTop" fmla="*/ 0 h 336960"/>
              <a:gd name="textAreaBottom" fmla="*/ 343080 h 336960"/>
            </a:gdLst>
            <a:ahLst/>
            <a:cxnLst/>
            <a:rect l="textAreaLeft" t="textAreaTop" r="textAreaRight" b="textAreaBottom"/>
            <a:pathLst>
              <a:path w="478145" h="342900">
                <a:moveTo>
                  <a:pt x="0" y="0"/>
                </a:moveTo>
                <a:lnTo>
                  <a:pt x="478145" y="0"/>
                </a:lnTo>
                <a:lnTo>
                  <a:pt x="47814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25"/>
          <p:cNvSpPr/>
          <p:nvPr/>
        </p:nvSpPr>
        <p:spPr>
          <a:xfrm>
            <a:off x="1469520" y="14135760"/>
            <a:ext cx="533160" cy="356400"/>
          </a:xfrm>
          <a:custGeom>
            <a:avLst/>
            <a:gdLst>
              <a:gd name="textAreaLeft" fmla="*/ 0 w 533160"/>
              <a:gd name="textAreaRight" fmla="*/ 539280 w 533160"/>
              <a:gd name="textAreaTop" fmla="*/ 0 h 356400"/>
              <a:gd name="textAreaBottom" fmla="*/ 362520 h 356400"/>
            </a:gdLst>
            <a:ahLst/>
            <a:cxnLst/>
            <a:rect l="textAreaLeft" t="textAreaTop" r="textAreaRight" b="textAreaBottom"/>
            <a:pathLst>
              <a:path w="539115" h="362674">
                <a:moveTo>
                  <a:pt x="0" y="0"/>
                </a:moveTo>
                <a:lnTo>
                  <a:pt x="539115" y="0"/>
                </a:lnTo>
                <a:lnTo>
                  <a:pt x="539115" y="362674"/>
                </a:lnTo>
                <a:lnTo>
                  <a:pt x="0" y="36267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26"/>
          <p:cNvSpPr/>
          <p:nvPr/>
        </p:nvSpPr>
        <p:spPr>
          <a:xfrm>
            <a:off x="1500120" y="16165440"/>
            <a:ext cx="471960" cy="525240"/>
          </a:xfrm>
          <a:custGeom>
            <a:avLst/>
            <a:gdLst>
              <a:gd name="textAreaLeft" fmla="*/ 0 w 471960"/>
              <a:gd name="textAreaRight" fmla="*/ 478080 w 471960"/>
              <a:gd name="textAreaTop" fmla="*/ 0 h 525240"/>
              <a:gd name="textAreaBottom" fmla="*/ 531360 h 525240"/>
            </a:gdLst>
            <a:ahLst/>
            <a:cxnLst/>
            <a:rect l="textAreaLeft" t="textAreaTop" r="textAreaRight" b="textAreaBottom"/>
            <a:pathLst>
              <a:path w="478145" h="531276">
                <a:moveTo>
                  <a:pt x="0" y="0"/>
                </a:moveTo>
                <a:lnTo>
                  <a:pt x="478145" y="0"/>
                </a:lnTo>
                <a:lnTo>
                  <a:pt x="478145" y="531276"/>
                </a:lnTo>
                <a:lnTo>
                  <a:pt x="0" y="53127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Freeform 27"/>
          <p:cNvSpPr/>
          <p:nvPr/>
        </p:nvSpPr>
        <p:spPr>
          <a:xfrm>
            <a:off x="1537920" y="15539760"/>
            <a:ext cx="464760" cy="369000"/>
          </a:xfrm>
          <a:custGeom>
            <a:avLst/>
            <a:gdLst>
              <a:gd name="textAreaLeft" fmla="*/ 0 w 464760"/>
              <a:gd name="textAreaRight" fmla="*/ 470880 w 464760"/>
              <a:gd name="textAreaTop" fmla="*/ 0 h 369000"/>
              <a:gd name="textAreaBottom" fmla="*/ 375120 h 369000"/>
            </a:gdLst>
            <a:ahLst/>
            <a:cxnLst/>
            <a:rect l="textAreaLeft" t="textAreaTop" r="textAreaRight" b="textAreaBottom"/>
            <a:pathLst>
              <a:path w="470973" h="375066">
                <a:moveTo>
                  <a:pt x="0" y="0"/>
                </a:moveTo>
                <a:lnTo>
                  <a:pt x="470973" y="0"/>
                </a:lnTo>
                <a:lnTo>
                  <a:pt x="470973" y="375066"/>
                </a:lnTo>
                <a:lnTo>
                  <a:pt x="0" y="37506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8"/>
          <p:cNvGrpSpPr/>
          <p:nvPr/>
        </p:nvGrpSpPr>
        <p:grpSpPr>
          <a:xfrm>
            <a:off x="1258200" y="12951720"/>
            <a:ext cx="6836040" cy="738360"/>
            <a:chOff x="1258200" y="12951720"/>
            <a:chExt cx="6836040" cy="738360"/>
          </a:xfrm>
        </p:grpSpPr>
        <p:sp>
          <p:nvSpPr>
            <p:cNvPr id="77" name="Freeform 29"/>
            <p:cNvSpPr/>
            <p:nvPr/>
          </p:nvSpPr>
          <p:spPr>
            <a:xfrm>
              <a:off x="1258200" y="12951720"/>
              <a:ext cx="6836040" cy="738360"/>
            </a:xfrm>
            <a:custGeom>
              <a:avLst/>
              <a:gdLst>
                <a:gd name="textAreaLeft" fmla="*/ 0 w 6836040"/>
                <a:gd name="textAreaRight" fmla="*/ 6842160 w 6836040"/>
                <a:gd name="textAreaTop" fmla="*/ 0 h 738360"/>
                <a:gd name="textAreaBottom" fmla="*/ 744480 h 738360"/>
              </a:gdLst>
              <a:ahLst/>
              <a:cxnLst/>
              <a:rect l="textAreaLeft" t="textAreaTop" r="textAreaRight" b="textAreaBottom"/>
              <a:pathLst>
                <a:path w="9122791" h="992632">
                  <a:moveTo>
                    <a:pt x="0" y="0"/>
                  </a:moveTo>
                  <a:lnTo>
                    <a:pt x="9122791" y="0"/>
                  </a:lnTo>
                  <a:lnTo>
                    <a:pt x="9122791" y="992632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rgbClr val="f8f7f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30"/>
          <p:cNvSpPr/>
          <p:nvPr/>
        </p:nvSpPr>
        <p:spPr>
          <a:xfrm>
            <a:off x="2469600" y="14660640"/>
            <a:ext cx="561996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1"/>
          <p:cNvSpPr/>
          <p:nvPr/>
        </p:nvSpPr>
        <p:spPr>
          <a:xfrm>
            <a:off x="2474280" y="13931280"/>
            <a:ext cx="561996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+ 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2"/>
          <p:cNvSpPr/>
          <p:nvPr/>
        </p:nvSpPr>
        <p:spPr>
          <a:xfrm>
            <a:off x="2474280" y="16133760"/>
            <a:ext cx="455688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2474280" y="15358320"/>
            <a:ext cx="561996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1356120" y="12997080"/>
            <a:ext cx="53319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CONTACTO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5"/>
          <p:cNvSpPr/>
          <p:nvPr/>
        </p:nvSpPr>
        <p:spPr>
          <a:xfrm>
            <a:off x="9799560" y="5796720"/>
            <a:ext cx="855648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44"/>
              </a:lnSpc>
            </a:pPr>
            <a:r>
              <a:rPr lang="en-US" sz="28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6"/>
          <p:cNvSpPr/>
          <p:nvPr/>
        </p:nvSpPr>
        <p:spPr>
          <a:xfrm>
            <a:off x="9695160" y="15061680"/>
            <a:ext cx="11360520" cy="12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1622520" y="355320"/>
            <a:ext cx="305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1226520" y="18524160"/>
            <a:ext cx="597276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8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2026-01-14T15:27:16Z</dcterms:modified>
  <cp:revision>18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