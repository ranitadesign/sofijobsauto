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Lato"/>
      <p:regular r:id="rId5"/>
      <p:bold r:id="rId5"/>
    </p:embeddedFont>
    <p:embeddedFont>
      <p:font typeface="Microsoft YaHei"/>
      <p:regular r:id="rId6"/>
    </p:embeddedFont>
    <p:embeddedFont>
      <p:font typeface="Montserrat Bold"/>
    </p:embeddedFont>
    <p:embeddedFont>
      <p:font typeface="Montserra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Lato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556B83B-6298-4756-BE97-918C78CF5BE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560" cy="114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040" cy="584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560" cy="467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B065A6-52AC-4EE9-8F3C-C2A3851B443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800" cy="55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800" cy="4102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800" cy="79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B6A0229-215B-4D8B-AB04-2EF850C11D6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800" cy="14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F8B9C8C-F3F5-4C14-8D2A-3ED9F53189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00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4BCBA51-A361-4BEA-A4BB-D0AC8B71F3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800" cy="583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7320" cy="583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8978300-BBF8-4826-8D27-08A5380B0E8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00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61FD6B-C323-4241-B2F8-62518CF958D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800" cy="134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800" cy="1487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C771B6E-BD49-4C2A-B161-F02054297C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88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880" cy="451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464AAC5-B808-410E-9EB9-8BB0D989AF3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7680" cy="62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7680" cy="39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120" cy="62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120" cy="393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6E59F3-A752-4C81-9DA4-2E4B983824D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000" cy="113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99B4AD5-7DBD-4049-8C97-53BC4442FCF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4222520" y="0"/>
            <a:ext cx="7156800" cy="30251880"/>
            <a:chOff x="14222520" y="0"/>
            <a:chExt cx="7156800" cy="30251880"/>
          </a:xfrm>
        </p:grpSpPr>
        <p:sp>
          <p:nvSpPr>
            <p:cNvPr id="60" name="Freeform 3"/>
            <p:cNvSpPr/>
            <p:nvPr/>
          </p:nvSpPr>
          <p:spPr>
            <a:xfrm>
              <a:off x="14222520" y="0"/>
              <a:ext cx="7156800" cy="30251880"/>
            </a:xfrm>
            <a:custGeom>
              <a:avLst/>
              <a:gdLst>
                <a:gd name="textAreaLeft" fmla="*/ 0 w 7156800"/>
                <a:gd name="textAreaRight" fmla="*/ 7169400 w 7156800"/>
                <a:gd name="textAreaTop" fmla="*/ 0 h 30251880"/>
                <a:gd name="textAreaBottom" fmla="*/ 30264480 h 30251880"/>
              </a:gdLst>
              <a:ahLst/>
              <a:cxnLst/>
              <a:rect l="textAreaLeft" t="textAreaTop" r="textAreaRight" b="textAreaBottom"/>
              <a:pathLst>
                <a:path w="9559163" h="40352600">
                  <a:moveTo>
                    <a:pt x="0" y="0"/>
                  </a:moveTo>
                  <a:lnTo>
                    <a:pt x="9559163" y="0"/>
                  </a:lnTo>
                  <a:lnTo>
                    <a:pt x="9559163" y="40352600"/>
                  </a:lnTo>
                  <a:lnTo>
                    <a:pt x="0" y="4035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36"/>
          <p:cNvGrpSpPr/>
          <p:nvPr/>
        </p:nvGrpSpPr>
        <p:grpSpPr>
          <a:xfrm>
            <a:off x="1116000" y="768240"/>
            <a:ext cx="19036800" cy="26065080"/>
            <a:chOff x="1116000" y="768240"/>
            <a:chExt cx="19036800" cy="26065080"/>
          </a:xfrm>
        </p:grpSpPr>
        <p:grpSp>
          <p:nvGrpSpPr>
            <p:cNvPr id="62" name="Group 37"/>
            <p:cNvGrpSpPr/>
            <p:nvPr/>
          </p:nvGrpSpPr>
          <p:grpSpPr>
            <a:xfrm>
              <a:off x="1391400" y="5046840"/>
              <a:ext cx="11626560" cy="3960"/>
              <a:chOff x="1391400" y="5046840"/>
              <a:chExt cx="11626560" cy="3960"/>
            </a:xfrm>
          </p:grpSpPr>
          <p:sp>
            <p:nvSpPr>
              <p:cNvPr id="63" name="Freeform 38"/>
              <p:cNvSpPr/>
              <p:nvPr/>
            </p:nvSpPr>
            <p:spPr>
              <a:xfrm>
                <a:off x="1391400" y="5046840"/>
                <a:ext cx="11626560" cy="3960"/>
              </a:xfrm>
              <a:custGeom>
                <a:avLst/>
                <a:gdLst>
                  <a:gd name="textAreaLeft" fmla="*/ 0 w 11626560"/>
                  <a:gd name="textAreaRight" fmla="*/ 11639160 w 11626560"/>
                  <a:gd name="textAreaTop" fmla="*/ 0 h 3960"/>
                  <a:gd name="textAreaBottom" fmla="*/ 16560 h 396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64" name="Group 39"/>
            <p:cNvGrpSpPr/>
            <p:nvPr/>
          </p:nvGrpSpPr>
          <p:grpSpPr>
            <a:xfrm>
              <a:off x="1364760" y="10203120"/>
              <a:ext cx="11626560" cy="3960"/>
              <a:chOff x="1364760" y="10203120"/>
              <a:chExt cx="11626560" cy="3960"/>
            </a:xfrm>
          </p:grpSpPr>
          <p:sp>
            <p:nvSpPr>
              <p:cNvPr id="65" name="Freeform 40"/>
              <p:cNvSpPr/>
              <p:nvPr/>
            </p:nvSpPr>
            <p:spPr>
              <a:xfrm>
                <a:off x="1364760" y="10203120"/>
                <a:ext cx="11626560" cy="3960"/>
              </a:xfrm>
              <a:custGeom>
                <a:avLst/>
                <a:gdLst>
                  <a:gd name="textAreaLeft" fmla="*/ 0 w 11626560"/>
                  <a:gd name="textAreaRight" fmla="*/ 11639160 w 11626560"/>
                  <a:gd name="textAreaTop" fmla="*/ 0 h 3960"/>
                  <a:gd name="textAreaBottom" fmla="*/ 16560 h 396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66" name="Group 41"/>
            <p:cNvGrpSpPr/>
            <p:nvPr/>
          </p:nvGrpSpPr>
          <p:grpSpPr>
            <a:xfrm>
              <a:off x="1254600" y="10440000"/>
              <a:ext cx="3960" cy="16393320"/>
              <a:chOff x="1254600" y="10440000"/>
              <a:chExt cx="3960" cy="16393320"/>
            </a:xfrm>
          </p:grpSpPr>
          <p:sp>
            <p:nvSpPr>
              <p:cNvPr id="67" name="Freeform 42"/>
              <p:cNvSpPr/>
              <p:nvPr/>
            </p:nvSpPr>
            <p:spPr>
              <a:xfrm>
                <a:off x="1254600" y="10440000"/>
                <a:ext cx="3960" cy="16393320"/>
              </a:xfrm>
              <a:custGeom>
                <a:avLst/>
                <a:gdLst>
                  <a:gd name="textAreaLeft" fmla="*/ 0 w 3960"/>
                  <a:gd name="textAreaRight" fmla="*/ 16560 w 3960"/>
                  <a:gd name="textAreaTop" fmla="*/ 0 h 16393320"/>
                  <a:gd name="textAreaBottom" fmla="*/ 16405920 h 16393320"/>
                </a:gdLst>
                <a:ahLst/>
                <a:cxnLst/>
                <a:rect l="textAreaLeft" t="textAreaTop" r="textAreaRight" b="textAreaBottom"/>
                <a:pathLst>
                  <a:path w="22098" h="21874607">
                    <a:moveTo>
                      <a:pt x="22098" y="0"/>
                    </a:moveTo>
                    <a:lnTo>
                      <a:pt x="22098" y="21874607"/>
                    </a:lnTo>
                    <a:lnTo>
                      <a:pt x="0" y="2187460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8" name="TextBox 47"/>
            <p:cNvSpPr/>
            <p:nvPr/>
          </p:nvSpPr>
          <p:spPr>
            <a:xfrm>
              <a:off x="1439640" y="4066200"/>
              <a:ext cx="11626200" cy="501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49"/>
            <p:cNvSpPr/>
            <p:nvPr/>
          </p:nvSpPr>
          <p:spPr>
            <a:xfrm>
              <a:off x="1409400" y="5212440"/>
              <a:ext cx="11626200" cy="461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4039"/>
                </a:lnSpc>
              </a:pPr>
              <a:r>
                <a:rPr lang="en-US" sz="2350" b="0" u="none" spc="45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{{about}}</a:t>
              </a:r>
              <a:endParaRPr lang="es-AR" sz="2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TextBox 50"/>
            <p:cNvSpPr/>
            <p:nvPr/>
          </p:nvSpPr>
          <p:spPr>
            <a:xfrm>
              <a:off x="1439640" y="9317160"/>
              <a:ext cx="8848440" cy="60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751"/>
                </a:lnSpc>
              </a:pPr>
              <a:r>
                <a:rPr lang="en-US" sz="3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Experiencia Laboral</a:t>
              </a:r>
              <a:endParaRPr lang="es-AR" sz="3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TextBox 52"/>
            <p:cNvSpPr/>
            <p:nvPr/>
          </p:nvSpPr>
          <p:spPr>
            <a:xfrm>
              <a:off x="1116000" y="9790560"/>
              <a:ext cx="12103560" cy="6220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14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231348"/>
                <a:buBlip>
                  <a:blip r:embed="rId1"/>
                </a:buBlip>
              </a:pPr>
              <a:r>
                <a:rPr lang="en-US" sz="1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[[EXPERIENCE_BLOCK]]</a:t>
              </a:r>
              <a:endParaRPr lang="es-AR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ct val="115000"/>
                </a:lnSpc>
                <a:buSzPct val="147091"/>
                <a:buBlip>
                  <a:blip r:embed="rId2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{{exp_1_role}}  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{{exp_1_company}} </a:t>
              </a: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{{exp_1_dates}}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{{exp_1_bullets_block}} 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ct val="115000"/>
                </a:lnSpc>
                <a:buSzPct val="147091"/>
                <a:buBlip>
                  <a:blip r:embed="rId3"/>
                </a:buBlip>
              </a:pPr>
              <a:r>
                <a:rPr lang="en-US" sz="22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{{exp_2_role}}  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{{exp_2_company}} </a:t>
              </a: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{{exp_2_dates}}</a:t>
              </a:r>
              <a:r>
                <a:rPr lang="en-US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{{exp_2_bullets_block}} 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14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TextBox 54"/>
            <p:cNvSpPr/>
            <p:nvPr/>
          </p:nvSpPr>
          <p:spPr>
            <a:xfrm>
              <a:off x="10595160" y="10628640"/>
              <a:ext cx="3614760" cy="29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59"/>
            <p:cNvSpPr/>
            <p:nvPr/>
          </p:nvSpPr>
          <p:spPr>
            <a:xfrm>
              <a:off x="2159280" y="17280000"/>
              <a:ext cx="10843560" cy="2915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60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1"/>
            <p:cNvSpPr/>
            <p:nvPr/>
          </p:nvSpPr>
          <p:spPr>
            <a:xfrm>
              <a:off x="15300000" y="768240"/>
              <a:ext cx="4852800" cy="553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 anchorCtr="1">
              <a:spAutoFit/>
            </a:bodyPr>
            <a:p>
              <a:pPr algn="ctr"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TextBox 48"/>
            <p:cNvSpPr/>
            <p:nvPr/>
          </p:nvSpPr>
          <p:spPr>
            <a:xfrm>
              <a:off x="1364400" y="900000"/>
              <a:ext cx="11043360" cy="190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9901"/>
                </a:lnSpc>
              </a:pPr>
              <a:r>
                <a:rPr lang="en-US" sz="7050" b="1" u="none" spc="547" strike="noStrike">
                  <a:solidFill>
                    <a:srgbClr val="c0504d"/>
                  </a:solidFill>
                  <a:effectLst/>
                  <a:uFillTx/>
                  <a:latin typeface="Poppins"/>
                  <a:ea typeface="Montserrat Bold"/>
                </a:rPr>
                <a:t>{{name}}</a:t>
              </a:r>
              <a:endParaRPr lang="es-AR" sz="70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102"/>
                </a:lnSpc>
              </a:pPr>
              <a:r>
                <a:rPr lang="en-US" sz="3600" b="0" u="none" spc="221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{{title}}</a:t>
              </a: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6" name=""/>
          <p:cNvSpPr/>
          <p:nvPr/>
        </p:nvSpPr>
        <p:spPr>
          <a:xfrm>
            <a:off x="15310440" y="900360"/>
            <a:ext cx="5212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14580000" y="6660360"/>
            <a:ext cx="6331320" cy="465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15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[[SIDEBAR_BLOCK]]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969"/>
              </a:lnSpc>
            </a:pPr>
            <a:r>
              <a:rPr lang="es-AR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DAG9BWUorPU</dc:identifier>
  <dc:language>es-AR</dc:language>
  <cp:lastModifiedBy/>
  <dcterms:modified xsi:type="dcterms:W3CDTF">2026-03-05T00:54:58Z</dcterms:modified>
  <cp:revision>36</cp:revision>
  <dc:subject/>
  <dc:title>Template_2_moderno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