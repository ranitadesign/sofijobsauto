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C6C218-74DF-4D98-9EAE-0A0D00AD80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FB31FF-6CED-4F35-8349-A2E6CA95ED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1FC49F-167D-4A48-8A98-37A7F87F11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71E422-6974-4530-9406-FCBAF926D5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90CC0A-F4B4-4BDF-AF00-2A3353E6C2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FFA216-B8F8-4A78-9BE6-ACE716BF15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A162E6-2F81-4EAF-AD4C-34417FA7DC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27EDC3-B6CB-4B5F-8CAD-3E6AD78C2B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607D3E-A6CA-4A62-95E4-2DCC45761A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2DAB7B-73E8-4CE0-9BFA-07EB645FBB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19EAD9-8747-4CED-A69A-2822CBEB00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22520" y="0"/>
            <a:ext cx="7156440" cy="30251520"/>
            <a:chOff x="14222520" y="0"/>
            <a:chExt cx="7156440" cy="30251520"/>
          </a:xfrm>
        </p:grpSpPr>
        <p:sp>
          <p:nvSpPr>
            <p:cNvPr id="60" name="Freeform 3"/>
            <p:cNvSpPr/>
            <p:nvPr/>
          </p:nvSpPr>
          <p:spPr>
            <a:xfrm>
              <a:off x="14222520" y="0"/>
              <a:ext cx="7156440" cy="30251520"/>
            </a:xfrm>
            <a:custGeom>
              <a:avLst/>
              <a:gdLst>
                <a:gd name="textAreaLeft" fmla="*/ 0 w 7156440"/>
                <a:gd name="textAreaRight" fmla="*/ 7169400 w 7156440"/>
                <a:gd name="textAreaTop" fmla="*/ 0 h 30251520"/>
                <a:gd name="textAreaBottom" fmla="*/ 30264480 h 3025152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116000" y="1264320"/>
            <a:ext cx="19036440" cy="26064720"/>
            <a:chOff x="1116000" y="1264320"/>
            <a:chExt cx="19036440" cy="2606472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542920"/>
              <a:ext cx="11626200" cy="3600"/>
              <a:chOff x="1391400" y="5542920"/>
              <a:chExt cx="11626200" cy="360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542920"/>
                <a:ext cx="11626200" cy="3600"/>
              </a:xfrm>
              <a:custGeom>
                <a:avLst/>
                <a:gdLst>
                  <a:gd name="textAreaLeft" fmla="*/ 0 w 11626200"/>
                  <a:gd name="textAreaRight" fmla="*/ 11639160 w 11626200"/>
                  <a:gd name="textAreaTop" fmla="*/ 0 h 3600"/>
                  <a:gd name="textAreaBottom" fmla="*/ 16560 h 360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699200"/>
              <a:ext cx="11626200" cy="3600"/>
              <a:chOff x="1364760" y="10699200"/>
              <a:chExt cx="11626200" cy="360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699200"/>
                <a:ext cx="11626200" cy="3600"/>
              </a:xfrm>
              <a:custGeom>
                <a:avLst/>
                <a:gdLst>
                  <a:gd name="textAreaLeft" fmla="*/ 0 w 11626200"/>
                  <a:gd name="textAreaRight" fmla="*/ 11639160 w 11626200"/>
                  <a:gd name="textAreaTop" fmla="*/ 0 h 3600"/>
                  <a:gd name="textAreaBottom" fmla="*/ 16560 h 360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254600" y="10936080"/>
              <a:ext cx="3600" cy="16392960"/>
              <a:chOff x="1254600" y="10936080"/>
              <a:chExt cx="3600" cy="1639296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254600" y="10936080"/>
                <a:ext cx="3600" cy="16392960"/>
              </a:xfrm>
              <a:custGeom>
                <a:avLst/>
                <a:gdLst>
                  <a:gd name="textAreaLeft" fmla="*/ 0 w 3600"/>
                  <a:gd name="textAreaRight" fmla="*/ 16560 w 3600"/>
                  <a:gd name="textAreaTop" fmla="*/ 0 h 16392960"/>
                  <a:gd name="textAreaBottom" fmla="*/ 16405920 h 1639296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562280"/>
              <a:ext cx="11625840" cy="501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409400" y="5708520"/>
              <a:ext cx="1162584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439640" y="9813240"/>
              <a:ext cx="884808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1"/>
            <p:cNvSpPr/>
            <p:nvPr/>
          </p:nvSpPr>
          <p:spPr>
            <a:xfrm>
              <a:off x="15300000" y="1264320"/>
              <a:ext cx="485244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48"/>
            <p:cNvSpPr/>
            <p:nvPr/>
          </p:nvSpPr>
          <p:spPr>
            <a:xfrm>
              <a:off x="1364400" y="1396080"/>
              <a:ext cx="1104300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2"/>
            <p:cNvSpPr/>
            <p:nvPr/>
          </p:nvSpPr>
          <p:spPr>
            <a:xfrm>
              <a:off x="1116000" y="10286640"/>
              <a:ext cx="12103200" cy="622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23105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091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 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091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"/>
          <p:cNvSpPr/>
          <p:nvPr/>
        </p:nvSpPr>
        <p:spPr>
          <a:xfrm>
            <a:off x="15310440" y="900360"/>
            <a:ext cx="521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4580000" y="6660360"/>
            <a:ext cx="633096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2026-03-05T23:54:04Z</dcterms:modified>
  <cp:revision>37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