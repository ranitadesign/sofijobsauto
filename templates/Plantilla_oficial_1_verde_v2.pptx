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media/image6.svg" ContentType="image/svg"/>
  <Override PartName="/ppt/media/image2.svg" ContentType="image/svg"/>
  <Override PartName="/ppt/media/image8.svg" ContentType="image/svg"/>
  <Override PartName="/ppt/media/image4.svg" ContentType="image/svg"/>
  <Override PartName="/ppt/media/image10.svg" ContentType="image/svg"/>
  <Override PartName="/ppt/media/image12.svg" ContentType="image/svg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Lato"/>
    </p:embeddedFont>
    <p:embeddedFont>
      <p:font typeface="Poppins"/>
    </p:embeddedFont>
    <p:embeddedFont>
      <p:font typeface="Montserrat"/>
      <p:regular r:id="rId4"/>
      <p:bold r:id="rId4"/>
    </p:embeddedFont>
    <p:embeddedFont>
      <p:font typeface="Montserrat Bold"/>
    </p:embeddedFont>
    <p:embeddedFont>
      <p:font typeface="Microsoft YaHei"/>
      <p:regular r:id="rId5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Montserrat_Regular.fntdata"/><Relationship Id="rId5" Type="http://schemas.openxmlformats.org/officeDocument/2006/relationships/font" Target="fonts/Font_2_Microsoft_YaHei_Regular.fntdata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0960" cy="115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4440" cy="584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0960" cy="468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828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3B62ABC-87AC-41EC-8264-CA1B840D92E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9200" cy="55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9200" cy="4107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9200" cy="79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828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F7F5663-A8F9-41CC-840F-677399C17C6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5200" cy="146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828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9C41AAF-2151-4A33-BDF6-AC3C2DD0D05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2400" cy="113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2400" cy="451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828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CD80914-739A-45A6-A27F-CF38FFDD223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0200" cy="584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2720" cy="584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828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257CFD7-31BC-4BE1-BE9C-471910058B5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2400" cy="113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2400" cy="451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828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D498726-C73E-4210-B129-819EE36FF4D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5200" cy="1355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5200" cy="149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828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86195C6-C933-462E-BFF9-068932232DB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2400" cy="113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1280" cy="451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1280" cy="451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828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0CD9688-3C39-4338-929A-637B20BBF64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2400" cy="113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3080" cy="63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3080" cy="394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4520" cy="63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4520" cy="394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7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828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8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D75A239-509B-4CBC-9136-C6D8B424251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2400" cy="113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828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E97B816-533C-45CF-B6AA-B1AB97A1C9D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828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6520" cy="35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BF77235-86B2-4387-BD37-A5E70D09FB4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image" Target="../media/image1.png"/><Relationship Id="rId8" Type="http://schemas.openxmlformats.org/officeDocument/2006/relationships/image" Target="../media/image2.svg"/><Relationship Id="rId9" Type="http://schemas.openxmlformats.org/officeDocument/2006/relationships/image" Target="../media/image3.png"/><Relationship Id="rId10" Type="http://schemas.openxmlformats.org/officeDocument/2006/relationships/image" Target="../media/image4.svg"/><Relationship Id="rId11" Type="http://schemas.openxmlformats.org/officeDocument/2006/relationships/image" Target="../media/image3.png"/><Relationship Id="rId12" Type="http://schemas.openxmlformats.org/officeDocument/2006/relationships/image" Target="../media/image4.svg"/><Relationship Id="rId13" Type="http://schemas.openxmlformats.org/officeDocument/2006/relationships/image" Target="../media/image5.png"/><Relationship Id="rId14" Type="http://schemas.openxmlformats.org/officeDocument/2006/relationships/image" Target="../media/image6.svg"/><Relationship Id="rId15" Type="http://schemas.openxmlformats.org/officeDocument/2006/relationships/image" Target="../media/image3.png"/><Relationship Id="rId16" Type="http://schemas.openxmlformats.org/officeDocument/2006/relationships/image" Target="../media/image4.svg"/><Relationship Id="rId17" Type="http://schemas.openxmlformats.org/officeDocument/2006/relationships/image" Target="../media/image3.png"/><Relationship Id="rId18" Type="http://schemas.openxmlformats.org/officeDocument/2006/relationships/image" Target="../media/image4.svg"/><Relationship Id="rId19" Type="http://schemas.openxmlformats.org/officeDocument/2006/relationships/image" Target="../media/image7.png"/><Relationship Id="rId20" Type="http://schemas.openxmlformats.org/officeDocument/2006/relationships/image" Target="../media/image8.svg"/><Relationship Id="rId21" Type="http://schemas.openxmlformats.org/officeDocument/2006/relationships/image" Target="../media/image9.png"/><Relationship Id="rId22" Type="http://schemas.openxmlformats.org/officeDocument/2006/relationships/image" Target="../media/image10.svg"/><Relationship Id="rId23" Type="http://schemas.openxmlformats.org/officeDocument/2006/relationships/image" Target="../media/image11.png"/><Relationship Id="rId24" Type="http://schemas.openxmlformats.org/officeDocument/2006/relationships/image" Target="../media/image12.svg"/><Relationship Id="rId25" Type="http://schemas.openxmlformats.org/officeDocument/2006/relationships/slideLayout" Target="../slideLayouts/slideLayout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2"/>
          <p:cNvGrpSpPr/>
          <p:nvPr/>
        </p:nvGrpSpPr>
        <p:grpSpPr>
          <a:xfrm>
            <a:off x="14222520" y="0"/>
            <a:ext cx="7162200" cy="30257280"/>
            <a:chOff x="14222520" y="0"/>
            <a:chExt cx="7162200" cy="30257280"/>
          </a:xfrm>
        </p:grpSpPr>
        <p:sp>
          <p:nvSpPr>
            <p:cNvPr id="60" name="Freeform 3"/>
            <p:cNvSpPr/>
            <p:nvPr/>
          </p:nvSpPr>
          <p:spPr>
            <a:xfrm>
              <a:off x="14222520" y="0"/>
              <a:ext cx="7162200" cy="30257280"/>
            </a:xfrm>
            <a:custGeom>
              <a:avLst/>
              <a:gdLst>
                <a:gd name="textAreaLeft" fmla="*/ 0 w 7162200"/>
                <a:gd name="textAreaRight" fmla="*/ 7169400 w 7162200"/>
                <a:gd name="textAreaTop" fmla="*/ 0 h 30257280"/>
                <a:gd name="textAreaBottom" fmla="*/ 30264480 h 30257280"/>
              </a:gdLst>
              <a:ahLst/>
              <a:cxnLst/>
              <a:rect l="textAreaLeft" t="textAreaTop" r="textAreaRight" b="textAreaBottom"/>
              <a:pathLst>
                <a:path w="9559163" h="40352600">
                  <a:moveTo>
                    <a:pt x="0" y="0"/>
                  </a:moveTo>
                  <a:lnTo>
                    <a:pt x="9559163" y="0"/>
                  </a:lnTo>
                  <a:lnTo>
                    <a:pt x="9559163" y="40352600"/>
                  </a:lnTo>
                  <a:lnTo>
                    <a:pt x="0" y="40352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504d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1" name="Group 36"/>
          <p:cNvGrpSpPr/>
          <p:nvPr/>
        </p:nvGrpSpPr>
        <p:grpSpPr>
          <a:xfrm>
            <a:off x="1364400" y="768240"/>
            <a:ext cx="18793800" cy="26920800"/>
            <a:chOff x="1364400" y="768240"/>
            <a:chExt cx="18793800" cy="26920800"/>
          </a:xfrm>
        </p:grpSpPr>
        <p:grpSp>
          <p:nvGrpSpPr>
            <p:cNvPr id="62" name="Group 37"/>
            <p:cNvGrpSpPr/>
            <p:nvPr/>
          </p:nvGrpSpPr>
          <p:grpSpPr>
            <a:xfrm>
              <a:off x="1391400" y="5046840"/>
              <a:ext cx="11631960" cy="9360"/>
              <a:chOff x="1391400" y="5046840"/>
              <a:chExt cx="11631960" cy="9360"/>
            </a:xfrm>
          </p:grpSpPr>
          <p:sp>
            <p:nvSpPr>
              <p:cNvPr id="63" name="Freeform 38"/>
              <p:cNvSpPr/>
              <p:nvPr/>
            </p:nvSpPr>
            <p:spPr>
              <a:xfrm>
                <a:off x="1391400" y="5046840"/>
                <a:ext cx="11631960" cy="9360"/>
              </a:xfrm>
              <a:custGeom>
                <a:avLst/>
                <a:gdLst>
                  <a:gd name="textAreaLeft" fmla="*/ 0 w 11631960"/>
                  <a:gd name="textAreaRight" fmla="*/ 11639160 w 11631960"/>
                  <a:gd name="textAreaTop" fmla="*/ 0 h 9360"/>
                  <a:gd name="textAreaBottom" fmla="*/ 16560 h 9360"/>
                </a:gdLst>
                <a:ahLst/>
                <a:cxnLst/>
                <a:rect l="textAreaLeft" t="textAreaTop" r="textAreaRight" b="textAreaBottom"/>
                <a:pathLst>
                  <a:path w="15518892" h="22098">
                    <a:moveTo>
                      <a:pt x="15518892" y="22098"/>
                    </a:moveTo>
                    <a:lnTo>
                      <a:pt x="0" y="22098"/>
                    </a:lnTo>
                    <a:lnTo>
                      <a:pt x="0" y="0"/>
                    </a:lnTo>
                    <a:lnTo>
                      <a:pt x="15518892" y="0"/>
                    </a:lnTo>
                    <a:close/>
                  </a:path>
                </a:pathLst>
              </a:custGeom>
              <a:solidFill>
                <a:srgbClr val="000000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8440" bIns="-28440" anchor="t">
                <a:noAutofit/>
              </a:bodyPr>
              <a:p>
                <a:pPr>
                  <a:lnSpc>
                    <a:spcPct val="100000"/>
                  </a:lnSpc>
                </a:pPr>
                <a:endParaRPr lang="es-A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64" name="Group 39"/>
            <p:cNvGrpSpPr/>
            <p:nvPr/>
          </p:nvGrpSpPr>
          <p:grpSpPr>
            <a:xfrm>
              <a:off x="1364760" y="10203120"/>
              <a:ext cx="11631960" cy="9360"/>
              <a:chOff x="1364760" y="10203120"/>
              <a:chExt cx="11631960" cy="9360"/>
            </a:xfrm>
          </p:grpSpPr>
          <p:sp>
            <p:nvSpPr>
              <p:cNvPr id="65" name="Freeform 40"/>
              <p:cNvSpPr/>
              <p:nvPr/>
            </p:nvSpPr>
            <p:spPr>
              <a:xfrm>
                <a:off x="1364760" y="10203120"/>
                <a:ext cx="11631960" cy="9360"/>
              </a:xfrm>
              <a:custGeom>
                <a:avLst/>
                <a:gdLst>
                  <a:gd name="textAreaLeft" fmla="*/ 0 w 11631960"/>
                  <a:gd name="textAreaRight" fmla="*/ 11639160 w 11631960"/>
                  <a:gd name="textAreaTop" fmla="*/ 0 h 9360"/>
                  <a:gd name="textAreaBottom" fmla="*/ 16560 h 9360"/>
                </a:gdLst>
                <a:ahLst/>
                <a:cxnLst/>
                <a:rect l="textAreaLeft" t="textAreaTop" r="textAreaRight" b="textAreaBottom"/>
                <a:pathLst>
                  <a:path w="15518892" h="22098">
                    <a:moveTo>
                      <a:pt x="15518892" y="22098"/>
                    </a:moveTo>
                    <a:lnTo>
                      <a:pt x="0" y="22098"/>
                    </a:lnTo>
                    <a:lnTo>
                      <a:pt x="0" y="0"/>
                    </a:lnTo>
                    <a:lnTo>
                      <a:pt x="15518892" y="0"/>
                    </a:lnTo>
                    <a:close/>
                  </a:path>
                </a:pathLst>
              </a:custGeom>
              <a:solidFill>
                <a:srgbClr val="000000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8440" bIns="-28440" anchor="t">
                <a:noAutofit/>
              </a:bodyPr>
              <a:p>
                <a:pPr>
                  <a:lnSpc>
                    <a:spcPct val="100000"/>
                  </a:lnSpc>
                </a:pPr>
                <a:endParaRPr lang="es-A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66" name="Group 41"/>
            <p:cNvGrpSpPr/>
            <p:nvPr/>
          </p:nvGrpSpPr>
          <p:grpSpPr>
            <a:xfrm>
              <a:off x="1542600" y="11009160"/>
              <a:ext cx="9360" cy="16398720"/>
              <a:chOff x="1542600" y="11009160"/>
              <a:chExt cx="9360" cy="16398720"/>
            </a:xfrm>
          </p:grpSpPr>
          <p:sp>
            <p:nvSpPr>
              <p:cNvPr id="67" name="Freeform 42"/>
              <p:cNvSpPr/>
              <p:nvPr/>
            </p:nvSpPr>
            <p:spPr>
              <a:xfrm>
                <a:off x="1542600" y="11009160"/>
                <a:ext cx="9360" cy="16398720"/>
              </a:xfrm>
              <a:custGeom>
                <a:avLst/>
                <a:gdLst>
                  <a:gd name="textAreaLeft" fmla="*/ 0 w 9360"/>
                  <a:gd name="textAreaRight" fmla="*/ 16560 w 9360"/>
                  <a:gd name="textAreaTop" fmla="*/ 0 h 16398720"/>
                  <a:gd name="textAreaBottom" fmla="*/ 16405920 h 16398720"/>
                </a:gdLst>
                <a:ahLst/>
                <a:cxnLst/>
                <a:rect l="textAreaLeft" t="textAreaTop" r="textAreaRight" b="textAreaBottom"/>
                <a:pathLst>
                  <a:path w="22098" h="21874607">
                    <a:moveTo>
                      <a:pt x="22098" y="0"/>
                    </a:moveTo>
                    <a:lnTo>
                      <a:pt x="22098" y="21874607"/>
                    </a:lnTo>
                    <a:lnTo>
                      <a:pt x="0" y="2187460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270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>
                  <a:lnSpc>
                    <a:spcPct val="100000"/>
                  </a:lnSpc>
                </a:pPr>
                <a:endParaRPr lang="es-A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8" name="Freeform 43"/>
            <p:cNvSpPr/>
            <p:nvPr/>
          </p:nvSpPr>
          <p:spPr>
            <a:xfrm>
              <a:off x="1409400" y="10728000"/>
              <a:ext cx="275400" cy="275400"/>
            </a:xfrm>
            <a:custGeom>
              <a:avLst/>
              <a:gdLst>
                <a:gd name="textAreaLeft" fmla="*/ 0 w 275400"/>
                <a:gd name="textAreaRight" fmla="*/ 282600 w 275400"/>
                <a:gd name="textAreaTop" fmla="*/ 0 h 275400"/>
                <a:gd name="textAreaBottom" fmla="*/ 282600 h 275400"/>
              </a:gdLst>
              <a:ahLst/>
              <a:cxnLst/>
              <a:rect l="textAreaLeft" t="textAreaTop" r="textAreaRight" b="textAreaBottom"/>
              <a:pathLst>
                <a:path w="376796" h="376796">
                  <a:moveTo>
                    <a:pt x="0" y="0"/>
                  </a:moveTo>
                  <a:lnTo>
                    <a:pt x="376797" y="0"/>
                  </a:lnTo>
                  <a:lnTo>
                    <a:pt x="376797" y="376797"/>
                  </a:lnTo>
                  <a:lnTo>
                    <a:pt x="0" y="376797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Freeform 44"/>
            <p:cNvSpPr/>
            <p:nvPr/>
          </p:nvSpPr>
          <p:spPr>
            <a:xfrm>
              <a:off x="1409400" y="16876440"/>
              <a:ext cx="275400" cy="275400"/>
            </a:xfrm>
            <a:custGeom>
              <a:avLst/>
              <a:gdLst>
                <a:gd name="textAreaLeft" fmla="*/ 0 w 275400"/>
                <a:gd name="textAreaRight" fmla="*/ 282600 w 275400"/>
                <a:gd name="textAreaTop" fmla="*/ 0 h 275400"/>
                <a:gd name="textAreaBottom" fmla="*/ 282600 h 275400"/>
              </a:gdLst>
              <a:ahLst/>
              <a:cxnLst/>
              <a:rect l="textAreaLeft" t="textAreaTop" r="textAreaRight" b="textAreaBottom"/>
              <a:pathLst>
                <a:path w="376796" h="376796">
                  <a:moveTo>
                    <a:pt x="0" y="0"/>
                  </a:moveTo>
                  <a:lnTo>
                    <a:pt x="376797" y="0"/>
                  </a:lnTo>
                  <a:lnTo>
                    <a:pt x="376797" y="376797"/>
                  </a:lnTo>
                  <a:lnTo>
                    <a:pt x="0" y="376797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Freeform 45"/>
            <p:cNvSpPr/>
            <p:nvPr/>
          </p:nvSpPr>
          <p:spPr>
            <a:xfrm>
              <a:off x="1409400" y="23066280"/>
              <a:ext cx="275400" cy="275400"/>
            </a:xfrm>
            <a:custGeom>
              <a:avLst/>
              <a:gdLst>
                <a:gd name="textAreaLeft" fmla="*/ 0 w 275400"/>
                <a:gd name="textAreaRight" fmla="*/ 282600 w 275400"/>
                <a:gd name="textAreaTop" fmla="*/ 0 h 275400"/>
                <a:gd name="textAreaBottom" fmla="*/ 282600 h 275400"/>
              </a:gdLst>
              <a:ahLst/>
              <a:cxnLst/>
              <a:rect l="textAreaLeft" t="textAreaTop" r="textAreaRight" b="textAreaBottom"/>
              <a:pathLst>
                <a:path w="376796" h="376796">
                  <a:moveTo>
                    <a:pt x="0" y="0"/>
                  </a:moveTo>
                  <a:lnTo>
                    <a:pt x="376797" y="0"/>
                  </a:lnTo>
                  <a:lnTo>
                    <a:pt x="376797" y="376796"/>
                  </a:lnTo>
                  <a:lnTo>
                    <a:pt x="0" y="37679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Freeform 46"/>
            <p:cNvSpPr/>
            <p:nvPr/>
          </p:nvSpPr>
          <p:spPr>
            <a:xfrm>
              <a:off x="1409400" y="27413640"/>
              <a:ext cx="275400" cy="275400"/>
            </a:xfrm>
            <a:custGeom>
              <a:avLst/>
              <a:gdLst>
                <a:gd name="textAreaLeft" fmla="*/ 0 w 275400"/>
                <a:gd name="textAreaRight" fmla="*/ 282600 w 275400"/>
                <a:gd name="textAreaTop" fmla="*/ 0 h 275400"/>
                <a:gd name="textAreaBottom" fmla="*/ 282600 h 275400"/>
              </a:gdLst>
              <a:ahLst/>
              <a:cxnLst/>
              <a:rect l="textAreaLeft" t="textAreaTop" r="textAreaRight" b="textAreaBottom"/>
              <a:pathLst>
                <a:path w="376796" h="376796">
                  <a:moveTo>
                    <a:pt x="0" y="0"/>
                  </a:moveTo>
                  <a:lnTo>
                    <a:pt x="376797" y="0"/>
                  </a:lnTo>
                  <a:lnTo>
                    <a:pt x="376797" y="376796"/>
                  </a:lnTo>
                  <a:lnTo>
                    <a:pt x="0" y="37679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TextBox 47"/>
            <p:cNvSpPr/>
            <p:nvPr/>
          </p:nvSpPr>
          <p:spPr>
            <a:xfrm>
              <a:off x="1439640" y="4066200"/>
              <a:ext cx="11631600" cy="502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960"/>
                </a:lnSpc>
              </a:pPr>
              <a:r>
                <a:rPr lang="en-US" sz="3600" b="0" u="none" spc="221" strike="noStrike">
                  <a:solidFill>
                    <a:srgbClr val="000000"/>
                  </a:solidFill>
                  <a:effectLst/>
                  <a:uFillTx/>
                  <a:latin typeface="Lato"/>
                  <a:ea typeface="Montserrat"/>
                </a:rPr>
                <a:t>{{title}}</a:t>
              </a:r>
              <a:endParaRPr lang="es-AR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TextBox 48"/>
            <p:cNvSpPr/>
            <p:nvPr/>
          </p:nvSpPr>
          <p:spPr>
            <a:xfrm>
              <a:off x="1364400" y="900000"/>
              <a:ext cx="11049480" cy="1257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9901"/>
                </a:lnSpc>
              </a:pPr>
              <a:r>
                <a:rPr lang="en-US" sz="7050" b="1" u="none" spc="547" strike="noStrike">
                  <a:solidFill>
                    <a:srgbClr val="c0504d"/>
                  </a:solidFill>
                  <a:effectLst/>
                  <a:uFillTx/>
                  <a:latin typeface="Poppins"/>
                  <a:ea typeface="Montserrat Bold"/>
                </a:rPr>
                <a:t>{{name}}</a:t>
              </a:r>
              <a:endParaRPr lang="es-AR" sz="7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TextBox 49"/>
            <p:cNvSpPr/>
            <p:nvPr/>
          </p:nvSpPr>
          <p:spPr>
            <a:xfrm>
              <a:off x="1409400" y="5212440"/>
              <a:ext cx="11631600" cy="4616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just" defTabSz="914400">
                <a:lnSpc>
                  <a:spcPts val="4039"/>
                </a:lnSpc>
              </a:pPr>
              <a:r>
                <a:rPr lang="en-US" sz="2350" b="0" u="none" spc="45" strike="noStrike">
                  <a:solidFill>
                    <a:srgbClr val="000000"/>
                  </a:solidFill>
                  <a:effectLst/>
                  <a:uFillTx/>
                  <a:latin typeface="Lato"/>
                  <a:ea typeface="Montserrat"/>
                </a:rPr>
                <a:t>{{about}}</a:t>
              </a:r>
              <a:endParaRPr lang="es-AR" sz="2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4039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4039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4039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4039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4039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4039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4039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4039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TextBox 50"/>
            <p:cNvSpPr/>
            <p:nvPr/>
          </p:nvSpPr>
          <p:spPr>
            <a:xfrm>
              <a:off x="1439640" y="9317160"/>
              <a:ext cx="8853840" cy="60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4751"/>
                </a:lnSpc>
              </a:pPr>
              <a:r>
                <a:rPr lang="en-US" sz="3400" b="1" u="none" strike="noStrike">
                  <a:solidFill>
                    <a:srgbClr val="333333"/>
                  </a:solidFill>
                  <a:effectLst/>
                  <a:uFillTx/>
                  <a:latin typeface="Poppins"/>
                  <a:ea typeface="Montserrat Bold"/>
                </a:rPr>
                <a:t>Experiencia Laboral</a:t>
              </a:r>
              <a:endParaRPr lang="es-AR" sz="3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TextBox 51"/>
            <p:cNvSpPr/>
            <p:nvPr/>
          </p:nvSpPr>
          <p:spPr>
            <a:xfrm>
              <a:off x="2160000" y="10535400"/>
              <a:ext cx="10848960" cy="165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4606"/>
                </a:lnSpc>
              </a:pPr>
              <a:endParaRPr lang="es-AR" sz="247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1036080" indent="-258840" defTabSz="914400">
                <a:lnSpc>
                  <a:spcPts val="4232"/>
                </a:lnSpc>
                <a:tabLst>
                  <a:tab algn="l" pos="0"/>
                </a:tabLst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1036080" indent="-258840" defTabSz="914400">
                <a:lnSpc>
                  <a:spcPts val="4232"/>
                </a:lnSpc>
                <a:tabLst>
                  <a:tab algn="l" pos="0"/>
                </a:tabLst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TextBox 52"/>
            <p:cNvSpPr/>
            <p:nvPr/>
          </p:nvSpPr>
          <p:spPr>
            <a:xfrm>
              <a:off x="2159280" y="10615680"/>
              <a:ext cx="10849680" cy="1072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3144"/>
                </a:lnSpc>
              </a:pPr>
              <a:r>
                <a:rPr lang="en-US" sz="2600" b="1" u="none" strike="noStrike">
                  <a:solidFill>
                    <a:srgbClr val="333333"/>
                  </a:solidFill>
                  <a:effectLst/>
                  <a:uFillTx/>
                  <a:latin typeface="Poppins"/>
                  <a:ea typeface="Montserrat Bold"/>
                </a:rPr>
                <a:t>{{exp_1_role}}  </a:t>
              </a:r>
              <a:r>
                <a:rPr lang="en-US" sz="2600" b="0" u="none" strike="noStrike">
                  <a:solidFill>
                    <a:srgbClr val="000000"/>
                  </a:solidFill>
                  <a:effectLst/>
                  <a:uFillTx/>
                  <a:latin typeface="Poppins"/>
                  <a:ea typeface="Montserrat"/>
                </a:rPr>
                <a:t>{{exp_1_company}}</a:t>
              </a:r>
              <a:r>
                <a:rPr lang="en-US" sz="2600" b="1" u="none" strike="noStrike">
                  <a:solidFill>
                    <a:srgbClr val="000000"/>
                  </a:solidFill>
                  <a:effectLst/>
                  <a:uFillTx/>
                  <a:latin typeface="Poppins"/>
                  <a:ea typeface="Montserrat Bold"/>
                </a:rPr>
                <a:t>   </a:t>
              </a:r>
              <a:r>
                <a:rPr lang="en-US" sz="2100" b="0" u="none" strike="noStrike">
                  <a:solidFill>
                    <a:srgbClr val="000000"/>
                  </a:solidFill>
                  <a:effectLst/>
                  <a:uFillTx/>
                  <a:latin typeface="Poppins"/>
                  <a:ea typeface="Montserrat"/>
                </a:rPr>
                <a:t>{{exp_1_dates}}</a:t>
              </a:r>
              <a:endParaRPr lang="es-AR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144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es-AR" sz="2600" b="0" u="none" strike="noStrike">
                  <a:solidFill>
                    <a:srgbClr val="000000"/>
                  </a:solidFill>
                  <a:effectLst/>
                  <a:uFillTx/>
                  <a:latin typeface="Lato"/>
                  <a:ea typeface="Montserrat"/>
                </a:rPr>
                <a:t>{{exp_1_bullets_block}} </a:t>
              </a:r>
              <a:endParaRPr lang="es-AR" sz="2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15000"/>
                </a:lnSpc>
              </a:pP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15000"/>
                </a:lnSpc>
              </a:pP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15000"/>
                </a:lnSpc>
              </a:pP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15000"/>
                </a:lnSpc>
              </a:pP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15000"/>
                </a:lnSpc>
              </a:pP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15000"/>
                </a:lnSpc>
              </a:pP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15000"/>
                </a:lnSpc>
              </a:pP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15000"/>
                </a:lnSpc>
              </a:pP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144"/>
                </a:lnSpc>
              </a:pP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144"/>
                </a:lnSpc>
              </a:pP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144"/>
                </a:lnSpc>
              </a:pP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144"/>
                </a:lnSpc>
              </a:pP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144"/>
                </a:lnSpc>
              </a:pPr>
              <a:endParaRPr lang="es-AR" sz="2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144"/>
                </a:lnSpc>
              </a:pPr>
              <a:r>
                <a:rPr lang="en-US" sz="2600" b="1" u="none" strike="noStrike">
                  <a:solidFill>
                    <a:srgbClr val="333333"/>
                  </a:solidFill>
                  <a:effectLst/>
                  <a:uFillTx/>
                  <a:latin typeface="Poppins"/>
                  <a:ea typeface="Montserrat Bold"/>
                </a:rPr>
                <a:t>{{exp_2_role}}  </a:t>
              </a:r>
              <a:r>
                <a:rPr lang="en-US" sz="2600" b="0" u="none" strike="noStrike">
                  <a:solidFill>
                    <a:srgbClr val="000000"/>
                  </a:solidFill>
                  <a:effectLst/>
                  <a:uFillTx/>
                  <a:latin typeface="Poppins"/>
                  <a:ea typeface="Montserrat"/>
                </a:rPr>
                <a:t>{{exp_2_company}} </a:t>
              </a:r>
              <a:r>
                <a:rPr lang="en-US" sz="2100" b="0" u="none" strike="noStrike">
                  <a:solidFill>
                    <a:srgbClr val="000000"/>
                  </a:solidFill>
                  <a:effectLst/>
                  <a:uFillTx/>
                  <a:latin typeface="Poppins"/>
                  <a:ea typeface="Montserrat"/>
                </a:rPr>
                <a:t> {{exp_2_dates}}</a:t>
              </a:r>
              <a:r>
                <a:rPr lang="en-US" sz="2600" b="0" u="none" strike="noStrike">
                  <a:solidFill>
                    <a:srgbClr val="000000"/>
                  </a:solidFill>
                  <a:effectLst/>
                  <a:uFillTx/>
                  <a:latin typeface="Poppins"/>
                  <a:ea typeface="Montserrat"/>
                </a:rPr>
                <a:t> </a:t>
              </a:r>
              <a:endParaRPr lang="es-AR" sz="2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144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es-AR" sz="2600" b="0" u="none" strike="noStrike">
                  <a:solidFill>
                    <a:srgbClr val="000000"/>
                  </a:solidFill>
                  <a:effectLst/>
                  <a:uFillTx/>
                  <a:latin typeface="Lato"/>
                  <a:ea typeface="Montserrat"/>
                </a:rPr>
                <a:t>{{exp_2_bullets_block}} </a:t>
              </a:r>
              <a:endParaRPr lang="es-AR" sz="2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15000"/>
                </a:lnSpc>
              </a:pPr>
              <a:endParaRPr lang="es-AR" sz="247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15000"/>
                </a:lnSpc>
              </a:pPr>
              <a:endParaRPr lang="es-AR" sz="247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15000"/>
                </a:lnSpc>
              </a:pPr>
              <a:endParaRPr lang="es-AR" sz="247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15000"/>
                </a:lnSpc>
              </a:pPr>
              <a:endParaRPr lang="es-AR" sz="247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15000"/>
                </a:lnSpc>
              </a:pPr>
              <a:endParaRPr lang="es-AR" sz="247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15000"/>
                </a:lnSpc>
              </a:pPr>
              <a:endParaRPr lang="es-AR" sz="247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15000"/>
                </a:lnSpc>
              </a:pPr>
              <a:endParaRPr lang="es-AR" sz="247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144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TextBox 54"/>
            <p:cNvSpPr/>
            <p:nvPr/>
          </p:nvSpPr>
          <p:spPr>
            <a:xfrm>
              <a:off x="10595160" y="10628640"/>
              <a:ext cx="3620160" cy="30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2415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TextBox 59"/>
            <p:cNvSpPr/>
            <p:nvPr/>
          </p:nvSpPr>
          <p:spPr>
            <a:xfrm>
              <a:off x="2159280" y="17280000"/>
              <a:ext cx="10848960" cy="2921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defTabSz="914400">
                <a:lnSpc>
                  <a:spcPts val="4606"/>
                </a:lnSpc>
              </a:pPr>
              <a:endPara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TextBox 1"/>
            <p:cNvSpPr/>
            <p:nvPr/>
          </p:nvSpPr>
          <p:spPr>
            <a:xfrm>
              <a:off x="15300000" y="768240"/>
              <a:ext cx="4858200" cy="5531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 anchorCtr="1">
              <a:spAutoFit/>
            </a:bodyPr>
            <a:p>
              <a:pPr algn="ctr" defTabSz="914400">
                <a:lnSpc>
                  <a:spcPts val="3960"/>
                </a:lnSpc>
              </a:pPr>
              <a:endParaRPr lang="es-AR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960"/>
                </a:lnSpc>
              </a:pPr>
              <a:endParaRPr lang="es-AR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960"/>
                </a:lnSpc>
              </a:pPr>
              <a:endParaRPr lang="es-AR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960"/>
                </a:lnSpc>
              </a:pPr>
              <a:endParaRPr lang="es-AR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960"/>
                </a:lnSpc>
              </a:pPr>
              <a:endParaRPr lang="es-AR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960"/>
                </a:lnSpc>
              </a:pPr>
              <a:endParaRPr lang="es-AR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960"/>
                </a:lnSpc>
              </a:pPr>
              <a:endParaRPr lang="es-AR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960"/>
                </a:lnSpc>
              </a:pPr>
              <a:endParaRPr lang="es-AR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960"/>
                </a:lnSpc>
              </a:pPr>
              <a:endParaRPr lang="es-AR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960"/>
                </a:lnSpc>
              </a:pPr>
              <a:endParaRPr lang="es-AR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ts val="3960"/>
                </a:lnSpc>
              </a:pPr>
              <a:endParaRPr lang="es-AR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1" name=""/>
          <p:cNvSpPr/>
          <p:nvPr/>
        </p:nvSpPr>
        <p:spPr>
          <a:xfrm>
            <a:off x="15310440" y="900360"/>
            <a:ext cx="5217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14725440" y="12321720"/>
            <a:ext cx="5973480" cy="397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</a:rPr>
              <a:t>{{#sidebar_sections}}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835"/>
              </a:lnSpc>
            </a:pPr>
            <a:r>
              <a:rPr lang="en-US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{{title}}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118"/>
              </a:lnSpc>
            </a:pPr>
            <a:r>
              <a:rPr lang="es-AR" sz="3000" b="0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{{line}}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850"/>
              </a:lnSpc>
            </a:pP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402"/>
              </a:lnSpc>
            </a:pPr>
            <a:r>
              <a:rPr lang="es-AR" sz="2200" b="0" u="none" strike="noStrike">
                <a:solidFill>
                  <a:srgbClr val="543f3f"/>
                </a:solidFill>
                <a:effectLst/>
                <a:uFillTx/>
                <a:latin typeface="Lato"/>
                <a:ea typeface="Montserrat Bold"/>
              </a:rPr>
              <a:t>{{body}}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{{/sidebar_sections}}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14740920" y="7222320"/>
            <a:ext cx="2335680" cy="11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400" b="1" u="none" strike="noStrike">
                <a:solidFill>
                  <a:srgbClr val="543f3f"/>
                </a:solidFill>
                <a:effectLst/>
                <a:uFillTx/>
                <a:latin typeface="Poppins"/>
                <a:ea typeface="Montserrat Bold"/>
              </a:rPr>
              <a:t>Contacto</a:t>
            </a:r>
            <a:endParaRPr lang="es-A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4" name="Group 6"/>
          <p:cNvGrpSpPr/>
          <p:nvPr/>
        </p:nvGrpSpPr>
        <p:grpSpPr>
          <a:xfrm>
            <a:off x="14740920" y="7884000"/>
            <a:ext cx="5058720" cy="16920"/>
            <a:chOff x="14740920" y="7884000"/>
            <a:chExt cx="5058720" cy="16920"/>
          </a:xfrm>
        </p:grpSpPr>
        <p:sp>
          <p:nvSpPr>
            <p:cNvPr id="85" name="Freeform 1"/>
            <p:cNvSpPr/>
            <p:nvPr/>
          </p:nvSpPr>
          <p:spPr>
            <a:xfrm>
              <a:off x="14747040" y="7890120"/>
              <a:ext cx="5046120" cy="4320"/>
            </a:xfrm>
            <a:custGeom>
              <a:avLst/>
              <a:gdLst>
                <a:gd name="textAreaLeft" fmla="*/ 0 w 5046120"/>
                <a:gd name="textAreaRight" fmla="*/ 5058360 w 5046120"/>
                <a:gd name="textAreaTop" fmla="*/ 0 h 4320"/>
                <a:gd name="textAreaBottom" fmla="*/ 16560 h 4320"/>
              </a:gdLst>
              <a:ahLst/>
              <a:cxnLst/>
              <a:rect l="textAreaLeft" t="textAreaTop" r="textAreaRight" b="textAreaBottom"/>
              <a:pathLst>
                <a:path w="6744462" h="22098">
                  <a:moveTo>
                    <a:pt x="6744462" y="22098"/>
                  </a:moveTo>
                  <a:lnTo>
                    <a:pt x="0" y="22098"/>
                  </a:lnTo>
                  <a:lnTo>
                    <a:pt x="0" y="0"/>
                  </a:lnTo>
                  <a:lnTo>
                    <a:pt x="6744462" y="0"/>
                  </a:lnTo>
                  <a:close/>
                </a:path>
              </a:pathLst>
            </a:custGeom>
            <a:solidFill>
              <a:srgbClr val="543f3f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8440" bIns="-2844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Freeform 2"/>
            <p:cNvSpPr/>
            <p:nvPr/>
          </p:nvSpPr>
          <p:spPr>
            <a:xfrm>
              <a:off x="14740920" y="7884000"/>
              <a:ext cx="5058720" cy="16920"/>
            </a:xfrm>
            <a:custGeom>
              <a:avLst/>
              <a:gdLst>
                <a:gd name="textAreaLeft" fmla="*/ 0 w 5058720"/>
                <a:gd name="textAreaRight" fmla="*/ 5070960 w 5058720"/>
                <a:gd name="textAreaTop" fmla="*/ 0 h 16920"/>
                <a:gd name="textAreaBottom" fmla="*/ 29160 h 16920"/>
              </a:gdLst>
              <a:ahLst/>
              <a:cxnLst/>
              <a:rect l="textAreaLeft" t="textAreaTop" r="textAreaRight" b="textAreaBottom"/>
              <a:pathLst>
                <a:path w="6761480" h="39116">
                  <a:moveTo>
                    <a:pt x="6752971" y="38989"/>
                  </a:moveTo>
                  <a:lnTo>
                    <a:pt x="8509" y="38989"/>
                  </a:lnTo>
                  <a:cubicBezTo>
                    <a:pt x="3810" y="38989"/>
                    <a:pt x="0" y="35179"/>
                    <a:pt x="0" y="3060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lnTo>
                    <a:pt x="6752971" y="0"/>
                  </a:lnTo>
                  <a:cubicBezTo>
                    <a:pt x="6757670" y="0"/>
                    <a:pt x="6761480" y="3810"/>
                    <a:pt x="6761480" y="8509"/>
                  </a:cubicBezTo>
                  <a:lnTo>
                    <a:pt x="6761480" y="30607"/>
                  </a:lnTo>
                  <a:cubicBezTo>
                    <a:pt x="6761480" y="35306"/>
                    <a:pt x="6757670" y="39116"/>
                    <a:pt x="6752971" y="39116"/>
                  </a:cubicBezTo>
                  <a:moveTo>
                    <a:pt x="6752971" y="22225"/>
                  </a:moveTo>
                  <a:lnTo>
                    <a:pt x="6752971" y="30734"/>
                  </a:lnTo>
                  <a:lnTo>
                    <a:pt x="6744462" y="30734"/>
                  </a:lnTo>
                  <a:lnTo>
                    <a:pt x="6744462" y="8509"/>
                  </a:lnTo>
                  <a:lnTo>
                    <a:pt x="6752971" y="8509"/>
                  </a:lnTo>
                  <a:lnTo>
                    <a:pt x="6752971" y="17018"/>
                  </a:lnTo>
                  <a:lnTo>
                    <a:pt x="8509" y="17018"/>
                  </a:lnTo>
                  <a:lnTo>
                    <a:pt x="8509" y="8509"/>
                  </a:lnTo>
                  <a:lnTo>
                    <a:pt x="17018" y="8509"/>
                  </a:lnTo>
                  <a:lnTo>
                    <a:pt x="17018" y="30607"/>
                  </a:lnTo>
                  <a:lnTo>
                    <a:pt x="8509" y="30607"/>
                  </a:lnTo>
                  <a:lnTo>
                    <a:pt x="8509" y="22098"/>
                  </a:lnTo>
                  <a:lnTo>
                    <a:pt x="6752971" y="22098"/>
                  </a:lnTo>
                  <a:close/>
                </a:path>
              </a:pathLst>
            </a:custGeom>
            <a:solidFill>
              <a:srgbClr val="543f3f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5840" bIns="-1584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7" name="TextBox 18"/>
          <p:cNvSpPr/>
          <p:nvPr/>
        </p:nvSpPr>
        <p:spPr>
          <a:xfrm>
            <a:off x="15604920" y="8339040"/>
            <a:ext cx="3994200" cy="35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784"/>
              </a:lnSpc>
            </a:pPr>
            <a:r>
              <a:rPr lang="en-US" sz="2260" b="0" u="none" strike="noStrike">
                <a:solidFill>
                  <a:srgbClr val="543f3f"/>
                </a:solidFill>
                <a:effectLst/>
                <a:uFillTx/>
                <a:latin typeface="Lato"/>
                <a:ea typeface="Montserrat"/>
              </a:rPr>
              <a:t>{{contact_email}}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17"/>
          <p:cNvSpPr/>
          <p:nvPr/>
        </p:nvSpPr>
        <p:spPr>
          <a:xfrm>
            <a:off x="15604920" y="9059040"/>
            <a:ext cx="3245760" cy="35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784"/>
              </a:lnSpc>
            </a:pPr>
            <a:r>
              <a:rPr lang="en-US" sz="2260" b="0" u="none" strike="noStrike">
                <a:solidFill>
                  <a:srgbClr val="543f3f"/>
                </a:solidFill>
                <a:effectLst/>
                <a:uFillTx/>
                <a:latin typeface="Lato"/>
                <a:ea typeface="Montserrat"/>
              </a:rPr>
              <a:t>Licencia de conducir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19"/>
          <p:cNvSpPr/>
          <p:nvPr/>
        </p:nvSpPr>
        <p:spPr>
          <a:xfrm>
            <a:off x="15604920" y="9952200"/>
            <a:ext cx="3840840" cy="35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784"/>
              </a:lnSpc>
            </a:pPr>
            <a:r>
              <a:rPr lang="en-US" sz="2260" b="0" u="none" strike="noStrike">
                <a:solidFill>
                  <a:srgbClr val="543f3f"/>
                </a:solidFill>
                <a:effectLst/>
                <a:uFillTx/>
                <a:latin typeface="Lato"/>
                <a:ea typeface="Montserrat"/>
              </a:rPr>
              <a:t>+{{contact_phone}}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15604920" y="10665720"/>
            <a:ext cx="5275080" cy="43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260" b="0" u="none" strike="noStrike">
                <a:solidFill>
                  <a:srgbClr val="543f3f"/>
                </a:solidFill>
                <a:effectLst/>
                <a:uFillTx/>
                <a:latin typeface="Lato"/>
                <a:ea typeface="Montserrat"/>
              </a:rPr>
              <a:t>{{contact_location}}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Freeform 9"/>
          <p:cNvSpPr/>
          <p:nvPr/>
        </p:nvSpPr>
        <p:spPr>
          <a:xfrm>
            <a:off x="14824800" y="8262360"/>
            <a:ext cx="600480" cy="550800"/>
          </a:xfrm>
          <a:custGeom>
            <a:avLst/>
            <a:gdLst>
              <a:gd name="textAreaLeft" fmla="*/ 0 w 600480"/>
              <a:gd name="textAreaRight" fmla="*/ 611280 w 600480"/>
              <a:gd name="textAreaTop" fmla="*/ 0 h 550800"/>
              <a:gd name="textAreaBottom" fmla="*/ 560880 h 550800"/>
            </a:gdLst>
            <a:ahLst/>
            <a:cxnLst/>
            <a:rect l="textAreaLeft" t="textAreaTop" r="textAreaRight" b="textAreaBottom"/>
            <a:pathLst>
              <a:path w="924484" h="924484">
                <a:moveTo>
                  <a:pt x="0" y="0"/>
                </a:moveTo>
                <a:lnTo>
                  <a:pt x="924483" y="0"/>
                </a:lnTo>
                <a:lnTo>
                  <a:pt x="924483" y="924483"/>
                </a:lnTo>
                <a:lnTo>
                  <a:pt x="0" y="92448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Freeform 10"/>
          <p:cNvSpPr/>
          <p:nvPr/>
        </p:nvSpPr>
        <p:spPr>
          <a:xfrm>
            <a:off x="14824800" y="9047160"/>
            <a:ext cx="600480" cy="551160"/>
          </a:xfrm>
          <a:custGeom>
            <a:avLst/>
            <a:gdLst>
              <a:gd name="textAreaLeft" fmla="*/ 0 w 600480"/>
              <a:gd name="textAreaRight" fmla="*/ 611280 w 600480"/>
              <a:gd name="textAreaTop" fmla="*/ 0 h 551160"/>
              <a:gd name="textAreaBottom" fmla="*/ 561240 h 551160"/>
            </a:gdLst>
            <a:ahLst/>
            <a:cxnLst/>
            <a:rect l="textAreaLeft" t="textAreaTop" r="textAreaRight" b="textAreaBottom"/>
            <a:pathLst>
              <a:path w="924484" h="924484">
                <a:moveTo>
                  <a:pt x="0" y="0"/>
                </a:moveTo>
                <a:lnTo>
                  <a:pt x="924483" y="0"/>
                </a:lnTo>
                <a:lnTo>
                  <a:pt x="924483" y="924484"/>
                </a:lnTo>
                <a:lnTo>
                  <a:pt x="0" y="92448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Freeform 11"/>
          <p:cNvSpPr/>
          <p:nvPr/>
        </p:nvSpPr>
        <p:spPr>
          <a:xfrm>
            <a:off x="14979600" y="8451000"/>
            <a:ext cx="298080" cy="207360"/>
          </a:xfrm>
          <a:custGeom>
            <a:avLst/>
            <a:gdLst>
              <a:gd name="textAreaLeft" fmla="*/ 0 w 298080"/>
              <a:gd name="textAreaRight" fmla="*/ 308880 w 298080"/>
              <a:gd name="textAreaTop" fmla="*/ 0 h 207360"/>
              <a:gd name="textAreaBottom" fmla="*/ 217440 h 207360"/>
            </a:gdLst>
            <a:ahLst/>
            <a:cxnLst/>
            <a:rect l="textAreaLeft" t="textAreaTop" r="textAreaRight" b="textAreaBottom"/>
            <a:pathLst>
              <a:path w="467042" h="358559">
                <a:moveTo>
                  <a:pt x="0" y="0"/>
                </a:moveTo>
                <a:lnTo>
                  <a:pt x="467043" y="0"/>
                </a:lnTo>
                <a:lnTo>
                  <a:pt x="467043" y="358560"/>
                </a:lnTo>
                <a:lnTo>
                  <a:pt x="0" y="35856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Freeform 12"/>
          <p:cNvSpPr/>
          <p:nvPr/>
        </p:nvSpPr>
        <p:spPr>
          <a:xfrm>
            <a:off x="14833080" y="9828000"/>
            <a:ext cx="600480" cy="551160"/>
          </a:xfrm>
          <a:custGeom>
            <a:avLst/>
            <a:gdLst>
              <a:gd name="textAreaLeft" fmla="*/ 0 w 600480"/>
              <a:gd name="textAreaRight" fmla="*/ 611280 w 600480"/>
              <a:gd name="textAreaTop" fmla="*/ 0 h 551160"/>
              <a:gd name="textAreaBottom" fmla="*/ 561240 h 551160"/>
            </a:gdLst>
            <a:ahLst/>
            <a:cxnLst/>
            <a:rect l="textAreaLeft" t="textAreaTop" r="textAreaRight" b="textAreaBottom"/>
            <a:pathLst>
              <a:path w="924484" h="924484">
                <a:moveTo>
                  <a:pt x="0" y="0"/>
                </a:moveTo>
                <a:lnTo>
                  <a:pt x="924484" y="0"/>
                </a:lnTo>
                <a:lnTo>
                  <a:pt x="924484" y="924484"/>
                </a:lnTo>
                <a:lnTo>
                  <a:pt x="0" y="92448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Freeform 13"/>
          <p:cNvSpPr/>
          <p:nvPr/>
        </p:nvSpPr>
        <p:spPr>
          <a:xfrm>
            <a:off x="14833080" y="10608840"/>
            <a:ext cx="600480" cy="550800"/>
          </a:xfrm>
          <a:custGeom>
            <a:avLst/>
            <a:gdLst>
              <a:gd name="textAreaLeft" fmla="*/ 0 w 600480"/>
              <a:gd name="textAreaRight" fmla="*/ 611280 w 600480"/>
              <a:gd name="textAreaTop" fmla="*/ 0 h 550800"/>
              <a:gd name="textAreaBottom" fmla="*/ 560880 h 550800"/>
            </a:gdLst>
            <a:ahLst/>
            <a:cxnLst/>
            <a:rect l="textAreaLeft" t="textAreaTop" r="textAreaRight" b="textAreaBottom"/>
            <a:pathLst>
              <a:path w="924484" h="924484">
                <a:moveTo>
                  <a:pt x="0" y="0"/>
                </a:moveTo>
                <a:lnTo>
                  <a:pt x="924484" y="0"/>
                </a:lnTo>
                <a:lnTo>
                  <a:pt x="924484" y="924484"/>
                </a:lnTo>
                <a:lnTo>
                  <a:pt x="0" y="92448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Freeform 14"/>
          <p:cNvSpPr/>
          <p:nvPr/>
        </p:nvSpPr>
        <p:spPr>
          <a:xfrm>
            <a:off x="15027120" y="9970200"/>
            <a:ext cx="208080" cy="266040"/>
          </a:xfrm>
          <a:custGeom>
            <a:avLst/>
            <a:gdLst>
              <a:gd name="textAreaLeft" fmla="*/ 0 w 208080"/>
              <a:gd name="textAreaRight" fmla="*/ 218880 w 208080"/>
              <a:gd name="textAreaTop" fmla="*/ 0 h 266040"/>
              <a:gd name="textAreaBottom" fmla="*/ 276120 h 266040"/>
            </a:gdLst>
            <a:ahLst/>
            <a:cxnLst/>
            <a:rect l="textAreaLeft" t="textAreaTop" r="textAreaRight" b="textAreaBottom"/>
            <a:pathLst>
              <a:path w="331203" h="455041">
                <a:moveTo>
                  <a:pt x="0" y="0"/>
                </a:moveTo>
                <a:lnTo>
                  <a:pt x="331203" y="0"/>
                </a:lnTo>
                <a:lnTo>
                  <a:pt x="331203" y="455041"/>
                </a:lnTo>
                <a:lnTo>
                  <a:pt x="0" y="45504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Freeform 15"/>
          <p:cNvSpPr/>
          <p:nvPr/>
        </p:nvSpPr>
        <p:spPr>
          <a:xfrm>
            <a:off x="14979600" y="10751760"/>
            <a:ext cx="307080" cy="281520"/>
          </a:xfrm>
          <a:custGeom>
            <a:avLst/>
            <a:gdLst>
              <a:gd name="textAreaLeft" fmla="*/ 0 w 307080"/>
              <a:gd name="textAreaRight" fmla="*/ 317880 w 307080"/>
              <a:gd name="textAreaTop" fmla="*/ 0 h 281520"/>
              <a:gd name="textAreaBottom" fmla="*/ 291600 h 281520"/>
            </a:gdLst>
            <a:ahLst/>
            <a:cxnLst/>
            <a:rect l="textAreaLeft" t="textAreaTop" r="textAreaRight" b="textAreaBottom"/>
            <a:pathLst>
              <a:path w="480479" h="480479">
                <a:moveTo>
                  <a:pt x="0" y="0"/>
                </a:moveTo>
                <a:lnTo>
                  <a:pt x="480479" y="0"/>
                </a:lnTo>
                <a:lnTo>
                  <a:pt x="480479" y="480479"/>
                </a:lnTo>
                <a:lnTo>
                  <a:pt x="0" y="48047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Freeform 16"/>
          <p:cNvSpPr/>
          <p:nvPr/>
        </p:nvSpPr>
        <p:spPr>
          <a:xfrm>
            <a:off x="14942160" y="9190800"/>
            <a:ext cx="382320" cy="276480"/>
          </a:xfrm>
          <a:custGeom>
            <a:avLst/>
            <a:gdLst>
              <a:gd name="textAreaLeft" fmla="*/ 0 w 382320"/>
              <a:gd name="textAreaRight" fmla="*/ 393120 w 382320"/>
              <a:gd name="textAreaTop" fmla="*/ 0 h 276480"/>
              <a:gd name="textAreaBottom" fmla="*/ 286560 h 276480"/>
            </a:gdLst>
            <a:ahLst/>
            <a:cxnLst/>
            <a:rect l="textAreaLeft" t="textAreaTop" r="textAreaRight" b="textAreaBottom"/>
            <a:pathLst>
              <a:path w="594246" h="472796">
                <a:moveTo>
                  <a:pt x="0" y="0"/>
                </a:moveTo>
                <a:lnTo>
                  <a:pt x="594246" y="0"/>
                </a:lnTo>
                <a:lnTo>
                  <a:pt x="594246" y="472795"/>
                </a:lnTo>
                <a:lnTo>
                  <a:pt x="0" y="47279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DAG9BWUorPU</dc:identifier>
  <dc:language>es-AR</dc:language>
  <cp:lastModifiedBy/>
  <dcterms:modified xsi:type="dcterms:W3CDTF">2026-01-14T14:45:22Z</dcterms:modified>
  <cp:revision>21</cp:revision>
  <dc:subject/>
  <dc:title>Template_2_moderno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