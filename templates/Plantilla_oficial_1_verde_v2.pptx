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"/>
      <p:regular r:id="rId4"/>
      <p:bold r:id="rId4"/>
    </p:embeddedFont>
    <p:embeddedFont>
      <p:font typeface="Poppins"/>
      <p:regular r:id="rId5"/>
      <p:bold r:id="rId5"/>
    </p:embeddedFont>
    <p:embeddedFont>
      <p:font typeface="Microsoft YaHei"/>
      <p:regular r:id="rId6"/>
    </p:embeddedFont>
    <p:embeddedFont>
      <p:font typeface="Montserrat"/>
      <p:regular r:id="rId7"/>
      <p:bold r:id="rId7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Lato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160" cy="145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2677FEA-6016-47AA-9106-C3AACA3A4D9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36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7F32C3-5B35-46A5-AC3F-AEA39B5DF74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160" cy="583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7680" cy="583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5A30D83-6ABC-465A-82D9-7DD909A4FC7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36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2A0183C-64DB-4298-BBC6-DFB87A45DA3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160" cy="135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160" cy="14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E81297E-7503-463A-9AFB-5DF09B465A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24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24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175F4F-25DA-43BD-A837-E80E4E991FB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040" cy="62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040" cy="393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9480" cy="62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9480" cy="393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1DA0F5-1FED-4AA9-88FF-C7B8750567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1F4A8F0-4CFB-41EE-81F7-02554DB5F93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9E055F0-66F3-4AD4-97C5-4D9742936C1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5920" cy="114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940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5920" cy="467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1AC287D-4C42-4229-B00C-7309B91919F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160" cy="55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160" cy="4102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160" cy="79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321D57B-6ACA-40ED-B063-5A664E71002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4222520" y="0"/>
            <a:ext cx="7157160" cy="30252240"/>
            <a:chOff x="14222520" y="0"/>
            <a:chExt cx="7157160" cy="30252240"/>
          </a:xfrm>
        </p:grpSpPr>
        <p:sp>
          <p:nvSpPr>
            <p:cNvPr id="60" name="Freeform 3"/>
            <p:cNvSpPr/>
            <p:nvPr/>
          </p:nvSpPr>
          <p:spPr>
            <a:xfrm>
              <a:off x="14222520" y="0"/>
              <a:ext cx="7157160" cy="30252240"/>
            </a:xfrm>
            <a:custGeom>
              <a:avLst/>
              <a:gdLst>
                <a:gd name="textAreaLeft" fmla="*/ 0 w 7157160"/>
                <a:gd name="textAreaRight" fmla="*/ 7169400 w 7157160"/>
                <a:gd name="textAreaTop" fmla="*/ 0 h 30252240"/>
                <a:gd name="textAreaBottom" fmla="*/ 30264480 h 30252240"/>
              </a:gdLst>
              <a:ahLst/>
              <a:cxnLst/>
              <a:rect l="textAreaLeft" t="textAreaTop" r="textAreaRight" b="textAreaBottom"/>
              <a:pathLst>
                <a:path w="9559163" h="40352600">
                  <a:moveTo>
                    <a:pt x="0" y="0"/>
                  </a:moveTo>
                  <a:lnTo>
                    <a:pt x="9559163" y="0"/>
                  </a:lnTo>
                  <a:lnTo>
                    <a:pt x="9559163" y="40352600"/>
                  </a:lnTo>
                  <a:lnTo>
                    <a:pt x="0" y="40352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36"/>
          <p:cNvGrpSpPr/>
          <p:nvPr/>
        </p:nvGrpSpPr>
        <p:grpSpPr>
          <a:xfrm>
            <a:off x="1116000" y="768240"/>
            <a:ext cx="19037160" cy="26065440"/>
            <a:chOff x="1116000" y="768240"/>
            <a:chExt cx="19037160" cy="26065440"/>
          </a:xfrm>
        </p:grpSpPr>
        <p:grpSp>
          <p:nvGrpSpPr>
            <p:cNvPr id="62" name="Group 37"/>
            <p:cNvGrpSpPr/>
            <p:nvPr/>
          </p:nvGrpSpPr>
          <p:grpSpPr>
            <a:xfrm>
              <a:off x="1391400" y="5046840"/>
              <a:ext cx="11626920" cy="4320"/>
              <a:chOff x="1391400" y="5046840"/>
              <a:chExt cx="11626920" cy="4320"/>
            </a:xfrm>
          </p:grpSpPr>
          <p:sp>
            <p:nvSpPr>
              <p:cNvPr id="63" name="Freeform 38"/>
              <p:cNvSpPr/>
              <p:nvPr/>
            </p:nvSpPr>
            <p:spPr>
              <a:xfrm>
                <a:off x="1391400" y="5046840"/>
                <a:ext cx="11626920" cy="4320"/>
              </a:xfrm>
              <a:custGeom>
                <a:avLst/>
                <a:gdLst>
                  <a:gd name="textAreaLeft" fmla="*/ 0 w 11626920"/>
                  <a:gd name="textAreaRight" fmla="*/ 11639160 w 11626920"/>
                  <a:gd name="textAreaTop" fmla="*/ 0 h 4320"/>
                  <a:gd name="textAreaBottom" fmla="*/ 16560 h 432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64" name="Group 39"/>
            <p:cNvGrpSpPr/>
            <p:nvPr/>
          </p:nvGrpSpPr>
          <p:grpSpPr>
            <a:xfrm>
              <a:off x="1364760" y="10203120"/>
              <a:ext cx="11626920" cy="4320"/>
              <a:chOff x="1364760" y="10203120"/>
              <a:chExt cx="11626920" cy="4320"/>
            </a:xfrm>
          </p:grpSpPr>
          <p:sp>
            <p:nvSpPr>
              <p:cNvPr id="65" name="Freeform 40"/>
              <p:cNvSpPr/>
              <p:nvPr/>
            </p:nvSpPr>
            <p:spPr>
              <a:xfrm>
                <a:off x="1364760" y="10203120"/>
                <a:ext cx="11626920" cy="4320"/>
              </a:xfrm>
              <a:custGeom>
                <a:avLst/>
                <a:gdLst>
                  <a:gd name="textAreaLeft" fmla="*/ 0 w 11626920"/>
                  <a:gd name="textAreaRight" fmla="*/ 11639160 w 11626920"/>
                  <a:gd name="textAreaTop" fmla="*/ 0 h 4320"/>
                  <a:gd name="textAreaBottom" fmla="*/ 16560 h 432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66" name="Group 41"/>
            <p:cNvGrpSpPr/>
            <p:nvPr/>
          </p:nvGrpSpPr>
          <p:grpSpPr>
            <a:xfrm>
              <a:off x="1254600" y="10440000"/>
              <a:ext cx="4320" cy="16393680"/>
              <a:chOff x="1254600" y="10440000"/>
              <a:chExt cx="4320" cy="16393680"/>
            </a:xfrm>
          </p:grpSpPr>
          <p:sp>
            <p:nvSpPr>
              <p:cNvPr id="67" name="Freeform 42"/>
              <p:cNvSpPr/>
              <p:nvPr/>
            </p:nvSpPr>
            <p:spPr>
              <a:xfrm>
                <a:off x="1254600" y="10440000"/>
                <a:ext cx="4320" cy="16393680"/>
              </a:xfrm>
              <a:custGeom>
                <a:avLst/>
                <a:gdLst>
                  <a:gd name="textAreaLeft" fmla="*/ 0 w 4320"/>
                  <a:gd name="textAreaRight" fmla="*/ 16560 w 4320"/>
                  <a:gd name="textAreaTop" fmla="*/ 0 h 16393680"/>
                  <a:gd name="textAreaBottom" fmla="*/ 16405920 h 16393680"/>
                </a:gdLst>
                <a:ahLst/>
                <a:cxnLst/>
                <a:rect l="textAreaLeft" t="textAreaTop" r="textAreaRight" b="textAreaBottom"/>
                <a:pathLst>
                  <a:path w="22098" h="21874607">
                    <a:moveTo>
                      <a:pt x="22098" y="0"/>
                    </a:moveTo>
                    <a:lnTo>
                      <a:pt x="22098" y="21874607"/>
                    </a:lnTo>
                    <a:lnTo>
                      <a:pt x="0" y="2187460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8" name="TextBox 47"/>
            <p:cNvSpPr/>
            <p:nvPr/>
          </p:nvSpPr>
          <p:spPr>
            <a:xfrm>
              <a:off x="1439640" y="4066200"/>
              <a:ext cx="11626560" cy="50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TextBox 49"/>
            <p:cNvSpPr/>
            <p:nvPr/>
          </p:nvSpPr>
          <p:spPr>
            <a:xfrm>
              <a:off x="1409400" y="5212440"/>
              <a:ext cx="11626560" cy="4616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4039"/>
                </a:lnSpc>
              </a:pPr>
              <a:r>
                <a:rPr lang="en-US" sz="2350" b="0" u="none" spc="45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{{about}}</a:t>
              </a:r>
              <a:endParaRPr lang="es-AR" sz="2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TextBox 50"/>
            <p:cNvSpPr/>
            <p:nvPr/>
          </p:nvSpPr>
          <p:spPr>
            <a:xfrm>
              <a:off x="1439640" y="9317160"/>
              <a:ext cx="8848800" cy="60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751"/>
                </a:lnSpc>
              </a:pPr>
              <a:r>
                <a:rPr lang="en-US" sz="3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Experiencia Laboral</a:t>
              </a:r>
              <a:endParaRPr lang="es-AR" sz="3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TextBox 51"/>
            <p:cNvSpPr/>
            <p:nvPr/>
          </p:nvSpPr>
          <p:spPr>
            <a:xfrm>
              <a:off x="2160000" y="10535400"/>
              <a:ext cx="10843920" cy="1659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606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36080" indent="-258840" defTabSz="914400">
                <a:lnSpc>
                  <a:spcPts val="4232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36080" indent="-258840" defTabSz="914400">
                <a:lnSpc>
                  <a:spcPts val="4232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TextBox 52"/>
            <p:cNvSpPr/>
            <p:nvPr/>
          </p:nvSpPr>
          <p:spPr>
            <a:xfrm>
              <a:off x="1116000" y="9887760"/>
              <a:ext cx="12103920" cy="5821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14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ct val="115000"/>
                </a:lnSpc>
                <a:buSzPct val="147275"/>
                <a:buBlip>
                  <a:blip r:embed="rId1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{{exp_1_role}}  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{{exp_1_company}} </a:t>
              </a:r>
              <a:r>
                <a:rPr lang="en-US" sz="18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 {{exp_1_dates}}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 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{{exp_1_bullets_block}} 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ct val="115000"/>
                </a:lnSpc>
                <a:buSzPct val="147275"/>
                <a:buBlip>
                  <a:blip r:embed="rId2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{{exp_2_role}}  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{{exp_2_company}} </a:t>
              </a:r>
              <a:r>
                <a:rPr lang="en-US" sz="18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 {{exp_2_dates}}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 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{{exp_2_bullets_block}} 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14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54"/>
            <p:cNvSpPr/>
            <p:nvPr/>
          </p:nvSpPr>
          <p:spPr>
            <a:xfrm>
              <a:off x="10595160" y="10628640"/>
              <a:ext cx="3615120" cy="297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TextBox 59"/>
            <p:cNvSpPr/>
            <p:nvPr/>
          </p:nvSpPr>
          <p:spPr>
            <a:xfrm>
              <a:off x="2159280" y="17280000"/>
              <a:ext cx="10843920" cy="2916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60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TextBox 1"/>
            <p:cNvSpPr/>
            <p:nvPr/>
          </p:nvSpPr>
          <p:spPr>
            <a:xfrm>
              <a:off x="15300000" y="768240"/>
              <a:ext cx="4853160" cy="553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 anchorCtr="1">
              <a:spAutoFit/>
            </a:bodyPr>
            <a:p>
              <a:pPr algn="ctr"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TextBox 48"/>
            <p:cNvSpPr/>
            <p:nvPr/>
          </p:nvSpPr>
          <p:spPr>
            <a:xfrm>
              <a:off x="1364400" y="900000"/>
              <a:ext cx="11043720" cy="1905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9901"/>
                </a:lnSpc>
              </a:pPr>
              <a:r>
                <a:rPr lang="en-US" sz="7050" b="1" u="none" spc="547" strike="noStrike">
                  <a:solidFill>
                    <a:srgbClr val="c0504d"/>
                  </a:solidFill>
                  <a:effectLst/>
                  <a:uFillTx/>
                  <a:latin typeface="Poppins"/>
                  <a:ea typeface="Montserrat Bold"/>
                </a:rPr>
                <a:t>{{name}}</a:t>
              </a:r>
              <a:endParaRPr lang="es-AR" sz="70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102"/>
                </a:lnSpc>
              </a:pPr>
              <a:r>
                <a:rPr lang="en-US" sz="3600" b="0" u="none" spc="221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{{title}}</a:t>
              </a: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"/>
          <p:cNvSpPr/>
          <p:nvPr/>
        </p:nvSpPr>
        <p:spPr>
          <a:xfrm>
            <a:off x="15310440" y="900360"/>
            <a:ext cx="521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14580000" y="6660360"/>
            <a:ext cx="6331680" cy="40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969"/>
              </a:lnSpc>
            </a:pPr>
            <a:r>
              <a:rPr lang="es-AR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DAG9BWUorPU</dc:identifier>
  <dc:language>es-AR</dc:language>
  <cp:lastModifiedBy/>
  <dcterms:modified xsi:type="dcterms:W3CDTF">2026-02-11T01:02:22Z</dcterms:modified>
  <cp:revision>35</cp:revision>
  <dc:subject/>
  <dc:title>Template_2_moderno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