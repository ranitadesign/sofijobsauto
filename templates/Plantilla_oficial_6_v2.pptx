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TT Drugs Bold"/>
    </p:embeddedFont>
    <p:embeddedFont>
      <p:font typeface="Microsoft YaHei"/>
      <p:regular r:id="rId6"/>
    </p:embeddedFont>
    <p:embeddedFont>
      <p:font typeface="Montserrat Bold"/>
    </p:embeddedFont>
    <p:embeddedFont>
      <p:font typeface="TT Drugs"/>
      <p:regular r:id="rId7"/>
      <p:bold r:id="rId7"/>
    </p:embeddedFont>
    <p:embeddedFont>
      <p:font typeface="Montserrat"/>
      <p:regular r:id="rId8"/>
      <p:bold r:id="rId8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9A8A3C-4F03-4547-802A-FF41BEBB3E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D56B3A-E568-46E8-BDC7-B24D353521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B87933-636D-40F1-BEB1-1B30C2987E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952553-DC5E-4242-869C-CB166C41A0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128FF0-4528-478A-AAFF-3D2512F884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10FFD2-7986-4907-8FB7-225597E740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4F7EDE-0096-48B3-B1A3-BCAC4D9D3B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FFC6F9-E19B-4C45-BAC6-CAE7F7AAC0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A253D6-4EC6-426F-965D-3C023EE01D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1FED8C-646D-4C6C-822B-F0BA0A6D9C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3F51D5-506F-4E26-B651-17C7895F77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89920" cy="2274984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3760" cy="5133600"/>
          </a:xfrm>
          <a:custGeom>
            <a:avLst/>
            <a:gdLst>
              <a:gd name="textAreaLeft" fmla="*/ 0 w 18023760"/>
              <a:gd name="textAreaRight" fmla="*/ 18036360 w 18023760"/>
              <a:gd name="textAreaTop" fmla="*/ 0 h 5133600"/>
              <a:gd name="textAreaBottom" fmla="*/ 5146560 h 513360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3040" cy="6323040"/>
          </a:xfrm>
          <a:custGeom>
            <a:avLst/>
            <a:gdLst>
              <a:gd name="textAreaLeft" fmla="*/ 0 w 6323040"/>
              <a:gd name="textAreaRight" fmla="*/ 6336000 w 6323040"/>
              <a:gd name="textAreaTop" fmla="*/ 0 h 6323040"/>
              <a:gd name="textAreaBottom" fmla="*/ 6336000 h 632304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717760" y="13903200"/>
            <a:ext cx="11990880" cy="14040"/>
            <a:chOff x="8717760" y="13903200"/>
            <a:chExt cx="11990880" cy="14040"/>
          </a:xfrm>
        </p:grpSpPr>
        <p:sp>
          <p:nvSpPr>
            <p:cNvPr id="63" name="Freeform 10"/>
            <p:cNvSpPr/>
            <p:nvPr/>
          </p:nvSpPr>
          <p:spPr>
            <a:xfrm>
              <a:off x="8717760" y="13903200"/>
              <a:ext cx="11990880" cy="14040"/>
            </a:xfrm>
            <a:custGeom>
              <a:avLst/>
              <a:gdLst>
                <a:gd name="textAreaLeft" fmla="*/ 0 w 11990880"/>
                <a:gd name="textAreaRight" fmla="*/ 12003840 w 11990880"/>
                <a:gd name="textAreaTop" fmla="*/ 0 h 14040"/>
                <a:gd name="textAreaBottom" fmla="*/ 27000 h 1404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7920000" y="2306880"/>
            <a:ext cx="1368252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717760" y="8535240"/>
            <a:ext cx="11990880" cy="12960"/>
            <a:chOff x="8717760" y="8535240"/>
            <a:chExt cx="11990880" cy="12960"/>
          </a:xfrm>
        </p:grpSpPr>
        <p:sp>
          <p:nvSpPr>
            <p:cNvPr id="66" name="Freeform 31"/>
            <p:cNvSpPr/>
            <p:nvPr/>
          </p:nvSpPr>
          <p:spPr>
            <a:xfrm>
              <a:off x="8717760" y="8535240"/>
              <a:ext cx="11990880" cy="12960"/>
            </a:xfrm>
            <a:custGeom>
              <a:avLst/>
              <a:gdLst>
                <a:gd name="textAreaLeft" fmla="*/ 0 w 11990880"/>
                <a:gd name="textAreaRight" fmla="*/ 12003840 w 11990880"/>
                <a:gd name="textAreaTop" fmla="*/ 0 h 12960"/>
                <a:gd name="textAreaBottom" fmla="*/ 23040 h 1296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713440" y="8711280"/>
            <a:ext cx="1199088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97240" y="7560000"/>
            <a:ext cx="12007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717760" y="12954960"/>
            <a:ext cx="6778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5"/>
          <p:cNvSpPr/>
          <p:nvPr/>
        </p:nvSpPr>
        <p:spPr>
          <a:xfrm>
            <a:off x="8717760" y="14040000"/>
            <a:ext cx="12018240" cy="38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pc="43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[[EXPERIENCE_BLOCK]] 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9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{{exp_1_company}}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{{exp_2_role}}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{{exp_2_company}}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40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9"/>
          <p:cNvSpPr/>
          <p:nvPr/>
        </p:nvSpPr>
        <p:spPr>
          <a:xfrm>
            <a:off x="835560" y="900000"/>
            <a:ext cx="343404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60" y="7024320"/>
            <a:ext cx="8089920" cy="2274984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800000" y="117828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00000" y="6660360"/>
            <a:ext cx="6329520" cy="43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2026-03-05T13:55:32Z</dcterms:modified>
  <cp:revision>37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