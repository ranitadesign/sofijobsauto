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TT Drugs"/>
      <p:regular r:id="rId6"/>
      <p:bold r:id="rId6"/>
    </p:embeddedFont>
    <p:embeddedFont>
      <p:font typeface="TT Drugs Bold"/>
    </p:embeddedFont>
    <p:embeddedFont>
      <p:font typeface="Montserrat Bold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TT_Drugs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F91FF1-D38B-4026-98FA-1EEF07F885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560" cy="114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04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560" cy="467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0C2BEE-60C5-4129-B1D0-2CE3814C84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800" cy="55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800" cy="410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80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B782E4-B7E0-4227-AF5C-3DE83893A0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800" cy="14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D2D2C5-4A0E-4FB4-8816-0F00C31C7D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721C16-6D86-4C83-8833-96E6E421DC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80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32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3881F3-959A-4B49-B4F8-B0CEF9AE75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27164B-A4AB-41DE-B199-4E67207582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800" cy="13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800" cy="148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F64C41-55A9-4956-A601-63F2C6EBCF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FE6550-2EB3-4B2E-A64E-9B85D1C441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68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68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12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12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35FED2-64E7-4965-9F5D-4FFE444D1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CAF5DC-34E5-479D-B6F9-582C93D8FB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90280" cy="2275020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4120" cy="5133960"/>
          </a:xfrm>
          <a:custGeom>
            <a:avLst/>
            <a:gdLst>
              <a:gd name="textAreaLeft" fmla="*/ 0 w 18024120"/>
              <a:gd name="textAreaRight" fmla="*/ 18036360 w 18024120"/>
              <a:gd name="textAreaTop" fmla="*/ 0 h 5133960"/>
              <a:gd name="textAreaBottom" fmla="*/ 5146560 h 513396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3400" cy="6323400"/>
          </a:xfrm>
          <a:custGeom>
            <a:avLst/>
            <a:gdLst>
              <a:gd name="textAreaLeft" fmla="*/ 0 w 6323400"/>
              <a:gd name="textAreaRight" fmla="*/ 6336000 w 6323400"/>
              <a:gd name="textAreaTop" fmla="*/ 0 h 6323400"/>
              <a:gd name="textAreaBottom" fmla="*/ 6336000 h 632340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9"/>
          <p:cNvGrpSpPr/>
          <p:nvPr/>
        </p:nvGrpSpPr>
        <p:grpSpPr>
          <a:xfrm>
            <a:off x="8717760" y="13903200"/>
            <a:ext cx="11991240" cy="14400"/>
            <a:chOff x="8717760" y="13903200"/>
            <a:chExt cx="11991240" cy="14400"/>
          </a:xfrm>
        </p:grpSpPr>
        <p:sp>
          <p:nvSpPr>
            <p:cNvPr id="63" name="Freeform 10"/>
            <p:cNvSpPr/>
            <p:nvPr/>
          </p:nvSpPr>
          <p:spPr>
            <a:xfrm>
              <a:off x="8717760" y="13903200"/>
              <a:ext cx="11991240" cy="14400"/>
            </a:xfrm>
            <a:custGeom>
              <a:avLst/>
              <a:gdLst>
                <a:gd name="textAreaLeft" fmla="*/ 0 w 11991240"/>
                <a:gd name="textAreaRight" fmla="*/ 12003840 w 11991240"/>
                <a:gd name="textAreaTop" fmla="*/ 0 h 14400"/>
                <a:gd name="textAreaBottom" fmla="*/ 27000 h 1440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7920000" y="2306880"/>
            <a:ext cx="1368288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0"/>
          <p:cNvGrpSpPr/>
          <p:nvPr/>
        </p:nvGrpSpPr>
        <p:grpSpPr>
          <a:xfrm>
            <a:off x="8717760" y="8535240"/>
            <a:ext cx="11991240" cy="13320"/>
            <a:chOff x="8717760" y="8535240"/>
            <a:chExt cx="11991240" cy="13320"/>
          </a:xfrm>
        </p:grpSpPr>
        <p:sp>
          <p:nvSpPr>
            <p:cNvPr id="66" name="Freeform 31"/>
            <p:cNvSpPr/>
            <p:nvPr/>
          </p:nvSpPr>
          <p:spPr>
            <a:xfrm>
              <a:off x="8717760" y="8535240"/>
              <a:ext cx="11991240" cy="13320"/>
            </a:xfrm>
            <a:custGeom>
              <a:avLst/>
              <a:gdLst>
                <a:gd name="textAreaLeft" fmla="*/ 0 w 11991240"/>
                <a:gd name="textAreaRight" fmla="*/ 12003840 w 11991240"/>
                <a:gd name="textAreaTop" fmla="*/ 0 h 13320"/>
                <a:gd name="textAreaBottom" fmla="*/ 23040 h 1332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2"/>
          <p:cNvSpPr/>
          <p:nvPr/>
        </p:nvSpPr>
        <p:spPr>
          <a:xfrm>
            <a:off x="8713440" y="8711280"/>
            <a:ext cx="1199124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8697240" y="7560000"/>
            <a:ext cx="120074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717760" y="12954960"/>
            <a:ext cx="67788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5"/>
          <p:cNvSpPr/>
          <p:nvPr/>
        </p:nvSpPr>
        <p:spPr>
          <a:xfrm>
            <a:off x="8717760" y="14040000"/>
            <a:ext cx="12018600" cy="37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969"/>
              </a:lnSpc>
            </a:pPr>
            <a:r>
              <a:rPr lang="en-US" sz="28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8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{{exp_1_company}}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8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{{exp_2_role}}</a:t>
            </a:r>
            <a:r>
              <a:rPr lang="en-US" sz="28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{{exp_2_company}}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40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9"/>
          <p:cNvSpPr/>
          <p:nvPr/>
        </p:nvSpPr>
        <p:spPr>
          <a:xfrm>
            <a:off x="835560" y="900000"/>
            <a:ext cx="34344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60" y="7024320"/>
            <a:ext cx="8090280" cy="2275020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1800000" y="1178280"/>
            <a:ext cx="413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00000" y="6660360"/>
            <a:ext cx="6329880" cy="38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2026-02-13T13:26:43Z</dcterms:modified>
  <cp:revision>36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