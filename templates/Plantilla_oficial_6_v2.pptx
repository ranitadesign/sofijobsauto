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Lato"/>
    </p:embeddedFont>
    <p:embeddedFont>
      <p:font typeface="TT Drugs"/>
      <p:regular r:id="rId5"/>
      <p:bold r:id="rId5"/>
    </p:embeddedFont>
    <p:embeddedFont>
      <p:font typeface="Montserrat"/>
      <p:regular r:id="rId6"/>
      <p:bold r:id="rId6"/>
    </p:embeddedFont>
    <p:embeddedFont>
      <p:font typeface="TT Drugs Bold"/>
    </p:embeddedFont>
    <p:embeddedFont>
      <p:font typeface="Microsoft YaHei"/>
      <p:regular r:id="rId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TT_Drugs_Regular.fntdata"/><Relationship Id="rId6" Type="http://schemas.openxmlformats.org/officeDocument/2006/relationships/font" Target="fonts/Font_3_Montserrat_Regular.fntdata"/><Relationship Id="rId7" Type="http://schemas.openxmlformats.org/officeDocument/2006/relationships/font" Target="fonts/Font_4_Microsoft_YaHei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0960" cy="115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4440" cy="584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0960" cy="468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77DB1F-A87A-4A67-ABFE-D610F9C4F0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200" cy="5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200" cy="410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200" cy="79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F942C8-BAE2-4DBC-95A9-480C742FED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20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397169-8978-4F36-B3B7-4FCD0EE01D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40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8F7CFC-1409-43CD-BF13-F9CF6C9F68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20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272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76A58D-F8A7-419A-9DFF-4AEB994F48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40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80851D-31C9-4837-B8E3-86D794CDF5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200" cy="135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20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0FC0B5-C739-4A2A-89D6-2CDFD086F2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128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128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6C2122-248E-4219-B544-EFAF2EAC13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08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080" cy="39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452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4520" cy="39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DF0DC1-CD9E-411D-829D-9CBDC23A1D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548035-7696-4E17-B646-AE6FDE791A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178C0E-06EB-4A40-BCFD-78D7BD83ED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7.png"/><Relationship Id="rId14" Type="http://schemas.openxmlformats.org/officeDocument/2006/relationships/image" Target="../media/image8.svg"/><Relationship Id="rId15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7023960"/>
            <a:ext cx="8095680" cy="2275560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3339000" y="875880"/>
            <a:ext cx="18029520" cy="5139360"/>
          </a:xfrm>
          <a:custGeom>
            <a:avLst/>
            <a:gdLst>
              <a:gd name="textAreaLeft" fmla="*/ 0 w 18029520"/>
              <a:gd name="textAreaRight" fmla="*/ 18036360 w 18029520"/>
              <a:gd name="textAreaTop" fmla="*/ 0 h 5139360"/>
              <a:gd name="textAreaBottom" fmla="*/ 5146560 h 5139360"/>
            </a:gdLst>
            <a:ahLst/>
            <a:cxnLst/>
            <a:rect l="textAreaLeft" t="textAreaTop" r="textAreaRight" b="textAreaBottom"/>
            <a:pathLst>
              <a:path w="20694873" h="5146467">
                <a:moveTo>
                  <a:pt x="0" y="0"/>
                </a:moveTo>
                <a:lnTo>
                  <a:pt x="20694872" y="0"/>
                </a:lnTo>
                <a:lnTo>
                  <a:pt x="20694872" y="5146467"/>
                </a:lnTo>
                <a:lnTo>
                  <a:pt x="0" y="5146467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1229040" y="540000"/>
            <a:ext cx="6328800" cy="6328800"/>
          </a:xfrm>
          <a:custGeom>
            <a:avLst/>
            <a:gdLst>
              <a:gd name="textAreaLeft" fmla="*/ 0 w 6328800"/>
              <a:gd name="textAreaRight" fmla="*/ 6336000 w 6328800"/>
              <a:gd name="textAreaTop" fmla="*/ 0 h 6328800"/>
              <a:gd name="textAreaBottom" fmla="*/ 6336000 h 6328800"/>
            </a:gdLst>
            <a:ahLst/>
            <a:cxnLst/>
            <a:rect l="textAreaLeft" t="textAreaTop" r="textAreaRight" b="textAreaBottom"/>
            <a:pathLst>
              <a:path w="6335955" h="6335955">
                <a:moveTo>
                  <a:pt x="0" y="0"/>
                </a:moveTo>
                <a:lnTo>
                  <a:pt x="6335955" y="0"/>
                </a:lnTo>
                <a:lnTo>
                  <a:pt x="6335955" y="6335955"/>
                </a:lnTo>
                <a:lnTo>
                  <a:pt x="0" y="6335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5"/>
          <p:cNvGrpSpPr/>
          <p:nvPr/>
        </p:nvGrpSpPr>
        <p:grpSpPr>
          <a:xfrm>
            <a:off x="977040" y="13468680"/>
            <a:ext cx="6435000" cy="28800"/>
            <a:chOff x="977040" y="13468680"/>
            <a:chExt cx="6435000" cy="28800"/>
          </a:xfrm>
        </p:grpSpPr>
        <p:sp>
          <p:nvSpPr>
            <p:cNvPr id="63" name="Freeform 6"/>
            <p:cNvSpPr/>
            <p:nvPr/>
          </p:nvSpPr>
          <p:spPr>
            <a:xfrm>
              <a:off x="977040" y="1346868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645" h="47879">
                  <a:moveTo>
                    <a:pt x="0" y="0"/>
                  </a:moveTo>
                  <a:lnTo>
                    <a:pt x="8589645" y="0"/>
                  </a:lnTo>
                  <a:lnTo>
                    <a:pt x="8589645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TextBox 7"/>
          <p:cNvSpPr/>
          <p:nvPr/>
        </p:nvSpPr>
        <p:spPr>
          <a:xfrm>
            <a:off x="1080000" y="13680000"/>
            <a:ext cx="6474240" cy="30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87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185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87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185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87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185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8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972360" y="12676680"/>
            <a:ext cx="6838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53"/>
              </a:lnSpc>
            </a:pPr>
            <a:r>
              <a:rPr lang="en-US" sz="4050" b="0" u="none" spc="147" strike="noStrike">
                <a:solidFill>
                  <a:srgbClr val="543f3f"/>
                </a:solidFill>
                <a:effectLst/>
                <a:uFillTx/>
                <a:latin typeface="TT Drugs"/>
                <a:ea typeface="TT Drugs"/>
              </a:rPr>
              <a:t>Formación Académica</a:t>
            </a:r>
            <a:endParaRPr lang="es-AR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9"/>
          <p:cNvGrpSpPr/>
          <p:nvPr/>
        </p:nvGrpSpPr>
        <p:grpSpPr>
          <a:xfrm>
            <a:off x="8717760" y="13903200"/>
            <a:ext cx="11996640" cy="19800"/>
            <a:chOff x="8717760" y="13903200"/>
            <a:chExt cx="11996640" cy="19800"/>
          </a:xfrm>
        </p:grpSpPr>
        <p:sp>
          <p:nvSpPr>
            <p:cNvPr id="67" name="Freeform 10"/>
            <p:cNvSpPr/>
            <p:nvPr/>
          </p:nvSpPr>
          <p:spPr>
            <a:xfrm>
              <a:off x="8717760" y="13903200"/>
              <a:ext cx="11996640" cy="19800"/>
            </a:xfrm>
            <a:custGeom>
              <a:avLst/>
              <a:gdLst>
                <a:gd name="textAreaLeft" fmla="*/ 0 w 11996640"/>
                <a:gd name="textAreaRight" fmla="*/ 12003840 w 11996640"/>
                <a:gd name="textAreaTop" fmla="*/ 0 h 19800"/>
                <a:gd name="textAreaBottom" fmla="*/ 27000 h 19800"/>
              </a:gdLst>
              <a:ahLst/>
              <a:cxnLst/>
              <a:rect l="textAreaLeft" t="textAreaTop" r="textAreaRight" b="textAreaBottom"/>
              <a:pathLst>
                <a:path w="16005303" h="35941">
                  <a:moveTo>
                    <a:pt x="0" y="0"/>
                  </a:moveTo>
                  <a:lnTo>
                    <a:pt x="16005303" y="0"/>
                  </a:lnTo>
                  <a:lnTo>
                    <a:pt x="1600530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11"/>
          <p:cNvGrpSpPr/>
          <p:nvPr/>
        </p:nvGrpSpPr>
        <p:grpSpPr>
          <a:xfrm>
            <a:off x="1065960" y="17699400"/>
            <a:ext cx="6435000" cy="28800"/>
            <a:chOff x="1065960" y="17699400"/>
            <a:chExt cx="6435000" cy="28800"/>
          </a:xfrm>
        </p:grpSpPr>
        <p:sp>
          <p:nvSpPr>
            <p:cNvPr id="69" name="Freeform 12"/>
            <p:cNvSpPr/>
            <p:nvPr/>
          </p:nvSpPr>
          <p:spPr>
            <a:xfrm>
              <a:off x="1065960" y="1769940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772" h="47879">
                  <a:moveTo>
                    <a:pt x="0" y="0"/>
                  </a:moveTo>
                  <a:lnTo>
                    <a:pt x="8589772" y="0"/>
                  </a:lnTo>
                  <a:lnTo>
                    <a:pt x="858977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13"/>
          <p:cNvSpPr/>
          <p:nvPr/>
        </p:nvSpPr>
        <p:spPr>
          <a:xfrm>
            <a:off x="1063800" y="17043120"/>
            <a:ext cx="356868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6"/>
              </a:lnSpc>
            </a:pPr>
            <a:r>
              <a:rPr lang="en-US" sz="4240" b="0" u="none" spc="422" strike="noStrike">
                <a:solidFill>
                  <a:srgbClr val="543f3f"/>
                </a:solidFill>
                <a:effectLst/>
                <a:uFillTx/>
                <a:latin typeface="TT Drugs"/>
                <a:ea typeface="TT Drugs"/>
              </a:rPr>
              <a:t>Informática</a:t>
            </a:r>
            <a:endParaRPr lang="es-AR" sz="4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1080000" y="17884800"/>
            <a:ext cx="6474240" cy="28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3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15"/>
          <p:cNvGrpSpPr/>
          <p:nvPr/>
        </p:nvGrpSpPr>
        <p:grpSpPr>
          <a:xfrm>
            <a:off x="977040" y="22056480"/>
            <a:ext cx="6435000" cy="28800"/>
            <a:chOff x="977040" y="22056480"/>
            <a:chExt cx="6435000" cy="28800"/>
          </a:xfrm>
        </p:grpSpPr>
        <p:sp>
          <p:nvSpPr>
            <p:cNvPr id="73" name="Freeform 16"/>
            <p:cNvSpPr/>
            <p:nvPr/>
          </p:nvSpPr>
          <p:spPr>
            <a:xfrm>
              <a:off x="977040" y="2205648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772" h="47879">
                  <a:moveTo>
                    <a:pt x="0" y="0"/>
                  </a:moveTo>
                  <a:lnTo>
                    <a:pt x="8589772" y="0"/>
                  </a:lnTo>
                  <a:lnTo>
                    <a:pt x="858977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17"/>
          <p:cNvSpPr/>
          <p:nvPr/>
        </p:nvSpPr>
        <p:spPr>
          <a:xfrm>
            <a:off x="972360" y="21435840"/>
            <a:ext cx="438444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9"/>
              </a:lnSpc>
            </a:pPr>
            <a:r>
              <a:rPr lang="en-US" sz="4240" b="0" u="none" spc="422" strike="noStrike">
                <a:solidFill>
                  <a:srgbClr val="543f3f"/>
                </a:solidFill>
                <a:effectLst/>
                <a:uFillTx/>
                <a:latin typeface="TT Drugs"/>
                <a:ea typeface="TT Drugs"/>
              </a:rPr>
              <a:t>Competencias</a:t>
            </a:r>
            <a:endParaRPr lang="es-AR" sz="4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8"/>
          <p:cNvSpPr/>
          <p:nvPr/>
        </p:nvSpPr>
        <p:spPr>
          <a:xfrm>
            <a:off x="1080000" y="22254480"/>
            <a:ext cx="643500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{{skill_1}}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{{skill_2}}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{{skill_3}}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{{skill_4}}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{{skill_5}}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{{skill_6}}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1906920" y="11112840"/>
            <a:ext cx="560664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13"/>
              </a:lnSpc>
            </a:pPr>
            <a:r>
              <a:rPr lang="en-US" sz="2550" b="0" u="none" spc="40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1906920" y="10251360"/>
            <a:ext cx="546696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13"/>
              </a:lnSpc>
            </a:pPr>
            <a:r>
              <a:rPr lang="en-US" sz="2550" b="0" u="none" spc="40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906920" y="9404280"/>
            <a:ext cx="359568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13"/>
              </a:lnSpc>
            </a:pPr>
            <a:r>
              <a:rPr lang="en-US" sz="2550" b="0" u="none" spc="40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{{contact_phone}}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22"/>
          <p:cNvSpPr/>
          <p:nvPr/>
        </p:nvSpPr>
        <p:spPr>
          <a:xfrm>
            <a:off x="1087920" y="11072880"/>
            <a:ext cx="514800" cy="572760"/>
          </a:xfrm>
          <a:custGeom>
            <a:avLst/>
            <a:gdLst>
              <a:gd name="textAreaLeft" fmla="*/ 0 w 514800"/>
              <a:gd name="textAreaRight" fmla="*/ 522000 w 514800"/>
              <a:gd name="textAreaTop" fmla="*/ 0 h 572760"/>
              <a:gd name="textAreaBottom" fmla="*/ 579960 h 572760"/>
            </a:gdLst>
            <a:ahLst/>
            <a:cxnLst/>
            <a:rect l="textAreaLeft" t="textAreaTop" r="textAreaRight" b="textAreaBottom"/>
            <a:pathLst>
              <a:path w="522065" h="580072">
                <a:moveTo>
                  <a:pt x="0" y="0"/>
                </a:moveTo>
                <a:lnTo>
                  <a:pt x="522065" y="0"/>
                </a:lnTo>
                <a:lnTo>
                  <a:pt x="522065" y="580072"/>
                </a:lnTo>
                <a:lnTo>
                  <a:pt x="0" y="5800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 23"/>
          <p:cNvSpPr/>
          <p:nvPr/>
        </p:nvSpPr>
        <p:spPr>
          <a:xfrm>
            <a:off x="1063800" y="9378720"/>
            <a:ext cx="544320" cy="543960"/>
          </a:xfrm>
          <a:custGeom>
            <a:avLst/>
            <a:gdLst>
              <a:gd name="textAreaLeft" fmla="*/ 0 w 544320"/>
              <a:gd name="textAreaRight" fmla="*/ 551520 w 544320"/>
              <a:gd name="textAreaTop" fmla="*/ 0 h 543960"/>
              <a:gd name="textAreaBottom" fmla="*/ 551160 h 543960"/>
            </a:gdLst>
            <a:ahLst/>
            <a:cxnLst/>
            <a:rect l="textAreaLeft" t="textAreaTop" r="textAreaRight" b="textAreaBottom"/>
            <a:pathLst>
              <a:path w="551591" h="551199">
                <a:moveTo>
                  <a:pt x="0" y="0"/>
                </a:moveTo>
                <a:lnTo>
                  <a:pt x="551591" y="0"/>
                </a:lnTo>
                <a:lnTo>
                  <a:pt x="551591" y="551198"/>
                </a:lnTo>
                <a:lnTo>
                  <a:pt x="0" y="5511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24"/>
          <p:cNvSpPr/>
          <p:nvPr/>
        </p:nvSpPr>
        <p:spPr>
          <a:xfrm>
            <a:off x="1061280" y="10223280"/>
            <a:ext cx="549000" cy="549000"/>
          </a:xfrm>
          <a:custGeom>
            <a:avLst/>
            <a:gdLst>
              <a:gd name="textAreaLeft" fmla="*/ 0 w 549000"/>
              <a:gd name="textAreaRight" fmla="*/ 556200 w 549000"/>
              <a:gd name="textAreaTop" fmla="*/ 0 h 549000"/>
              <a:gd name="textAreaBottom" fmla="*/ 556200 h 549000"/>
            </a:gdLst>
            <a:ahLst/>
            <a:cxnLst/>
            <a:rect l="textAreaLeft" t="textAreaTop" r="textAreaRight" b="textAreaBottom"/>
            <a:pathLst>
              <a:path w="556178" h="556178">
                <a:moveTo>
                  <a:pt x="0" y="0"/>
                </a:moveTo>
                <a:lnTo>
                  <a:pt x="556178" y="0"/>
                </a:lnTo>
                <a:lnTo>
                  <a:pt x="556178" y="556178"/>
                </a:lnTo>
                <a:lnTo>
                  <a:pt x="0" y="5561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25"/>
          <p:cNvGrpSpPr/>
          <p:nvPr/>
        </p:nvGrpSpPr>
        <p:grpSpPr>
          <a:xfrm>
            <a:off x="993240" y="8998560"/>
            <a:ext cx="6507720" cy="28800"/>
            <a:chOff x="993240" y="8998560"/>
            <a:chExt cx="6507720" cy="28800"/>
          </a:xfrm>
        </p:grpSpPr>
        <p:sp>
          <p:nvSpPr>
            <p:cNvPr id="83" name="Freeform 26"/>
            <p:cNvSpPr/>
            <p:nvPr/>
          </p:nvSpPr>
          <p:spPr>
            <a:xfrm>
              <a:off x="993240" y="8998560"/>
              <a:ext cx="6507720" cy="28800"/>
            </a:xfrm>
            <a:custGeom>
              <a:avLst/>
              <a:gdLst>
                <a:gd name="textAreaLeft" fmla="*/ 0 w 6507720"/>
                <a:gd name="textAreaRight" fmla="*/ 6514920 w 650772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686673" h="47879">
                  <a:moveTo>
                    <a:pt x="0" y="0"/>
                  </a:moveTo>
                  <a:lnTo>
                    <a:pt x="8686673" y="0"/>
                  </a:lnTo>
                  <a:lnTo>
                    <a:pt x="8686673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TextBox 27"/>
          <p:cNvSpPr/>
          <p:nvPr/>
        </p:nvSpPr>
        <p:spPr>
          <a:xfrm>
            <a:off x="972360" y="8023320"/>
            <a:ext cx="497772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1" u="none" strike="noStrike">
                <a:solidFill>
                  <a:srgbClr val="543f3f"/>
                </a:solidFill>
                <a:effectLst/>
                <a:uFillTx/>
                <a:latin typeface="TT Drugs Bold"/>
                <a:ea typeface="TT Drugs Bold"/>
              </a:rPr>
              <a:t>Contacto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8"/>
          <p:cNvSpPr/>
          <p:nvPr/>
        </p:nvSpPr>
        <p:spPr>
          <a:xfrm>
            <a:off x="8039880" y="3702240"/>
            <a:ext cx="1301436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r>
              <a:rPr lang="en-US" sz="4520" b="0" u="none" spc="227" strike="noStrike">
                <a:solidFill>
                  <a:srgbClr val="543f3f"/>
                </a:solidFill>
                <a:effectLst/>
                <a:uFillTx/>
                <a:latin typeface="Lato"/>
                <a:ea typeface="TT Drugs Bold"/>
              </a:rPr>
              <a:t>{{title}}</a:t>
            </a:r>
            <a:endParaRPr lang="es-AR" sz="4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9"/>
          <p:cNvSpPr/>
          <p:nvPr/>
        </p:nvSpPr>
        <p:spPr>
          <a:xfrm>
            <a:off x="7920000" y="2306880"/>
            <a:ext cx="13688280" cy="9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809"/>
              </a:lnSpc>
            </a:pPr>
            <a:r>
              <a:rPr lang="en-US" sz="6510" b="1" u="none" spc="519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{{name}}</a:t>
            </a:r>
            <a:endParaRPr lang="es-AR" sz="6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Group 30"/>
          <p:cNvGrpSpPr/>
          <p:nvPr/>
        </p:nvGrpSpPr>
        <p:grpSpPr>
          <a:xfrm>
            <a:off x="8722080" y="8998560"/>
            <a:ext cx="11996640" cy="28800"/>
            <a:chOff x="8722080" y="8998560"/>
            <a:chExt cx="11996640" cy="28800"/>
          </a:xfrm>
        </p:grpSpPr>
        <p:sp>
          <p:nvSpPr>
            <p:cNvPr id="88" name="Freeform 31"/>
            <p:cNvSpPr/>
            <p:nvPr/>
          </p:nvSpPr>
          <p:spPr>
            <a:xfrm>
              <a:off x="8722080" y="8998560"/>
              <a:ext cx="11996640" cy="28800"/>
            </a:xfrm>
            <a:custGeom>
              <a:avLst/>
              <a:gdLst>
                <a:gd name="textAreaLeft" fmla="*/ 0 w 11996640"/>
                <a:gd name="textAreaRight" fmla="*/ 12003840 w 1199664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16005302" h="47879">
                  <a:moveTo>
                    <a:pt x="0" y="0"/>
                  </a:moveTo>
                  <a:lnTo>
                    <a:pt x="16005302" y="0"/>
                  </a:lnTo>
                  <a:lnTo>
                    <a:pt x="1600530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32"/>
          <p:cNvSpPr/>
          <p:nvPr/>
        </p:nvSpPr>
        <p:spPr>
          <a:xfrm>
            <a:off x="8717760" y="9174600"/>
            <a:ext cx="1199664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44"/>
              </a:lnSpc>
            </a:pPr>
            <a:r>
              <a:rPr lang="en-US" sz="2550" b="0" u="none" strike="noStrike">
                <a:solidFill>
                  <a:srgbClr val="343434"/>
                </a:solidFill>
                <a:effectLst/>
                <a:uFillTx/>
                <a:latin typeface="Lato"/>
                <a:ea typeface="Poppins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3"/>
          <p:cNvSpPr/>
          <p:nvPr/>
        </p:nvSpPr>
        <p:spPr>
          <a:xfrm>
            <a:off x="8701560" y="8023320"/>
            <a:ext cx="120128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Perfil Profesional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4"/>
          <p:cNvSpPr/>
          <p:nvPr/>
        </p:nvSpPr>
        <p:spPr>
          <a:xfrm>
            <a:off x="8717760" y="12954960"/>
            <a:ext cx="6784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Experiencia laboral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5"/>
          <p:cNvSpPr/>
          <p:nvPr/>
        </p:nvSpPr>
        <p:spPr>
          <a:xfrm>
            <a:off x="8792280" y="14220000"/>
            <a:ext cx="12024000" cy="56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969"/>
              </a:lnSpc>
            </a:pPr>
            <a:r>
              <a:rPr lang="en-US" sz="2800" b="1" u="none" spc="130" strike="noStrike">
                <a:solidFill>
                  <a:srgbClr val="474747"/>
                </a:solidFill>
                <a:effectLst/>
                <a:uFillTx/>
                <a:latin typeface="Poppins"/>
                <a:ea typeface="Poppins"/>
              </a:rPr>
              <a:t>{{exp_1_role}}</a:t>
            </a:r>
            <a:r>
              <a:rPr lang="en-US" sz="2800" b="0" u="none" spc="130" strike="noStrike">
                <a:solidFill>
                  <a:srgbClr val="474747"/>
                </a:solidFill>
                <a:effectLst/>
                <a:uFillTx/>
                <a:latin typeface="Poppins"/>
                <a:ea typeface="Poppins"/>
              </a:rPr>
              <a:t>  </a:t>
            </a:r>
            <a:r>
              <a:rPr lang="en-US" sz="2800" b="0" u="none" spc="130" strike="noStrike">
                <a:solidFill>
                  <a:srgbClr val="474747"/>
                </a:solidFill>
                <a:effectLst/>
                <a:uFillTx/>
                <a:latin typeface="Lato"/>
                <a:ea typeface="Poppins"/>
              </a:rPr>
              <a:t>{{exp_1_company}} ({{exp_1_dates}})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51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966"/>
              </a:lnSpc>
            </a:pPr>
            <a:r>
              <a:rPr lang="en-US" sz="2800" b="1" u="none" spc="130" strike="noStrike">
                <a:solidFill>
                  <a:srgbClr val="474747"/>
                </a:solidFill>
                <a:effectLst/>
                <a:uFillTx/>
                <a:latin typeface="Poppins"/>
                <a:ea typeface="Poppins"/>
              </a:rPr>
              <a:t>{{exp_2_role}}</a:t>
            </a:r>
            <a:r>
              <a:rPr lang="en-US" sz="2800" b="0" u="none" spc="130" strike="noStrike">
                <a:solidFill>
                  <a:srgbClr val="474747"/>
                </a:solidFill>
                <a:effectLst/>
                <a:uFillTx/>
                <a:latin typeface="Poppins"/>
                <a:ea typeface="Poppins"/>
              </a:rPr>
              <a:t>  </a:t>
            </a:r>
            <a:r>
              <a:rPr lang="en-US" sz="2800" b="0" u="none" spc="130" strike="noStrike">
                <a:solidFill>
                  <a:srgbClr val="474747"/>
                </a:solidFill>
                <a:effectLst/>
                <a:uFillTx/>
                <a:latin typeface="Lato"/>
                <a:ea typeface="Poppins"/>
              </a:rPr>
              <a:t>{{exp_2_company}} ({{exp_2_dates}})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98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966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6"/>
          <p:cNvSpPr/>
          <p:nvPr/>
        </p:nvSpPr>
        <p:spPr>
          <a:xfrm>
            <a:off x="8820000" y="14760000"/>
            <a:ext cx="11996640" cy="19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Group 41"/>
          <p:cNvGrpSpPr/>
          <p:nvPr/>
        </p:nvGrpSpPr>
        <p:grpSpPr>
          <a:xfrm>
            <a:off x="8722080" y="26792280"/>
            <a:ext cx="11996640" cy="28800"/>
            <a:chOff x="8722080" y="26792280"/>
            <a:chExt cx="11996640" cy="28800"/>
          </a:xfrm>
        </p:grpSpPr>
        <p:sp>
          <p:nvSpPr>
            <p:cNvPr id="95" name="Freeform 42"/>
            <p:cNvSpPr/>
            <p:nvPr/>
          </p:nvSpPr>
          <p:spPr>
            <a:xfrm>
              <a:off x="8722080" y="26792280"/>
              <a:ext cx="11996640" cy="28800"/>
            </a:xfrm>
            <a:custGeom>
              <a:avLst/>
              <a:gdLst>
                <a:gd name="textAreaLeft" fmla="*/ 0 w 11996640"/>
                <a:gd name="textAreaRight" fmla="*/ 12003840 w 1199664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16005302" h="47879">
                  <a:moveTo>
                    <a:pt x="0" y="0"/>
                  </a:moveTo>
                  <a:lnTo>
                    <a:pt x="16005302" y="0"/>
                  </a:lnTo>
                  <a:lnTo>
                    <a:pt x="1600530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TextBox 43"/>
          <p:cNvSpPr/>
          <p:nvPr/>
        </p:nvSpPr>
        <p:spPr>
          <a:xfrm>
            <a:off x="8717760" y="25844040"/>
            <a:ext cx="6784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Cursos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4"/>
          <p:cNvSpPr/>
          <p:nvPr/>
        </p:nvSpPr>
        <p:spPr>
          <a:xfrm>
            <a:off x="8731080" y="26857440"/>
            <a:ext cx="11996640" cy="245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83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pc="51" strike="noStrike">
                <a:solidFill>
                  <a:srgbClr val="241d19"/>
                </a:solidFill>
                <a:effectLst/>
                <a:uFillTx/>
                <a:latin typeface="Lato"/>
                <a:ea typeface="Poppins"/>
              </a:rPr>
              <a:t>{{curso_1}}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3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pc="51" strike="noStrike">
                <a:solidFill>
                  <a:srgbClr val="241d19"/>
                </a:solidFill>
                <a:effectLst/>
                <a:uFillTx/>
                <a:latin typeface="Lato"/>
                <a:ea typeface="Poppins"/>
              </a:rPr>
              <a:t>{{curso_2}}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3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pc="51" strike="noStrike">
                <a:solidFill>
                  <a:srgbClr val="241d19"/>
                </a:solidFill>
                <a:effectLst/>
                <a:uFillTx/>
                <a:latin typeface="Lato"/>
                <a:ea typeface="Poppins"/>
              </a:rPr>
              <a:t>{{curso_3}}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3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pc="51" strike="noStrike">
                <a:solidFill>
                  <a:srgbClr val="241d19"/>
                </a:solidFill>
                <a:effectLst/>
                <a:uFillTx/>
                <a:latin typeface="Lato"/>
                <a:ea typeface="Poppins"/>
              </a:rPr>
              <a:t>{{curso_4}}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Group 45"/>
          <p:cNvGrpSpPr/>
          <p:nvPr/>
        </p:nvGrpSpPr>
        <p:grpSpPr>
          <a:xfrm>
            <a:off x="901440" y="27378360"/>
            <a:ext cx="6435000" cy="28800"/>
            <a:chOff x="901440" y="27378360"/>
            <a:chExt cx="6435000" cy="28800"/>
          </a:xfrm>
        </p:grpSpPr>
        <p:sp>
          <p:nvSpPr>
            <p:cNvPr id="99" name="Freeform 46"/>
            <p:cNvSpPr/>
            <p:nvPr/>
          </p:nvSpPr>
          <p:spPr>
            <a:xfrm>
              <a:off x="901440" y="2737836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772" h="47879">
                  <a:moveTo>
                    <a:pt x="0" y="0"/>
                  </a:moveTo>
                  <a:lnTo>
                    <a:pt x="8589772" y="0"/>
                  </a:lnTo>
                  <a:lnTo>
                    <a:pt x="858977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TextBox 47"/>
          <p:cNvSpPr/>
          <p:nvPr/>
        </p:nvSpPr>
        <p:spPr>
          <a:xfrm>
            <a:off x="897120" y="26655120"/>
            <a:ext cx="52102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9"/>
              </a:lnSpc>
            </a:pPr>
            <a:r>
              <a:rPr lang="en-US" sz="4240" b="1" u="none" spc="422" strike="noStrike">
                <a:solidFill>
                  <a:srgbClr val="543f3f"/>
                </a:solidFill>
                <a:effectLst/>
                <a:uFillTx/>
                <a:latin typeface="TT Drugs Bold"/>
                <a:ea typeface="TT Drugs Bold"/>
              </a:rPr>
              <a:t>Otros datos</a:t>
            </a:r>
            <a:endParaRPr lang="es-AR" sz="4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8"/>
          <p:cNvSpPr/>
          <p:nvPr/>
        </p:nvSpPr>
        <p:spPr>
          <a:xfrm>
            <a:off x="897120" y="27399960"/>
            <a:ext cx="6435000" cy="12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144440" lvl="2" indent="-381600" defTabSz="914400">
              <a:lnSpc>
                <a:spcPts val="4813"/>
              </a:lnSpc>
              <a:buClr>
                <a:srgbClr val="543f3f"/>
              </a:buClr>
              <a:buFont typeface="Arial"/>
              <a:buChar char="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Referencias a disposición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440" lvl="2" indent="-381600" defTabSz="914400">
              <a:lnSpc>
                <a:spcPts val="4813"/>
              </a:lnSpc>
              <a:buClr>
                <a:srgbClr val="543f3f"/>
              </a:buClr>
              <a:buFont typeface="Arial"/>
              <a:buChar char="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Poppins"/>
                <a:ea typeface="Poppins"/>
              </a:rPr>
              <a:t>Disponibilidad full time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9"/>
          <p:cNvSpPr/>
          <p:nvPr/>
        </p:nvSpPr>
        <p:spPr>
          <a:xfrm>
            <a:off x="835560" y="900000"/>
            <a:ext cx="343980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60" y="7024320"/>
            <a:ext cx="8095680" cy="2275560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Group 1"/>
          <p:cNvGrpSpPr/>
          <p:nvPr/>
        </p:nvGrpSpPr>
        <p:grpSpPr>
          <a:xfrm>
            <a:off x="977400" y="13469040"/>
            <a:ext cx="6435000" cy="28800"/>
            <a:chOff x="977400" y="13469040"/>
            <a:chExt cx="6435000" cy="28800"/>
          </a:xfrm>
        </p:grpSpPr>
        <p:sp>
          <p:nvSpPr>
            <p:cNvPr id="105" name="Freeform 1"/>
            <p:cNvSpPr/>
            <p:nvPr/>
          </p:nvSpPr>
          <p:spPr>
            <a:xfrm>
              <a:off x="977400" y="1346904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645" h="47879">
                  <a:moveTo>
                    <a:pt x="0" y="0"/>
                  </a:moveTo>
                  <a:lnTo>
                    <a:pt x="8589645" y="0"/>
                  </a:lnTo>
                  <a:lnTo>
                    <a:pt x="8589645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" name="TextBox 1"/>
          <p:cNvSpPr/>
          <p:nvPr/>
        </p:nvSpPr>
        <p:spPr>
          <a:xfrm>
            <a:off x="1080360" y="13680360"/>
            <a:ext cx="6474240" cy="30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87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185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{{edu_1_degree}}  {{edu_1_school}}  {{edu_1_years}}</a:t>
            </a: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87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185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{{edu_2_degree}}  {{edu_2_school}}  {{edu_2_years}}</a:t>
            </a: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87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185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{{edu_3_degree}}  {{edu_3_school}}  {{edu_3_years}}</a:t>
            </a: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8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972720" y="12677040"/>
            <a:ext cx="683856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53"/>
              </a:lnSpc>
            </a:pPr>
            <a:r>
              <a:rPr lang="en-US" sz="4050" b="0" u="none" spc="147" strike="noStrike">
                <a:solidFill>
                  <a:srgbClr val="543f3f"/>
                </a:solidFill>
                <a:effectLst/>
                <a:uFillTx/>
                <a:latin typeface="Poppins"/>
                <a:ea typeface="TT Drugs"/>
              </a:rPr>
              <a:t>Formación Académica</a:t>
            </a:r>
            <a:endParaRPr lang="es-AR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Group 2"/>
          <p:cNvGrpSpPr/>
          <p:nvPr/>
        </p:nvGrpSpPr>
        <p:grpSpPr>
          <a:xfrm>
            <a:off x="1066320" y="17699760"/>
            <a:ext cx="6435000" cy="28800"/>
            <a:chOff x="1066320" y="17699760"/>
            <a:chExt cx="6435000" cy="28800"/>
          </a:xfrm>
        </p:grpSpPr>
        <p:sp>
          <p:nvSpPr>
            <p:cNvPr id="109" name="Freeform 2"/>
            <p:cNvSpPr/>
            <p:nvPr/>
          </p:nvSpPr>
          <p:spPr>
            <a:xfrm>
              <a:off x="1066320" y="1769976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772" h="47879">
                  <a:moveTo>
                    <a:pt x="0" y="0"/>
                  </a:moveTo>
                  <a:lnTo>
                    <a:pt x="8589772" y="0"/>
                  </a:lnTo>
                  <a:lnTo>
                    <a:pt x="858977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TextBox 3"/>
          <p:cNvSpPr/>
          <p:nvPr/>
        </p:nvSpPr>
        <p:spPr>
          <a:xfrm>
            <a:off x="1064160" y="17043480"/>
            <a:ext cx="541476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6"/>
              </a:lnSpc>
            </a:pPr>
            <a:r>
              <a:rPr lang="en-US" sz="4240" b="0" u="none" spc="422" strike="noStrike">
                <a:solidFill>
                  <a:srgbClr val="543f3f"/>
                </a:solidFill>
                <a:effectLst/>
                <a:uFillTx/>
                <a:latin typeface="Poppins"/>
                <a:ea typeface="TT Drugs"/>
              </a:rPr>
              <a:t>Informática</a:t>
            </a:r>
            <a:endParaRPr lang="es-AR" sz="4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1080360" y="17885160"/>
            <a:ext cx="6474240" cy="28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{{it_1}}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{{it_2}}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{{it_3}}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43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340" b="0" u="none" spc="-3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{{it_4}}</a:t>
            </a:r>
            <a:endParaRPr lang="es-AR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3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Group 3"/>
          <p:cNvGrpSpPr/>
          <p:nvPr/>
        </p:nvGrpSpPr>
        <p:grpSpPr>
          <a:xfrm>
            <a:off x="977400" y="22056840"/>
            <a:ext cx="6435000" cy="28800"/>
            <a:chOff x="977400" y="22056840"/>
            <a:chExt cx="6435000" cy="28800"/>
          </a:xfrm>
        </p:grpSpPr>
        <p:sp>
          <p:nvSpPr>
            <p:cNvPr id="113" name="Freeform 5"/>
            <p:cNvSpPr/>
            <p:nvPr/>
          </p:nvSpPr>
          <p:spPr>
            <a:xfrm>
              <a:off x="977400" y="2205684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772" h="47879">
                  <a:moveTo>
                    <a:pt x="0" y="0"/>
                  </a:moveTo>
                  <a:lnTo>
                    <a:pt x="8589772" y="0"/>
                  </a:lnTo>
                  <a:lnTo>
                    <a:pt x="858977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TextBox 5"/>
          <p:cNvSpPr/>
          <p:nvPr/>
        </p:nvSpPr>
        <p:spPr>
          <a:xfrm>
            <a:off x="972720" y="21436200"/>
            <a:ext cx="60462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9"/>
              </a:lnSpc>
            </a:pPr>
            <a:r>
              <a:rPr lang="en-US" sz="4240" b="0" u="none" spc="422" strike="noStrike">
                <a:solidFill>
                  <a:srgbClr val="543f3f"/>
                </a:solidFill>
                <a:effectLst/>
                <a:uFillTx/>
                <a:latin typeface="Poppins"/>
                <a:ea typeface="TT Drugs"/>
              </a:rPr>
              <a:t>Competencias</a:t>
            </a:r>
            <a:endParaRPr lang="es-AR" sz="4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1080360" y="22254840"/>
            <a:ext cx="643500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{{skill_1}}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{{skill_2}}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{{skill_3}}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{{skill_4}}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{{skill_5}}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{{skill_6}}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1907280" y="11113200"/>
            <a:ext cx="560664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13"/>
              </a:lnSpc>
            </a:pPr>
            <a:r>
              <a:rPr lang="en-US" sz="2550" b="0" u="none" spc="40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1907280" y="10251720"/>
            <a:ext cx="546696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13"/>
              </a:lnSpc>
            </a:pPr>
            <a:r>
              <a:rPr lang="en-US" sz="2550" b="0" u="none" spc="40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{{contact_email}}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1907280" y="9404640"/>
            <a:ext cx="359568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13"/>
              </a:lnSpc>
            </a:pPr>
            <a:r>
              <a:rPr lang="en-US" sz="2550" b="0" u="none" spc="40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{{contact_phone}}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Freeform 7"/>
          <p:cNvSpPr/>
          <p:nvPr/>
        </p:nvSpPr>
        <p:spPr>
          <a:xfrm>
            <a:off x="1088280" y="11073240"/>
            <a:ext cx="514800" cy="572760"/>
          </a:xfrm>
          <a:custGeom>
            <a:avLst/>
            <a:gdLst>
              <a:gd name="textAreaLeft" fmla="*/ 0 w 514800"/>
              <a:gd name="textAreaRight" fmla="*/ 522000 w 514800"/>
              <a:gd name="textAreaTop" fmla="*/ 0 h 572760"/>
              <a:gd name="textAreaBottom" fmla="*/ 579960 h 572760"/>
            </a:gdLst>
            <a:ahLst/>
            <a:cxnLst/>
            <a:rect l="textAreaLeft" t="textAreaTop" r="textAreaRight" b="textAreaBottom"/>
            <a:pathLst>
              <a:path w="522065" h="580072">
                <a:moveTo>
                  <a:pt x="0" y="0"/>
                </a:moveTo>
                <a:lnTo>
                  <a:pt x="522065" y="0"/>
                </a:lnTo>
                <a:lnTo>
                  <a:pt x="522065" y="580072"/>
                </a:lnTo>
                <a:lnTo>
                  <a:pt x="0" y="5800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Freeform 8"/>
          <p:cNvSpPr/>
          <p:nvPr/>
        </p:nvSpPr>
        <p:spPr>
          <a:xfrm>
            <a:off x="1064160" y="9379080"/>
            <a:ext cx="544320" cy="543960"/>
          </a:xfrm>
          <a:custGeom>
            <a:avLst/>
            <a:gdLst>
              <a:gd name="textAreaLeft" fmla="*/ 0 w 544320"/>
              <a:gd name="textAreaRight" fmla="*/ 551520 w 544320"/>
              <a:gd name="textAreaTop" fmla="*/ 0 h 543960"/>
              <a:gd name="textAreaBottom" fmla="*/ 551160 h 543960"/>
            </a:gdLst>
            <a:ahLst/>
            <a:cxnLst/>
            <a:rect l="textAreaLeft" t="textAreaTop" r="textAreaRight" b="textAreaBottom"/>
            <a:pathLst>
              <a:path w="551591" h="551199">
                <a:moveTo>
                  <a:pt x="0" y="0"/>
                </a:moveTo>
                <a:lnTo>
                  <a:pt x="551591" y="0"/>
                </a:lnTo>
                <a:lnTo>
                  <a:pt x="551591" y="551198"/>
                </a:lnTo>
                <a:lnTo>
                  <a:pt x="0" y="5511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Freeform 9"/>
          <p:cNvSpPr/>
          <p:nvPr/>
        </p:nvSpPr>
        <p:spPr>
          <a:xfrm>
            <a:off x="1061640" y="10223640"/>
            <a:ext cx="549000" cy="549000"/>
          </a:xfrm>
          <a:custGeom>
            <a:avLst/>
            <a:gdLst>
              <a:gd name="textAreaLeft" fmla="*/ 0 w 549000"/>
              <a:gd name="textAreaRight" fmla="*/ 556200 w 549000"/>
              <a:gd name="textAreaTop" fmla="*/ 0 h 549000"/>
              <a:gd name="textAreaBottom" fmla="*/ 556200 h 549000"/>
            </a:gdLst>
            <a:ahLst/>
            <a:cxnLst/>
            <a:rect l="textAreaLeft" t="textAreaTop" r="textAreaRight" b="textAreaBottom"/>
            <a:pathLst>
              <a:path w="556178" h="556178">
                <a:moveTo>
                  <a:pt x="0" y="0"/>
                </a:moveTo>
                <a:lnTo>
                  <a:pt x="556178" y="0"/>
                </a:lnTo>
                <a:lnTo>
                  <a:pt x="556178" y="556178"/>
                </a:lnTo>
                <a:lnTo>
                  <a:pt x="0" y="5561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" name="Group 4"/>
          <p:cNvGrpSpPr/>
          <p:nvPr/>
        </p:nvGrpSpPr>
        <p:grpSpPr>
          <a:xfrm>
            <a:off x="993600" y="8998920"/>
            <a:ext cx="6507720" cy="28800"/>
            <a:chOff x="993600" y="8998920"/>
            <a:chExt cx="6507720" cy="28800"/>
          </a:xfrm>
        </p:grpSpPr>
        <p:sp>
          <p:nvSpPr>
            <p:cNvPr id="123" name="Freeform 11"/>
            <p:cNvSpPr/>
            <p:nvPr/>
          </p:nvSpPr>
          <p:spPr>
            <a:xfrm>
              <a:off x="993600" y="8998920"/>
              <a:ext cx="6507720" cy="28800"/>
            </a:xfrm>
            <a:custGeom>
              <a:avLst/>
              <a:gdLst>
                <a:gd name="textAreaLeft" fmla="*/ 0 w 6507720"/>
                <a:gd name="textAreaRight" fmla="*/ 6514920 w 650772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686673" h="47879">
                  <a:moveTo>
                    <a:pt x="0" y="0"/>
                  </a:moveTo>
                  <a:lnTo>
                    <a:pt x="8686673" y="0"/>
                  </a:lnTo>
                  <a:lnTo>
                    <a:pt x="8686673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TextBox 12"/>
          <p:cNvSpPr/>
          <p:nvPr/>
        </p:nvSpPr>
        <p:spPr>
          <a:xfrm>
            <a:off x="972720" y="8023680"/>
            <a:ext cx="4977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Contacto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Group 6"/>
          <p:cNvGrpSpPr/>
          <p:nvPr/>
        </p:nvGrpSpPr>
        <p:grpSpPr>
          <a:xfrm>
            <a:off x="901800" y="27378720"/>
            <a:ext cx="6435000" cy="28800"/>
            <a:chOff x="901800" y="27378720"/>
            <a:chExt cx="6435000" cy="28800"/>
          </a:xfrm>
        </p:grpSpPr>
        <p:sp>
          <p:nvSpPr>
            <p:cNvPr id="126" name="Freeform 13"/>
            <p:cNvSpPr/>
            <p:nvPr/>
          </p:nvSpPr>
          <p:spPr>
            <a:xfrm>
              <a:off x="901800" y="27378720"/>
              <a:ext cx="6435000" cy="28800"/>
            </a:xfrm>
            <a:custGeom>
              <a:avLst/>
              <a:gdLst>
                <a:gd name="textAreaLeft" fmla="*/ 0 w 6435000"/>
                <a:gd name="textAreaRight" fmla="*/ 6442200 w 6435000"/>
                <a:gd name="textAreaTop" fmla="*/ 0 h 28800"/>
                <a:gd name="textAreaBottom" fmla="*/ 36000 h 28800"/>
              </a:gdLst>
              <a:ahLst/>
              <a:cxnLst/>
              <a:rect l="textAreaLeft" t="textAreaTop" r="textAreaRight" b="textAreaBottom"/>
              <a:pathLst>
                <a:path w="8589772" h="47879">
                  <a:moveTo>
                    <a:pt x="0" y="0"/>
                  </a:moveTo>
                  <a:lnTo>
                    <a:pt x="8589772" y="0"/>
                  </a:lnTo>
                  <a:lnTo>
                    <a:pt x="858977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TextBox 15"/>
          <p:cNvSpPr/>
          <p:nvPr/>
        </p:nvSpPr>
        <p:spPr>
          <a:xfrm>
            <a:off x="897480" y="26655480"/>
            <a:ext cx="52102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69"/>
              </a:lnSpc>
            </a:pPr>
            <a:r>
              <a:rPr lang="en-US" sz="4240" b="0" u="none" spc="422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Otros datos</a:t>
            </a:r>
            <a:endParaRPr lang="es-AR" sz="4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1119960" y="27412560"/>
            <a:ext cx="6435000" cy="12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81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Referencias a disposición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pc="-6" strike="noStrike">
                <a:solidFill>
                  <a:srgbClr val="543f3f"/>
                </a:solidFill>
                <a:effectLst/>
                <a:uFillTx/>
                <a:latin typeface="Lato"/>
                <a:ea typeface="Poppins"/>
              </a:rPr>
              <a:t>Disponibilidad full time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800000" y="1178280"/>
            <a:ext cx="413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DAG9kLRsMLw</dc:identifier>
  <dc:language>es-AR</dc:language>
  <cp:lastModifiedBy/>
  <dcterms:modified xsi:type="dcterms:W3CDTF">2026-01-14T16:06:29Z</dcterms:modified>
  <cp:revision>21</cp:revision>
  <dc:subject/>
  <dc:title>Plantilla_oficial_6.pptx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