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Garet"/>
      <p:regular r:id="rId5"/>
      <p:bold r:id="rId5"/>
    </p:embeddedFont>
    <p:embeddedFont>
      <p:font typeface="Microsoft YaHei"/>
      <p:regular r:id="rId6"/>
    </p:embeddedFont>
    <p:embeddedFont>
      <p:font typeface="TT Drugs"/>
      <p:regular r:id="rId7"/>
      <p:bold r:id="rId7"/>
    </p:embeddedFont>
    <p:embeddedFont>
      <p:font typeface="Montserrat"/>
      <p:regular r:id="rId8"/>
      <p:bold r:id="rId8"/>
    </p:embeddedFont>
    <p:embeddedFont>
      <p:font typeface="TT Drugs Bold"/>
    </p:embeddedFont>
    <p:embeddedFont>
      <p:font typeface="Montserrat Bold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Gare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TT_Drugs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08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60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D5F3F0-9FF4-4C42-B3C0-5BB49C1380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E9B056-DCB6-4041-B2C8-C79E3D3186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080" cy="13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080" cy="14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FE13F9-B332-4CF7-9D71-DA29F54D61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96351C-F024-4E89-A895-0963E24896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96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96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40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40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FA8C40-6465-40D1-BAD8-2A2DD3D37A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9A1014-D118-4C7F-AC27-03D5E5F815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828B88-B630-4627-B65C-1A31D3B129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840" cy="114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32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840" cy="467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2198C7-8A3D-4D0E-B25C-74B08FDB07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080" cy="55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080" cy="410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080" cy="79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35208B-91B4-42FF-A3CE-DDC9FCB0E8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080" cy="14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0C5D04-E0F9-467C-BE40-3D2C52F53E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ED30B9-31D9-4D7F-BCD7-D3F5BB464D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7023960"/>
            <a:ext cx="8089560" cy="2274948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3339000" y="875880"/>
            <a:ext cx="18023400" cy="5133240"/>
          </a:xfrm>
          <a:custGeom>
            <a:avLst/>
            <a:gdLst>
              <a:gd name="textAreaLeft" fmla="*/ 0 w 18023400"/>
              <a:gd name="textAreaRight" fmla="*/ 18036360 w 18023400"/>
              <a:gd name="textAreaTop" fmla="*/ 0 h 5133240"/>
              <a:gd name="textAreaBottom" fmla="*/ 5146560 h 513324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229040" y="540000"/>
            <a:ext cx="6322680" cy="6322680"/>
          </a:xfrm>
          <a:custGeom>
            <a:avLst/>
            <a:gdLst>
              <a:gd name="textAreaLeft" fmla="*/ 0 w 6322680"/>
              <a:gd name="textAreaRight" fmla="*/ 6336000 w 6322680"/>
              <a:gd name="textAreaTop" fmla="*/ 0 h 6322680"/>
              <a:gd name="textAreaBottom" fmla="*/ 6336000 h 632268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9"/>
          <p:cNvGrpSpPr/>
          <p:nvPr/>
        </p:nvGrpSpPr>
        <p:grpSpPr>
          <a:xfrm>
            <a:off x="8717760" y="13903200"/>
            <a:ext cx="11990520" cy="13680"/>
            <a:chOff x="8717760" y="13903200"/>
            <a:chExt cx="11990520" cy="13680"/>
          </a:xfrm>
        </p:grpSpPr>
        <p:sp>
          <p:nvSpPr>
            <p:cNvPr id="63" name="Freeform 10"/>
            <p:cNvSpPr/>
            <p:nvPr/>
          </p:nvSpPr>
          <p:spPr>
            <a:xfrm>
              <a:off x="8717760" y="13903200"/>
              <a:ext cx="11990520" cy="13680"/>
            </a:xfrm>
            <a:custGeom>
              <a:avLst/>
              <a:gdLst>
                <a:gd name="textAreaLeft" fmla="*/ 0 w 11990520"/>
                <a:gd name="textAreaRight" fmla="*/ 12003840 w 11990520"/>
                <a:gd name="textAreaTop" fmla="*/ 0 h 13680"/>
                <a:gd name="textAreaBottom" fmla="*/ 27000 h 1368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9"/>
          <p:cNvSpPr/>
          <p:nvPr/>
        </p:nvSpPr>
        <p:spPr>
          <a:xfrm>
            <a:off x="7920000" y="2306880"/>
            <a:ext cx="1368216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4220" b="0" u="none" spc="227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{{title}}</a:t>
            </a:r>
            <a:endParaRPr lang="es-AR" sz="4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0"/>
          <p:cNvGrpSpPr/>
          <p:nvPr/>
        </p:nvGrpSpPr>
        <p:grpSpPr>
          <a:xfrm>
            <a:off x="8717760" y="8535240"/>
            <a:ext cx="11990520" cy="12600"/>
            <a:chOff x="8717760" y="8535240"/>
            <a:chExt cx="11990520" cy="12600"/>
          </a:xfrm>
        </p:grpSpPr>
        <p:sp>
          <p:nvSpPr>
            <p:cNvPr id="66" name="Freeform 31"/>
            <p:cNvSpPr/>
            <p:nvPr/>
          </p:nvSpPr>
          <p:spPr>
            <a:xfrm>
              <a:off x="8717760" y="8535240"/>
              <a:ext cx="11990520" cy="12600"/>
            </a:xfrm>
            <a:custGeom>
              <a:avLst/>
              <a:gdLst>
                <a:gd name="textAreaLeft" fmla="*/ 0 w 11990520"/>
                <a:gd name="textAreaRight" fmla="*/ 12003840 w 11990520"/>
                <a:gd name="textAreaTop" fmla="*/ 0 h 12600"/>
                <a:gd name="textAreaBottom" fmla="*/ 23040 h 1260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2"/>
          <p:cNvSpPr/>
          <p:nvPr/>
        </p:nvSpPr>
        <p:spPr>
          <a:xfrm>
            <a:off x="8713440" y="8711280"/>
            <a:ext cx="119905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3"/>
          <p:cNvSpPr/>
          <p:nvPr/>
        </p:nvSpPr>
        <p:spPr>
          <a:xfrm>
            <a:off x="8697240" y="7560000"/>
            <a:ext cx="1200672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4"/>
          <p:cNvSpPr/>
          <p:nvPr/>
        </p:nvSpPr>
        <p:spPr>
          <a:xfrm>
            <a:off x="8717760" y="12954960"/>
            <a:ext cx="677808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5"/>
          <p:cNvSpPr/>
          <p:nvPr/>
        </p:nvSpPr>
        <p:spPr>
          <a:xfrm>
            <a:off x="8717760" y="14148000"/>
            <a:ext cx="12017880" cy="38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pc="43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[[EXPERIENCE_BLOCK]] 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9"/>
              </a:lnSpc>
            </a:pPr>
            <a:r>
              <a:rPr lang="en-US" sz="28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{{exp_1_role}}</a:t>
            </a:r>
            <a:r>
              <a:rPr lang="en-US" sz="28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{{exp_1_company}}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r>
              <a:rPr lang="en-US" sz="2800" b="1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{{exp_2_role}}</a:t>
            </a:r>
            <a:r>
              <a:rPr lang="en-US" sz="2800" b="0" u="none" spc="130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  {{exp_2_company}}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402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49"/>
          <p:cNvSpPr/>
          <p:nvPr/>
        </p:nvSpPr>
        <p:spPr>
          <a:xfrm>
            <a:off x="835560" y="900000"/>
            <a:ext cx="34336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360" y="7024320"/>
            <a:ext cx="8089560" cy="2274948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1800000" y="1178280"/>
            <a:ext cx="413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900000" y="6660360"/>
            <a:ext cx="6329160" cy="43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 Bold"/>
              </a:rPr>
              <a:t>[[SIDEBAR_BLOCK]]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37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2026-03-09T19:55:32Z</dcterms:modified>
  <cp:revision>38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