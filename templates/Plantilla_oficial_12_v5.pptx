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Microsoft YaHei"/>
      <p:regular r:id="rId5"/>
    </p:embeddedFont>
    <p:embeddedFont>
      <p:font typeface="Garet"/>
      <p:regular r:id="rId6"/>
      <p:bold r:id="rId6"/>
    </p:embeddedFont>
    <p:embeddedFont>
      <p:font typeface="Poppins Bold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79939B-1009-46C5-8F0E-AFA38EC099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520" cy="135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520" cy="148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2786C9-9081-4BB6-A279-0F760F3C06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60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4F6D8DE-C753-4773-B5D0-4D987FA5A0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40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40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9840" cy="62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9840" cy="393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8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2EDCD25-B317-483F-909D-5E4B4FA24A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18D00A-5468-4A4B-8B8B-C5715E56F9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CC27F3-371C-4BF5-9E5A-E2756C7C56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280" cy="115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9760" cy="584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280" cy="467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15B3EE-83DE-4B1D-8DDD-11E5593475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520" cy="5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520" cy="41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520" cy="79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FBEBBD-D8E7-4FDE-AFA3-AA117011CE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520" cy="145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85D300-84F6-4FD7-88EA-35306FB7D2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7720" cy="113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7720" cy="451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7AE9B7-E491-476C-9668-839D90F829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52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040" cy="58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60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1840" cy="35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B39447-9417-433D-9855-AA05C87E02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6241680"/>
            <a:ext cx="17102520" cy="15120"/>
            <a:chOff x="1225080" y="6241680"/>
            <a:chExt cx="17102520" cy="15120"/>
          </a:xfrm>
        </p:grpSpPr>
        <p:sp>
          <p:nvSpPr>
            <p:cNvPr id="60" name="Freeform 3"/>
            <p:cNvSpPr/>
            <p:nvPr/>
          </p:nvSpPr>
          <p:spPr>
            <a:xfrm>
              <a:off x="1225080" y="6241680"/>
              <a:ext cx="17102520" cy="15120"/>
            </a:xfrm>
            <a:custGeom>
              <a:avLst/>
              <a:gdLst>
                <a:gd name="textAreaLeft" fmla="*/ 0 w 17102520"/>
                <a:gd name="textAreaRight" fmla="*/ 17114400 w 1710252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3"/>
          <p:cNvSpPr/>
          <p:nvPr/>
        </p:nvSpPr>
        <p:spPr>
          <a:xfrm>
            <a:off x="1225080" y="5500080"/>
            <a:ext cx="93888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1208880" y="6034320"/>
            <a:ext cx="19490040" cy="59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</a:pPr>
            <a:r>
              <a:rPr lang="en-US" sz="28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23"/>
          <p:cNvSpPr/>
          <p:nvPr/>
        </p:nvSpPr>
        <p:spPr>
          <a:xfrm>
            <a:off x="5580000" y="6707880"/>
            <a:ext cx="1773648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4"/>
          <p:cNvSpPr/>
          <p:nvPr/>
        </p:nvSpPr>
        <p:spPr>
          <a:xfrm>
            <a:off x="890280" y="9741600"/>
            <a:ext cx="21282840" cy="75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6"/>
          <p:cNvSpPr/>
          <p:nvPr/>
        </p:nvSpPr>
        <p:spPr>
          <a:xfrm>
            <a:off x="5580000" y="9207360"/>
            <a:ext cx="17917200" cy="3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8"/>
          <p:cNvSpPr/>
          <p:nvPr/>
        </p:nvSpPr>
        <p:spPr>
          <a:xfrm>
            <a:off x="1225080" y="11838240"/>
            <a:ext cx="2128284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5236920" y="2363760"/>
            <a:ext cx="15678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338440" y="-93960"/>
            <a:ext cx="1535616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8"/>
          <p:cNvSpPr/>
          <p:nvPr/>
        </p:nvSpPr>
        <p:spPr>
          <a:xfrm>
            <a:off x="1225080" y="3498840"/>
            <a:ext cx="1829052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20000" y="216360"/>
            <a:ext cx="413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4"/>
          <p:cNvGrpSpPr/>
          <p:nvPr/>
        </p:nvGrpSpPr>
        <p:grpSpPr>
          <a:xfrm>
            <a:off x="1298520" y="19107360"/>
            <a:ext cx="17105040" cy="17640"/>
            <a:chOff x="1298520" y="19107360"/>
            <a:chExt cx="17105040" cy="17640"/>
          </a:xfrm>
        </p:grpSpPr>
        <p:sp>
          <p:nvSpPr>
            <p:cNvPr id="72" name="Freeform 1"/>
            <p:cNvSpPr/>
            <p:nvPr/>
          </p:nvSpPr>
          <p:spPr>
            <a:xfrm>
              <a:off x="1298520" y="1910736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6"/>
          <p:cNvGrpSpPr/>
          <p:nvPr/>
        </p:nvGrpSpPr>
        <p:grpSpPr>
          <a:xfrm>
            <a:off x="1260720" y="23329080"/>
            <a:ext cx="17105040" cy="17640"/>
            <a:chOff x="1260720" y="23329080"/>
            <a:chExt cx="17105040" cy="17640"/>
          </a:xfrm>
        </p:grpSpPr>
        <p:sp>
          <p:nvSpPr>
            <p:cNvPr id="74" name="Freeform 7"/>
            <p:cNvSpPr/>
            <p:nvPr/>
          </p:nvSpPr>
          <p:spPr>
            <a:xfrm>
              <a:off x="1260720" y="2332908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8"/>
          <p:cNvGrpSpPr/>
          <p:nvPr/>
        </p:nvGrpSpPr>
        <p:grpSpPr>
          <a:xfrm>
            <a:off x="1225800" y="21245760"/>
            <a:ext cx="17105040" cy="17640"/>
            <a:chOff x="1225800" y="21245760"/>
            <a:chExt cx="17105040" cy="17640"/>
          </a:xfrm>
        </p:grpSpPr>
        <p:sp>
          <p:nvSpPr>
            <p:cNvPr id="76" name="Freeform 9"/>
            <p:cNvSpPr/>
            <p:nvPr/>
          </p:nvSpPr>
          <p:spPr>
            <a:xfrm>
              <a:off x="1225800" y="2124576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14"/>
          <p:cNvSpPr/>
          <p:nvPr/>
        </p:nvSpPr>
        <p:spPr>
          <a:xfrm>
            <a:off x="1298520" y="1850436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5"/>
          <p:cNvSpPr/>
          <p:nvPr/>
        </p:nvSpPr>
        <p:spPr>
          <a:xfrm>
            <a:off x="900360" y="19168560"/>
            <a:ext cx="1792692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6"/>
          <p:cNvSpPr/>
          <p:nvPr/>
        </p:nvSpPr>
        <p:spPr>
          <a:xfrm>
            <a:off x="1260720" y="2272608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7"/>
          <p:cNvSpPr/>
          <p:nvPr/>
        </p:nvSpPr>
        <p:spPr>
          <a:xfrm>
            <a:off x="900360" y="23497920"/>
            <a:ext cx="1720692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9"/>
          <p:cNvSpPr/>
          <p:nvPr/>
        </p:nvSpPr>
        <p:spPr>
          <a:xfrm>
            <a:off x="1225800" y="20665080"/>
            <a:ext cx="65541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900360" y="21281400"/>
            <a:ext cx="199126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9"/>
          <p:cNvSpPr/>
          <p:nvPr/>
        </p:nvSpPr>
        <p:spPr>
          <a:xfrm>
            <a:off x="5220360" y="17460360"/>
            <a:ext cx="17777520" cy="4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4"/>
          <p:cNvSpPr/>
          <p:nvPr/>
        </p:nvSpPr>
        <p:spPr>
          <a:xfrm>
            <a:off x="1390680" y="27340920"/>
            <a:ext cx="1927116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1"/>
          <p:cNvGrpSpPr/>
          <p:nvPr/>
        </p:nvGrpSpPr>
        <p:grpSpPr>
          <a:xfrm>
            <a:off x="1261080" y="27325440"/>
            <a:ext cx="17105040" cy="17640"/>
            <a:chOff x="1261080" y="27325440"/>
            <a:chExt cx="17105040" cy="17640"/>
          </a:xfrm>
        </p:grpSpPr>
        <p:sp>
          <p:nvSpPr>
            <p:cNvPr id="86" name="Freeform 2"/>
            <p:cNvSpPr/>
            <p:nvPr/>
          </p:nvSpPr>
          <p:spPr>
            <a:xfrm>
              <a:off x="1261080" y="27325440"/>
              <a:ext cx="17105040" cy="17640"/>
            </a:xfrm>
            <a:custGeom>
              <a:avLst/>
              <a:gdLst>
                <a:gd name="textAreaLeft" fmla="*/ 0 w 17105040"/>
                <a:gd name="textAreaRight" fmla="*/ 17114400 w 17105040"/>
                <a:gd name="textAreaTop" fmla="*/ 0 h 17640"/>
                <a:gd name="textAreaBottom" fmla="*/ 27000 h 176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"/>
          <p:cNvSpPr/>
          <p:nvPr/>
        </p:nvSpPr>
        <p:spPr>
          <a:xfrm>
            <a:off x="1261080" y="26722440"/>
            <a:ext cx="1152396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COMPETENCIAS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2026-03-09T20:02:07Z</dcterms:modified>
  <cp:revision>34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