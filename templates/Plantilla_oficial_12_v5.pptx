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Italics"/>
    </p:embeddedFont>
    <p:embeddedFont>
      <p:font typeface="Poppins Bold"/>
    </p:embeddedFont>
    <p:embeddedFont>
      <p:font typeface="Gare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41025D-8111-4EF2-A876-787AD0812E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D8DC26-4087-4356-BC59-E5A9ED9BA2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DAE0AA-F077-428C-826D-5CF918DDAA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B9773B-3056-4CC6-A482-C3E043A1C0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7CCD1E-1401-4247-8859-3079A2D3FF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DDB5E4-F492-4F1A-B209-35B1127F99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D6BC4A-60B6-4974-AE25-3BAF2F3EBA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FFFC86-E5B5-4C6C-BAE2-51B462E088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105A22-26EA-446A-940B-E5827E81BA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903741-E1CB-402B-9FDA-CEEEC222D7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3C700A-5C9E-401E-BDA2-D2867D7F69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6241680"/>
            <a:ext cx="17102880" cy="15480"/>
            <a:chOff x="1225080" y="6241680"/>
            <a:chExt cx="17102880" cy="15480"/>
          </a:xfrm>
        </p:grpSpPr>
        <p:sp>
          <p:nvSpPr>
            <p:cNvPr id="60" name="Freeform 3"/>
            <p:cNvSpPr/>
            <p:nvPr/>
          </p:nvSpPr>
          <p:spPr>
            <a:xfrm>
              <a:off x="1225080" y="6241680"/>
              <a:ext cx="17102880" cy="15480"/>
            </a:xfrm>
            <a:custGeom>
              <a:avLst/>
              <a:gdLst>
                <a:gd name="textAreaLeft" fmla="*/ 0 w 17102880"/>
                <a:gd name="textAreaRight" fmla="*/ 17114400 w 17102880"/>
                <a:gd name="textAreaTop" fmla="*/ 0 h 15480"/>
                <a:gd name="textAreaBottom" fmla="*/ 27000 h 154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5500080"/>
            <a:ext cx="93891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08880" y="6034320"/>
            <a:ext cx="19490400" cy="59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3033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4252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4252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4252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4252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580000" y="6707880"/>
            <a:ext cx="1773684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4"/>
          <p:cNvSpPr/>
          <p:nvPr/>
        </p:nvSpPr>
        <p:spPr>
          <a:xfrm>
            <a:off x="890280" y="9741600"/>
            <a:ext cx="2128320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6"/>
          <p:cNvSpPr/>
          <p:nvPr/>
        </p:nvSpPr>
        <p:spPr>
          <a:xfrm>
            <a:off x="5580000" y="9207360"/>
            <a:ext cx="1791756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8"/>
          <p:cNvSpPr/>
          <p:nvPr/>
        </p:nvSpPr>
        <p:spPr>
          <a:xfrm>
            <a:off x="1225080" y="11838240"/>
            <a:ext cx="212832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5236920" y="2363760"/>
            <a:ext cx="156790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338440" y="-93960"/>
            <a:ext cx="1535652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8"/>
          <p:cNvSpPr/>
          <p:nvPr/>
        </p:nvSpPr>
        <p:spPr>
          <a:xfrm>
            <a:off x="1225080" y="3498840"/>
            <a:ext cx="182908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080000" y="540360"/>
            <a:ext cx="4133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4"/>
          <p:cNvGrpSpPr/>
          <p:nvPr/>
        </p:nvGrpSpPr>
        <p:grpSpPr>
          <a:xfrm>
            <a:off x="1298520" y="19107360"/>
            <a:ext cx="17105400" cy="18000"/>
            <a:chOff x="1298520" y="19107360"/>
            <a:chExt cx="17105400" cy="18000"/>
          </a:xfrm>
        </p:grpSpPr>
        <p:sp>
          <p:nvSpPr>
            <p:cNvPr id="72" name="Freeform 1"/>
            <p:cNvSpPr/>
            <p:nvPr/>
          </p:nvSpPr>
          <p:spPr>
            <a:xfrm>
              <a:off x="1298520" y="1910736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6"/>
          <p:cNvGrpSpPr/>
          <p:nvPr/>
        </p:nvGrpSpPr>
        <p:grpSpPr>
          <a:xfrm>
            <a:off x="1260720" y="23329080"/>
            <a:ext cx="17105400" cy="18000"/>
            <a:chOff x="1260720" y="23329080"/>
            <a:chExt cx="17105400" cy="18000"/>
          </a:xfrm>
        </p:grpSpPr>
        <p:sp>
          <p:nvSpPr>
            <p:cNvPr id="74" name="Freeform 7"/>
            <p:cNvSpPr/>
            <p:nvPr/>
          </p:nvSpPr>
          <p:spPr>
            <a:xfrm>
              <a:off x="1260720" y="2332908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8"/>
          <p:cNvGrpSpPr/>
          <p:nvPr/>
        </p:nvGrpSpPr>
        <p:grpSpPr>
          <a:xfrm>
            <a:off x="1225800" y="21245760"/>
            <a:ext cx="17105400" cy="18000"/>
            <a:chOff x="1225800" y="21245760"/>
            <a:chExt cx="17105400" cy="18000"/>
          </a:xfrm>
        </p:grpSpPr>
        <p:sp>
          <p:nvSpPr>
            <p:cNvPr id="76" name="Freeform 9"/>
            <p:cNvSpPr/>
            <p:nvPr/>
          </p:nvSpPr>
          <p:spPr>
            <a:xfrm>
              <a:off x="1225800" y="2124576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14"/>
          <p:cNvSpPr/>
          <p:nvPr/>
        </p:nvSpPr>
        <p:spPr>
          <a:xfrm>
            <a:off x="1298520" y="1850436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5"/>
          <p:cNvSpPr/>
          <p:nvPr/>
        </p:nvSpPr>
        <p:spPr>
          <a:xfrm>
            <a:off x="900360" y="19168560"/>
            <a:ext cx="179272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6"/>
          <p:cNvSpPr/>
          <p:nvPr/>
        </p:nvSpPr>
        <p:spPr>
          <a:xfrm>
            <a:off x="1260720" y="22726080"/>
            <a:ext cx="11524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7"/>
          <p:cNvSpPr/>
          <p:nvPr/>
        </p:nvSpPr>
        <p:spPr>
          <a:xfrm>
            <a:off x="900360" y="23497920"/>
            <a:ext cx="1720728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9"/>
          <p:cNvSpPr/>
          <p:nvPr/>
        </p:nvSpPr>
        <p:spPr>
          <a:xfrm>
            <a:off x="1225800" y="2066508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900360" y="21281400"/>
            <a:ext cx="1991304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9"/>
          <p:cNvSpPr/>
          <p:nvPr/>
        </p:nvSpPr>
        <p:spPr>
          <a:xfrm>
            <a:off x="5220360" y="17460360"/>
            <a:ext cx="177778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4"/>
          <p:cNvSpPr/>
          <p:nvPr/>
        </p:nvSpPr>
        <p:spPr>
          <a:xfrm>
            <a:off x="1390680" y="2734092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Group 1"/>
          <p:cNvGrpSpPr/>
          <p:nvPr/>
        </p:nvGrpSpPr>
        <p:grpSpPr>
          <a:xfrm>
            <a:off x="1261080" y="27325440"/>
            <a:ext cx="17105400" cy="18000"/>
            <a:chOff x="1261080" y="27325440"/>
            <a:chExt cx="17105400" cy="18000"/>
          </a:xfrm>
        </p:grpSpPr>
        <p:sp>
          <p:nvSpPr>
            <p:cNvPr id="86" name="Freeform 2"/>
            <p:cNvSpPr/>
            <p:nvPr/>
          </p:nvSpPr>
          <p:spPr>
            <a:xfrm>
              <a:off x="1261080" y="2732544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1"/>
          <p:cNvSpPr/>
          <p:nvPr/>
        </p:nvSpPr>
        <p:spPr>
          <a:xfrm>
            <a:off x="1261080" y="26722440"/>
            <a:ext cx="11524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2026-03-08T20:54:17Z</dcterms:modified>
  <cp:revision>33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