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Poppins Bold"/>
    </p:embeddedFont>
    <p:embeddedFont>
      <p:font typeface="Poppins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80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E1764E-B4DA-4082-8980-F39B3A2609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60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12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7D58F9-9840-4020-8846-6458B0897A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80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DDB5EB-CFB0-46F0-A6BB-B7E5BA952E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600" cy="135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600" cy="148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0D7233-DC0F-4A17-AB8D-F0716A6C77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68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68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ECDE29-A35E-4877-9C05-C9F1ADBEE6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480" cy="62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480" cy="394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920" cy="62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920" cy="394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615752-2E8B-42E8-8254-E95C5D3455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C5D50E6-2676-4716-89DA-B22F8E0AF5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4242A8-A7E4-43AE-9DFB-A9EBCAFC86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360" cy="115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84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360" cy="468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0C527E-B38D-4FD8-9284-A1E10D49C67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600" cy="55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600" cy="41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600" cy="79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D293DC-7AF4-47CD-8FC5-8D02EA74B6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600" cy="145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126CF8-FFD4-46D3-BB35-C7F8FAC5C76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7717680"/>
            <a:ext cx="17103600" cy="16200"/>
            <a:chOff x="1225080" y="7717680"/>
            <a:chExt cx="17103600" cy="16200"/>
          </a:xfrm>
        </p:grpSpPr>
        <p:sp>
          <p:nvSpPr>
            <p:cNvPr id="60" name="Freeform 3"/>
            <p:cNvSpPr/>
            <p:nvPr/>
          </p:nvSpPr>
          <p:spPr>
            <a:xfrm>
              <a:off x="1225080" y="7717680"/>
              <a:ext cx="17103600" cy="16200"/>
            </a:xfrm>
            <a:custGeom>
              <a:avLst/>
              <a:gdLst>
                <a:gd name="textAreaLeft" fmla="*/ 0 w 17103600"/>
                <a:gd name="textAreaRight" fmla="*/ 17114400 w 1710360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3"/>
          <p:cNvSpPr/>
          <p:nvPr/>
        </p:nvSpPr>
        <p:spPr>
          <a:xfrm>
            <a:off x="1225080" y="6976080"/>
            <a:ext cx="9389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2"/>
          <p:cNvSpPr/>
          <p:nvPr/>
        </p:nvSpPr>
        <p:spPr>
          <a:xfrm>
            <a:off x="1208880" y="7906320"/>
            <a:ext cx="19491120" cy="672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{{exp_1_bullets_block}} 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{{exp_2_bullets_block}} 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{{exp_4_company}}  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23"/>
          <p:cNvSpPr/>
          <p:nvPr/>
        </p:nvSpPr>
        <p:spPr>
          <a:xfrm>
            <a:off x="5580000" y="8183880"/>
            <a:ext cx="1773756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4"/>
          <p:cNvSpPr/>
          <p:nvPr/>
        </p:nvSpPr>
        <p:spPr>
          <a:xfrm>
            <a:off x="890280" y="11217600"/>
            <a:ext cx="21283920" cy="75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3"/>
              </a:lnSpc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6"/>
          <p:cNvSpPr/>
          <p:nvPr/>
        </p:nvSpPr>
        <p:spPr>
          <a:xfrm>
            <a:off x="5580000" y="10683360"/>
            <a:ext cx="1791828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8"/>
          <p:cNvSpPr/>
          <p:nvPr/>
        </p:nvSpPr>
        <p:spPr>
          <a:xfrm>
            <a:off x="1225080" y="13314240"/>
            <a:ext cx="212839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4"/>
          <p:cNvGrpSpPr/>
          <p:nvPr/>
        </p:nvGrpSpPr>
        <p:grpSpPr>
          <a:xfrm>
            <a:off x="1298520" y="21231000"/>
            <a:ext cx="17105760" cy="18360"/>
            <a:chOff x="1298520" y="21231000"/>
            <a:chExt cx="17105760" cy="18360"/>
          </a:xfrm>
        </p:grpSpPr>
        <p:sp>
          <p:nvSpPr>
            <p:cNvPr id="68" name="Freeform 1"/>
            <p:cNvSpPr/>
            <p:nvPr/>
          </p:nvSpPr>
          <p:spPr>
            <a:xfrm>
              <a:off x="1298520" y="21231000"/>
              <a:ext cx="17105760" cy="18360"/>
            </a:xfrm>
            <a:custGeom>
              <a:avLst/>
              <a:gdLst>
                <a:gd name="textAreaLeft" fmla="*/ 0 w 17105760"/>
                <a:gd name="textAreaRight" fmla="*/ 17114400 w 1710576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6"/>
          <p:cNvGrpSpPr/>
          <p:nvPr/>
        </p:nvGrpSpPr>
        <p:grpSpPr>
          <a:xfrm>
            <a:off x="1260720" y="26496720"/>
            <a:ext cx="17105760" cy="18360"/>
            <a:chOff x="1260720" y="26496720"/>
            <a:chExt cx="17105760" cy="18360"/>
          </a:xfrm>
        </p:grpSpPr>
        <p:sp>
          <p:nvSpPr>
            <p:cNvPr id="70" name="Freeform 7"/>
            <p:cNvSpPr/>
            <p:nvPr/>
          </p:nvSpPr>
          <p:spPr>
            <a:xfrm>
              <a:off x="1260720" y="26496720"/>
              <a:ext cx="17105760" cy="18360"/>
            </a:xfrm>
            <a:custGeom>
              <a:avLst/>
              <a:gdLst>
                <a:gd name="textAreaLeft" fmla="*/ 0 w 17105760"/>
                <a:gd name="textAreaRight" fmla="*/ 17114400 w 1710576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8"/>
          <p:cNvGrpSpPr/>
          <p:nvPr/>
        </p:nvGrpSpPr>
        <p:grpSpPr>
          <a:xfrm>
            <a:off x="1225800" y="24017400"/>
            <a:ext cx="17105760" cy="18360"/>
            <a:chOff x="1225800" y="24017400"/>
            <a:chExt cx="17105760" cy="18360"/>
          </a:xfrm>
        </p:grpSpPr>
        <p:sp>
          <p:nvSpPr>
            <p:cNvPr id="72" name="Freeform 9"/>
            <p:cNvSpPr/>
            <p:nvPr/>
          </p:nvSpPr>
          <p:spPr>
            <a:xfrm>
              <a:off x="1225800" y="24017400"/>
              <a:ext cx="17105760" cy="18360"/>
            </a:xfrm>
            <a:custGeom>
              <a:avLst/>
              <a:gdLst>
                <a:gd name="textAreaLeft" fmla="*/ 0 w 17105760"/>
                <a:gd name="textAreaRight" fmla="*/ 17114400 w 1710576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TextBox 14"/>
          <p:cNvSpPr/>
          <p:nvPr/>
        </p:nvSpPr>
        <p:spPr>
          <a:xfrm>
            <a:off x="1298520" y="20628000"/>
            <a:ext cx="6554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5"/>
          <p:cNvSpPr/>
          <p:nvPr/>
        </p:nvSpPr>
        <p:spPr>
          <a:xfrm>
            <a:off x="900360" y="21292200"/>
            <a:ext cx="1792764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6"/>
          <p:cNvSpPr/>
          <p:nvPr/>
        </p:nvSpPr>
        <p:spPr>
          <a:xfrm>
            <a:off x="1260720" y="25893720"/>
            <a:ext cx="11524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7"/>
          <p:cNvSpPr/>
          <p:nvPr/>
        </p:nvSpPr>
        <p:spPr>
          <a:xfrm>
            <a:off x="900360" y="26665560"/>
            <a:ext cx="1720764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9"/>
          <p:cNvSpPr/>
          <p:nvPr/>
        </p:nvSpPr>
        <p:spPr>
          <a:xfrm>
            <a:off x="1225800" y="23436720"/>
            <a:ext cx="6554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0"/>
          <p:cNvSpPr/>
          <p:nvPr/>
        </p:nvSpPr>
        <p:spPr>
          <a:xfrm>
            <a:off x="900360" y="24053040"/>
            <a:ext cx="1991340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5236920" y="3263760"/>
            <a:ext cx="15679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1"/>
          <p:cNvSpPr/>
          <p:nvPr/>
        </p:nvSpPr>
        <p:spPr>
          <a:xfrm>
            <a:off x="5338440" y="806040"/>
            <a:ext cx="1535724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8"/>
          <p:cNvSpPr/>
          <p:nvPr/>
        </p:nvSpPr>
        <p:spPr>
          <a:xfrm>
            <a:off x="1225080" y="4326840"/>
            <a:ext cx="18291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080000" y="540360"/>
            <a:ext cx="4134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2026-02-14T18:28:56Z</dcterms:modified>
  <cp:revision>31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