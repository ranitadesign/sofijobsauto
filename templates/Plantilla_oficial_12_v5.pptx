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"/>
    </p:embeddedFont>
    <p:embeddedFont>
      <p:font typeface="Lato"/>
    </p:embeddedFont>
    <p:embeddedFont>
      <p:font typeface="Poppins Bold"/>
    </p:embeddedFon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Poppins Italic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0960" cy="1154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44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0960" cy="468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81C609F-C2BD-45C1-9727-45EA87FD09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200" cy="5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200" cy="410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200" cy="797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9548ABD-1947-4AF1-860B-E7355AD6E4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200" cy="1462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77C512-49CB-495D-8574-47A8203277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36C2E8-7D51-4310-B8CF-066B0A669B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20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2720" cy="584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FEA8F0-6CA7-4633-B053-6614646B2B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40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A9DF5B-ECEE-42C0-9069-FAE409C0C7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200" cy="135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200" cy="14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F0B056-C2E3-4EB5-B7B8-CDCE4B46FE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280" cy="451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A08B0D-24D3-414D-BC42-0633CD7E50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08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08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520" cy="63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520" cy="394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2823F9-C296-4508-9103-412A33F2D1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400" cy="113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77EF96-1EA2-4B3D-9B9D-2E60523000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BD0B77-CF8F-48B3-BBCA-39FD41B6A3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225080" y="7717680"/>
            <a:ext cx="17107200" cy="19800"/>
            <a:chOff x="1225080" y="7717680"/>
            <a:chExt cx="17107200" cy="19800"/>
          </a:xfrm>
        </p:grpSpPr>
        <p:sp>
          <p:nvSpPr>
            <p:cNvPr id="60" name="Freeform 3"/>
            <p:cNvSpPr/>
            <p:nvPr/>
          </p:nvSpPr>
          <p:spPr>
            <a:xfrm>
              <a:off x="1225080" y="7717680"/>
              <a:ext cx="17107200" cy="19800"/>
            </a:xfrm>
            <a:custGeom>
              <a:avLst/>
              <a:gdLst>
                <a:gd name="textAreaLeft" fmla="*/ 0 w 17107200"/>
                <a:gd name="textAreaRight" fmla="*/ 17114400 w 1710720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1298160" y="21395880"/>
            <a:ext cx="17107200" cy="19800"/>
            <a:chOff x="1298160" y="21395880"/>
            <a:chExt cx="17107200" cy="19800"/>
          </a:xfrm>
        </p:grpSpPr>
        <p:sp>
          <p:nvSpPr>
            <p:cNvPr id="62" name="Freeform 5"/>
            <p:cNvSpPr/>
            <p:nvPr/>
          </p:nvSpPr>
          <p:spPr>
            <a:xfrm>
              <a:off x="1298160" y="21395880"/>
              <a:ext cx="17107200" cy="19800"/>
            </a:xfrm>
            <a:custGeom>
              <a:avLst/>
              <a:gdLst>
                <a:gd name="textAreaLeft" fmla="*/ 0 w 17107200"/>
                <a:gd name="textAreaRight" fmla="*/ 17114400 w 1710720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6"/>
          <p:cNvGrpSpPr/>
          <p:nvPr/>
        </p:nvGrpSpPr>
        <p:grpSpPr>
          <a:xfrm>
            <a:off x="1225080" y="26513280"/>
            <a:ext cx="17107200" cy="19800"/>
            <a:chOff x="1225080" y="26513280"/>
            <a:chExt cx="17107200" cy="19800"/>
          </a:xfrm>
        </p:grpSpPr>
        <p:sp>
          <p:nvSpPr>
            <p:cNvPr id="64" name="Freeform 7"/>
            <p:cNvSpPr/>
            <p:nvPr/>
          </p:nvSpPr>
          <p:spPr>
            <a:xfrm>
              <a:off x="1225080" y="26513280"/>
              <a:ext cx="17107200" cy="19800"/>
            </a:xfrm>
            <a:custGeom>
              <a:avLst/>
              <a:gdLst>
                <a:gd name="textAreaLeft" fmla="*/ 0 w 17107200"/>
                <a:gd name="textAreaRight" fmla="*/ 17114400 w 1710720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8"/>
          <p:cNvGrpSpPr/>
          <p:nvPr/>
        </p:nvGrpSpPr>
        <p:grpSpPr>
          <a:xfrm>
            <a:off x="1225080" y="23980680"/>
            <a:ext cx="17107200" cy="19800"/>
            <a:chOff x="1225080" y="23980680"/>
            <a:chExt cx="17107200" cy="19800"/>
          </a:xfrm>
        </p:grpSpPr>
        <p:sp>
          <p:nvSpPr>
            <p:cNvPr id="66" name="Freeform 9"/>
            <p:cNvSpPr/>
            <p:nvPr/>
          </p:nvSpPr>
          <p:spPr>
            <a:xfrm>
              <a:off x="1225080" y="23980680"/>
              <a:ext cx="17107200" cy="19800"/>
            </a:xfrm>
            <a:custGeom>
              <a:avLst/>
              <a:gdLst>
                <a:gd name="textAreaLeft" fmla="*/ 0 w 17107200"/>
                <a:gd name="textAreaRight" fmla="*/ 17114400 w 1710720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10"/>
          <p:cNvSpPr/>
          <p:nvPr/>
        </p:nvSpPr>
        <p:spPr>
          <a:xfrm>
            <a:off x="5373000" y="3240000"/>
            <a:ext cx="156812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+{{contact_phone}} |  {{contact_email}} |  {{contact_location}} | Licencia de conducir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5560200" y="802080"/>
            <a:ext cx="15317640" cy="14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8210" b="0" u="none" strike="noStrike">
                <a:solidFill>
                  <a:srgbClr val="c0504d"/>
                </a:solidFill>
                <a:effectLst/>
                <a:uFillTx/>
                <a:latin typeface="Montserrat"/>
                <a:ea typeface="Poppins Bold"/>
              </a:rPr>
              <a:t>{{name}}</a:t>
            </a:r>
            <a:endParaRPr lang="es-AR" sz="82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5712120" y="2332800"/>
            <a:ext cx="12106080" cy="6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3"/>
          <p:cNvSpPr/>
          <p:nvPr/>
        </p:nvSpPr>
        <p:spPr>
          <a:xfrm>
            <a:off x="1225080" y="6976080"/>
            <a:ext cx="93934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1298160" y="20792880"/>
            <a:ext cx="65563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900000" y="21420000"/>
            <a:ext cx="1781460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1225080" y="25910280"/>
            <a:ext cx="115261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900000" y="26513280"/>
            <a:ext cx="1774908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8"/>
          <p:cNvSpPr/>
          <p:nvPr/>
        </p:nvSpPr>
        <p:spPr>
          <a:xfrm>
            <a:off x="1225080" y="4326480"/>
            <a:ext cx="1829304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9"/>
          <p:cNvSpPr/>
          <p:nvPr/>
        </p:nvSpPr>
        <p:spPr>
          <a:xfrm>
            <a:off x="1180080" y="23401080"/>
            <a:ext cx="65563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900000" y="24038640"/>
            <a:ext cx="1781460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2"/>
          <p:cNvSpPr/>
          <p:nvPr/>
        </p:nvSpPr>
        <p:spPr>
          <a:xfrm>
            <a:off x="1208880" y="7906320"/>
            <a:ext cx="21287520" cy="82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{{exp_1_role}}</a:t>
            </a:r>
            <a:r>
              <a:rPr lang="en-US" sz="217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</a:t>
            </a:r>
            <a:r>
              <a:rPr lang="en-US" sz="217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 </a:t>
            </a:r>
            <a:r>
              <a:rPr lang="en-US" sz="217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{{exp_1_company}}   {{exp_1_dates}}</a:t>
            </a:r>
            <a:endParaRPr lang="es-AR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{{exp_1_bullets_block}}</a:t>
            </a: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 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  <a:spcBef>
                <a:spcPts val="567"/>
              </a:spcBef>
              <a:spcAft>
                <a:spcPts val="567"/>
              </a:spcAft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{{exp_2_role}}</a:t>
            </a:r>
            <a:r>
              <a:rPr lang="en-US" sz="217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217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{{exp_2_company}}   {{exp_2_dates}}</a:t>
            </a:r>
            <a:endParaRPr lang="es-AR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{{exp_2_bullets_block}} 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  <a:spcBef>
                <a:spcPts val="567"/>
              </a:spcBef>
              <a:spcAft>
                <a:spcPts val="567"/>
              </a:spcAft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{{exp_3_role}}</a:t>
            </a:r>
            <a:r>
              <a:rPr lang="en-US" sz="217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</a:t>
            </a:r>
            <a:r>
              <a:rPr lang="en-US" sz="217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 Bold"/>
              </a:rPr>
              <a:t> </a:t>
            </a:r>
            <a:r>
              <a:rPr lang="en-US" sz="217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{{exp_3_company}}   {{exp_3_dates}}</a:t>
            </a:r>
            <a:endParaRPr lang="es-AR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{{exp_3_bullets_block}} 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  <a:spcBef>
                <a:spcPts val="567"/>
              </a:spcBef>
              <a:spcAft>
                <a:spcPts val="567"/>
              </a:spcAft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{{exp_4_role}}</a:t>
            </a:r>
            <a:r>
              <a:rPr lang="en-US" sz="217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217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{{exp_4_company}}   {{exp_3_dates}}</a:t>
            </a:r>
            <a:endParaRPr lang="es-AR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{{exp_4_bullets_block}} 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  <a:spcBef>
                <a:spcPts val="567"/>
              </a:spcBef>
              <a:spcAft>
                <a:spcPts val="567"/>
              </a:spcAft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{{exp_5_role}}</a:t>
            </a:r>
            <a:r>
              <a:rPr lang="en-US" sz="2170" b="0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217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{{exp_5_company}}   {{exp_5_dates}}</a:t>
            </a:r>
            <a:endParaRPr lang="es-AR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1800" b="0" u="none" strike="noStrike">
                <a:solidFill>
                  <a:srgbClr val="1e1e1e"/>
                </a:solidFill>
                <a:effectLst/>
                <a:uFillTx/>
                <a:latin typeface="Lato"/>
                <a:ea typeface="Poppins"/>
              </a:rPr>
              <a:t>{{exp_5_bullets_block}} 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3"/>
          <p:cNvSpPr/>
          <p:nvPr/>
        </p:nvSpPr>
        <p:spPr>
          <a:xfrm>
            <a:off x="5580000" y="8183880"/>
            <a:ext cx="1774116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4"/>
          <p:cNvSpPr/>
          <p:nvPr/>
        </p:nvSpPr>
        <p:spPr>
          <a:xfrm>
            <a:off x="890280" y="11217600"/>
            <a:ext cx="21287520" cy="75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3"/>
              </a:lnSpc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6"/>
          <p:cNvSpPr/>
          <p:nvPr/>
        </p:nvSpPr>
        <p:spPr>
          <a:xfrm>
            <a:off x="5580000" y="10683360"/>
            <a:ext cx="179218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8"/>
          <p:cNvSpPr/>
          <p:nvPr/>
        </p:nvSpPr>
        <p:spPr>
          <a:xfrm>
            <a:off x="1225080" y="13314240"/>
            <a:ext cx="2128752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5"/>
          <p:cNvSpPr/>
          <p:nvPr/>
        </p:nvSpPr>
        <p:spPr>
          <a:xfrm>
            <a:off x="5580000" y="18360000"/>
            <a:ext cx="17779680" cy="38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080000" y="360000"/>
            <a:ext cx="413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2026-01-14T16:59:11Z</dcterms:modified>
  <cp:revision>21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