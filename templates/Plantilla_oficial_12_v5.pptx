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roxima nova"/>
    </p:embeddedFont>
    <p:embeddedFont>
      <p:font typeface="Poppins"/>
      <p:regular r:id="rId4"/>
      <p:bold r:id="rId4"/>
    </p:embeddedFont>
    <p:embeddedFont>
      <p:font typeface="Garet"/>
    </p:embeddedFont>
    <p:embeddedFont>
      <p:font typeface="Microsoft YaHei"/>
      <p:regular r:id="rId5"/>
    </p:embeddedFont>
    <p:embeddedFont>
      <p:font typeface="Poppins Italics"/>
    </p:embeddedFont>
    <p:embeddedFont>
      <p:font typeface="Poppins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icrosoft_YaHei_Regular.fntdata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7000" cy="115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0480" cy="584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7000" cy="468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04791D-CB89-475D-A987-766AC5D866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5240" cy="55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5240" cy="410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5240" cy="79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832B40-F163-49E9-B3D2-8F877B44E3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1240" cy="145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A6E704-FF8B-42B9-B53B-225AF49840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4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440" cy="45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3DBFBC-4AE2-4763-83F2-547480780D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6240" cy="584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8760" cy="584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2637D2-D628-4AD9-85C4-962D72FF64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4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440" cy="45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1B7CBA0-851A-4616-A82E-AE4732D52B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1240" cy="13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1240" cy="148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73A3F8-C9E2-4335-92D9-B112CC32A9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4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7320" cy="45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7320" cy="45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19DBC4-269A-4E6D-B706-4D6DB31553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4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9120" cy="62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9120" cy="39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0560" cy="62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0560" cy="39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C2020AF-CBB4-4547-8780-371EC5E73A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4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B59D6A-BCE3-4159-8C3F-1CB78910D8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52FCD3-E6BA-44DE-859B-FF275CCAE9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1225080" y="7717680"/>
            <a:ext cx="17103240" cy="15840"/>
            <a:chOff x="1225080" y="7717680"/>
            <a:chExt cx="17103240" cy="15840"/>
          </a:xfrm>
        </p:grpSpPr>
        <p:sp>
          <p:nvSpPr>
            <p:cNvPr id="60" name="Freeform 3"/>
            <p:cNvSpPr/>
            <p:nvPr/>
          </p:nvSpPr>
          <p:spPr>
            <a:xfrm>
              <a:off x="1225080" y="7717680"/>
              <a:ext cx="17103240" cy="15840"/>
            </a:xfrm>
            <a:custGeom>
              <a:avLst/>
              <a:gdLst>
                <a:gd name="textAreaLeft" fmla="*/ 0 w 17103240"/>
                <a:gd name="textAreaRight" fmla="*/ 17114400 w 17103240"/>
                <a:gd name="textAreaTop" fmla="*/ 0 h 15840"/>
                <a:gd name="textAreaBottom" fmla="*/ 27000 h 1584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TextBox 13"/>
          <p:cNvSpPr/>
          <p:nvPr/>
        </p:nvSpPr>
        <p:spPr>
          <a:xfrm>
            <a:off x="1225080" y="6976080"/>
            <a:ext cx="93895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2"/>
          <p:cNvSpPr/>
          <p:nvPr/>
        </p:nvSpPr>
        <p:spPr>
          <a:xfrm>
            <a:off x="1208880" y="7510320"/>
            <a:ext cx="19490760" cy="73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033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28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{{exp_1_role}}</a:t>
            </a: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{{exp_1_company}}   {{exp_1_dates}}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22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{{exp_1_bullets_block}} 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52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28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{{exp_2_role}}</a:t>
            </a: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{{exp_2_company}}   {{exp_2_dates}}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22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{{exp_2_bullets_block}} 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52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28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{{exp_3_role}}</a:t>
            </a: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{{exp_3_company}}   {{exp_3_dates}}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22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{{exp_3_bullets_block}} 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52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28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{{exp_4_role}}</a:t>
            </a: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{{exp_4_company}}   {{exp_3_dates}}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22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{{exp_4_bullets_block}}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52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28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{{exp_5_role}}</a:t>
            </a: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{{exp_5_company}}   {{exp_5_dates}}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22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{{exp_5_bullets_block}} 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23"/>
          <p:cNvSpPr/>
          <p:nvPr/>
        </p:nvSpPr>
        <p:spPr>
          <a:xfrm>
            <a:off x="5580000" y="8183880"/>
            <a:ext cx="177372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3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4"/>
          <p:cNvSpPr/>
          <p:nvPr/>
        </p:nvSpPr>
        <p:spPr>
          <a:xfrm>
            <a:off x="890280" y="11217600"/>
            <a:ext cx="21283560" cy="75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93"/>
              </a:lnSpc>
            </a:pPr>
            <a:endParaRPr lang="es-A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9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6"/>
          <p:cNvSpPr/>
          <p:nvPr/>
        </p:nvSpPr>
        <p:spPr>
          <a:xfrm>
            <a:off x="5580000" y="10683360"/>
            <a:ext cx="1791792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3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8"/>
          <p:cNvSpPr/>
          <p:nvPr/>
        </p:nvSpPr>
        <p:spPr>
          <a:xfrm>
            <a:off x="1225080" y="13314240"/>
            <a:ext cx="212835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3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7" name="Group 4"/>
          <p:cNvGrpSpPr/>
          <p:nvPr/>
        </p:nvGrpSpPr>
        <p:grpSpPr>
          <a:xfrm>
            <a:off x="1298520" y="21231000"/>
            <a:ext cx="17105400" cy="18000"/>
            <a:chOff x="1298520" y="21231000"/>
            <a:chExt cx="17105400" cy="18000"/>
          </a:xfrm>
        </p:grpSpPr>
        <p:sp>
          <p:nvSpPr>
            <p:cNvPr id="68" name="Freeform 1"/>
            <p:cNvSpPr/>
            <p:nvPr/>
          </p:nvSpPr>
          <p:spPr>
            <a:xfrm>
              <a:off x="1298520" y="21231000"/>
              <a:ext cx="17105400" cy="18000"/>
            </a:xfrm>
            <a:custGeom>
              <a:avLst/>
              <a:gdLst>
                <a:gd name="textAreaLeft" fmla="*/ 0 w 17105400"/>
                <a:gd name="textAreaRight" fmla="*/ 17114400 w 17105400"/>
                <a:gd name="textAreaTop" fmla="*/ 0 h 18000"/>
                <a:gd name="textAreaBottom" fmla="*/ 27000 h 1800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9" name="Group 6"/>
          <p:cNvGrpSpPr/>
          <p:nvPr/>
        </p:nvGrpSpPr>
        <p:grpSpPr>
          <a:xfrm>
            <a:off x="1260720" y="26496720"/>
            <a:ext cx="17105400" cy="18000"/>
            <a:chOff x="1260720" y="26496720"/>
            <a:chExt cx="17105400" cy="18000"/>
          </a:xfrm>
        </p:grpSpPr>
        <p:sp>
          <p:nvSpPr>
            <p:cNvPr id="70" name="Freeform 7"/>
            <p:cNvSpPr/>
            <p:nvPr/>
          </p:nvSpPr>
          <p:spPr>
            <a:xfrm>
              <a:off x="1260720" y="26496720"/>
              <a:ext cx="17105400" cy="18000"/>
            </a:xfrm>
            <a:custGeom>
              <a:avLst/>
              <a:gdLst>
                <a:gd name="textAreaLeft" fmla="*/ 0 w 17105400"/>
                <a:gd name="textAreaRight" fmla="*/ 17114400 w 17105400"/>
                <a:gd name="textAreaTop" fmla="*/ 0 h 18000"/>
                <a:gd name="textAreaBottom" fmla="*/ 27000 h 1800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1" name="Group 8"/>
          <p:cNvGrpSpPr/>
          <p:nvPr/>
        </p:nvGrpSpPr>
        <p:grpSpPr>
          <a:xfrm>
            <a:off x="1225800" y="24017400"/>
            <a:ext cx="17105400" cy="18000"/>
            <a:chOff x="1225800" y="24017400"/>
            <a:chExt cx="17105400" cy="18000"/>
          </a:xfrm>
        </p:grpSpPr>
        <p:sp>
          <p:nvSpPr>
            <p:cNvPr id="72" name="Freeform 9"/>
            <p:cNvSpPr/>
            <p:nvPr/>
          </p:nvSpPr>
          <p:spPr>
            <a:xfrm>
              <a:off x="1225800" y="24017400"/>
              <a:ext cx="17105400" cy="18000"/>
            </a:xfrm>
            <a:custGeom>
              <a:avLst/>
              <a:gdLst>
                <a:gd name="textAreaLeft" fmla="*/ 0 w 17105400"/>
                <a:gd name="textAreaRight" fmla="*/ 17114400 w 17105400"/>
                <a:gd name="textAreaTop" fmla="*/ 0 h 18000"/>
                <a:gd name="textAreaBottom" fmla="*/ 27000 h 1800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" name="TextBox 14"/>
          <p:cNvSpPr/>
          <p:nvPr/>
        </p:nvSpPr>
        <p:spPr>
          <a:xfrm>
            <a:off x="1298520" y="20628000"/>
            <a:ext cx="65545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EDUCACIÓN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5"/>
          <p:cNvSpPr/>
          <p:nvPr/>
        </p:nvSpPr>
        <p:spPr>
          <a:xfrm>
            <a:off x="900360" y="21292200"/>
            <a:ext cx="1792728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{{edu_1_degree}}  {{edu_1_school}}  {{edu_1_years}}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{{edu_2_degree}}  {{edu_2_school}}  {{edu_2_years}}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{{edu_3_degree}}  {{edu_3_school}}  {{edu_3_years}}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6"/>
          <p:cNvSpPr/>
          <p:nvPr/>
        </p:nvSpPr>
        <p:spPr>
          <a:xfrm>
            <a:off x="1260720" y="25893720"/>
            <a:ext cx="115243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INFORMÁTICA E IDIOMAS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7"/>
          <p:cNvSpPr/>
          <p:nvPr/>
        </p:nvSpPr>
        <p:spPr>
          <a:xfrm>
            <a:off x="900360" y="26665560"/>
            <a:ext cx="17207280" cy="36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{{it_4}}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55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9"/>
          <p:cNvSpPr/>
          <p:nvPr/>
        </p:nvSpPr>
        <p:spPr>
          <a:xfrm>
            <a:off x="1225800" y="23436720"/>
            <a:ext cx="65545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CAPACITACIONES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0"/>
          <p:cNvSpPr/>
          <p:nvPr/>
        </p:nvSpPr>
        <p:spPr>
          <a:xfrm>
            <a:off x="900360" y="24053040"/>
            <a:ext cx="1991304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5236920" y="3263760"/>
            <a:ext cx="15679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22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{{contact_phone}} |  {{contact_email}} |  {{contact_location}} | {{licencia}}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1"/>
          <p:cNvSpPr/>
          <p:nvPr/>
        </p:nvSpPr>
        <p:spPr>
          <a:xfrm>
            <a:off x="5338440" y="806040"/>
            <a:ext cx="15356880" cy="21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486"/>
              </a:lnSpc>
            </a:pPr>
            <a:r>
              <a:rPr lang="en-US" sz="7200" b="0" u="none" strike="noStrike">
                <a:solidFill>
                  <a:srgbClr val="c0504d"/>
                </a:solidFill>
                <a:effectLst/>
                <a:uFillTx/>
                <a:latin typeface="Poppins"/>
                <a:ea typeface="Poppins Bold"/>
              </a:rPr>
              <a:t>{{name}}</a:t>
            </a:r>
            <a:endParaRPr lang="es-A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148"/>
              </a:lnSpc>
            </a:pPr>
            <a:r>
              <a:rPr lang="en-US" sz="2600" b="0" u="none" spc="320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8"/>
          <p:cNvSpPr/>
          <p:nvPr/>
        </p:nvSpPr>
        <p:spPr>
          <a:xfrm>
            <a:off x="1225080" y="4326840"/>
            <a:ext cx="18291240" cy="4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55"/>
              </a:lnSpc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Italic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080000" y="540360"/>
            <a:ext cx="413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DAG9ksXom68</dc:identifier>
  <dc:language>es-AR</dc:language>
  <cp:lastModifiedBy/>
  <dcterms:modified xsi:type="dcterms:W3CDTF">2026-03-05T15:38:12Z</dcterms:modified>
  <cp:revision>32</cp:revision>
  <dc:subject/>
  <dc:title>Plantilla_oficial_12.pptx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