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5"/>
      <p:bold r:id="rId5"/>
    </p:embeddedFont>
    <p:embeddedFont>
      <p:font typeface="Lato"/>
      <p:regular r:id="rId6"/>
      <p:bold r:id="rId6"/>
    </p:embeddedFont>
    <p:embeddedFont>
      <p:font typeface="Microsoft YaHei"/>
      <p:regular r:id="rId7"/>
    </p:embeddedFont>
    <p:embeddedFont>
      <p:font typeface="Poppins Bold"/>
    </p:embeddedFont>
    <p:embeddedFont>
      <p:font typeface="Proxima Nova"/>
      <p:regular r:id="rId8"/>
      <p:bold r:id="rId8"/>
    </p:embeddedFont>
    <p:embeddedFont>
      <p:font typeface="Garet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Lato_Regular.fntdata"/><Relationship Id="rId7" Type="http://schemas.openxmlformats.org/officeDocument/2006/relationships/font" Target="fonts/Font_3_Microsoft_YaHei_Regular.fntdata"/><Relationship Id="rId8" Type="http://schemas.openxmlformats.org/officeDocument/2006/relationships/font" Target="fonts/Font_4_Proxima_Nova_Regular.fntdata"/><Relationship Id="rId9" Type="http://schemas.openxmlformats.org/officeDocument/2006/relationships/font" Target="fonts/Font_5_Garet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F9BD8E-0FAF-474C-8BAB-56D2BD4BA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DE7FBC-6678-432F-AA6F-99F8EE844E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163ABC-54B8-46C6-82E3-6FA9F1299F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734100-FB7F-4455-B9A7-55FC267A99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8CBEBB-A352-4A55-ADED-A2F7C12065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4440" cy="505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4440" cy="1755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383079-6387-4924-9880-07FBC40A8F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598607-66B4-4788-9DB7-9C575CF885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D91A82-B9AF-4CA7-BE9D-C6B4732952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F5F2E8-423A-4FE4-9CA0-B4E636FF49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4E819D-1824-45CA-84BB-7620E6B23C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D80723-59B5-495A-9E42-E65DD4E84F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8240" cy="16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8357400"/>
            <a:ext cx="18961920" cy="77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1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124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183080" y="397836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49400" y="4103640"/>
            <a:ext cx="101160" cy="225360"/>
          </a:xfrm>
          <a:custGeom>
            <a:avLst/>
            <a:gdLst>
              <a:gd name="textAreaLeft" fmla="*/ 0 w 101160"/>
              <a:gd name="textAreaRight" fmla="*/ 109080 w 101160"/>
              <a:gd name="textAreaTop" fmla="*/ 0 h 225360"/>
              <a:gd name="textAreaBottom" fmla="*/ 233280 h 22536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21720" y="3960000"/>
            <a:ext cx="34732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00000" y="396972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19160" y="4116240"/>
            <a:ext cx="207000" cy="182880"/>
          </a:xfrm>
          <a:custGeom>
            <a:avLst/>
            <a:gdLst>
              <a:gd name="textAreaLeft" fmla="*/ 0 w 207000"/>
              <a:gd name="textAreaRight" fmla="*/ 214920 w 207000"/>
              <a:gd name="textAreaTop" fmla="*/ 0 h 182880"/>
              <a:gd name="textAreaBottom" fmla="*/ 190800 h 18288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38640" y="3960000"/>
            <a:ext cx="52786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788200" y="3982320"/>
            <a:ext cx="445320" cy="445320"/>
          </a:xfrm>
          <a:custGeom>
            <a:avLst/>
            <a:gdLst>
              <a:gd name="textAreaLeft" fmla="*/ 0 w 445320"/>
              <a:gd name="textAreaRight" fmla="*/ 453240 w 445320"/>
              <a:gd name="textAreaTop" fmla="*/ 0 h 445320"/>
              <a:gd name="textAreaBottom" fmla="*/ 453240 h 44532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57080" y="3906720"/>
            <a:ext cx="44967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43080" y="5602320"/>
            <a:ext cx="18952200" cy="19080"/>
            <a:chOff x="1243080" y="5602320"/>
            <a:chExt cx="18952200" cy="19080"/>
          </a:xfrm>
        </p:grpSpPr>
        <p:sp>
          <p:nvSpPr>
            <p:cNvPr id="74" name="Freeform 13"/>
            <p:cNvSpPr/>
            <p:nvPr/>
          </p:nvSpPr>
          <p:spPr>
            <a:xfrm>
              <a:off x="1243080" y="560232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186560" y="5667480"/>
            <a:ext cx="18952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186560" y="504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2200" cy="19080"/>
            <a:chOff x="1213920" y="8439840"/>
            <a:chExt cx="18952200" cy="1908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1195920" y="1080000"/>
            <a:ext cx="18961920" cy="29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27"/>
          <p:cNvGrpSpPr/>
          <p:nvPr/>
        </p:nvGrpSpPr>
        <p:grpSpPr>
          <a:xfrm>
            <a:off x="1066320" y="18883800"/>
            <a:ext cx="18952920" cy="19800"/>
            <a:chOff x="1066320" y="18883800"/>
            <a:chExt cx="18952920" cy="19800"/>
          </a:xfrm>
        </p:grpSpPr>
        <p:sp>
          <p:nvSpPr>
            <p:cNvPr id="82" name="Freeform 2"/>
            <p:cNvSpPr/>
            <p:nvPr/>
          </p:nvSpPr>
          <p:spPr>
            <a:xfrm>
              <a:off x="1066320" y="18883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29"/>
          <p:cNvSpPr/>
          <p:nvPr/>
        </p:nvSpPr>
        <p:spPr>
          <a:xfrm>
            <a:off x="1066320" y="18381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32"/>
          <p:cNvGrpSpPr/>
          <p:nvPr/>
        </p:nvGrpSpPr>
        <p:grpSpPr>
          <a:xfrm>
            <a:off x="1080360" y="26820000"/>
            <a:ext cx="18952920" cy="19800"/>
            <a:chOff x="1080360" y="26820000"/>
            <a:chExt cx="18952920" cy="19800"/>
          </a:xfrm>
        </p:grpSpPr>
        <p:sp>
          <p:nvSpPr>
            <p:cNvPr id="85" name="Freeform 33"/>
            <p:cNvSpPr/>
            <p:nvPr/>
          </p:nvSpPr>
          <p:spPr>
            <a:xfrm>
              <a:off x="1080360" y="268200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34"/>
          <p:cNvSpPr/>
          <p:nvPr/>
        </p:nvSpPr>
        <p:spPr>
          <a:xfrm>
            <a:off x="1066320" y="2701692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5"/>
          <p:cNvSpPr/>
          <p:nvPr/>
        </p:nvSpPr>
        <p:spPr>
          <a:xfrm>
            <a:off x="1080360" y="2631672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0"/>
          <p:cNvSpPr/>
          <p:nvPr/>
        </p:nvSpPr>
        <p:spPr>
          <a:xfrm>
            <a:off x="1066680" y="19914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1"/>
          <p:cNvSpPr/>
          <p:nvPr/>
        </p:nvSpPr>
        <p:spPr>
          <a:xfrm>
            <a:off x="1066680" y="1890612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2"/>
          <p:cNvSpPr/>
          <p:nvPr/>
        </p:nvSpPr>
        <p:spPr>
          <a:xfrm>
            <a:off x="6972840" y="1997424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7920720" y="1908612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14040360" y="20002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5"/>
          <p:cNvSpPr/>
          <p:nvPr/>
        </p:nvSpPr>
        <p:spPr>
          <a:xfrm>
            <a:off x="14760360" y="19086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Group 1"/>
          <p:cNvGrpSpPr/>
          <p:nvPr/>
        </p:nvGrpSpPr>
        <p:grpSpPr>
          <a:xfrm>
            <a:off x="1066680" y="21116160"/>
            <a:ext cx="18952920" cy="19800"/>
            <a:chOff x="1066680" y="21116160"/>
            <a:chExt cx="18952920" cy="19800"/>
          </a:xfrm>
        </p:grpSpPr>
        <p:sp>
          <p:nvSpPr>
            <p:cNvPr id="95" name="Freeform 3"/>
            <p:cNvSpPr/>
            <p:nvPr/>
          </p:nvSpPr>
          <p:spPr>
            <a:xfrm>
              <a:off x="1066680" y="21116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TextBox 3"/>
          <p:cNvSpPr/>
          <p:nvPr/>
        </p:nvSpPr>
        <p:spPr>
          <a:xfrm>
            <a:off x="1066680" y="20613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1067040" y="22327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1067040" y="2121048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14040720" y="22414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14760720" y="21318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" name="Group 2"/>
          <p:cNvGrpSpPr/>
          <p:nvPr/>
        </p:nvGrpSpPr>
        <p:grpSpPr>
          <a:xfrm>
            <a:off x="1067040" y="23168520"/>
            <a:ext cx="18952920" cy="19800"/>
            <a:chOff x="1067040" y="23168520"/>
            <a:chExt cx="18952920" cy="19800"/>
          </a:xfrm>
        </p:grpSpPr>
        <p:sp>
          <p:nvSpPr>
            <p:cNvPr id="102" name="Freeform 6"/>
            <p:cNvSpPr/>
            <p:nvPr/>
          </p:nvSpPr>
          <p:spPr>
            <a:xfrm>
              <a:off x="1067040" y="2316852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TextBox 7"/>
          <p:cNvSpPr/>
          <p:nvPr/>
        </p:nvSpPr>
        <p:spPr>
          <a:xfrm>
            <a:off x="1067040" y="226299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1067400" y="2506356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3"/>
          <p:cNvSpPr/>
          <p:nvPr/>
        </p:nvSpPr>
        <p:spPr>
          <a:xfrm>
            <a:off x="1067400" y="2318508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6"/>
          <p:cNvSpPr/>
          <p:nvPr/>
        </p:nvSpPr>
        <p:spPr>
          <a:xfrm>
            <a:off x="14041080" y="2515104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7"/>
          <p:cNvSpPr/>
          <p:nvPr/>
        </p:nvSpPr>
        <p:spPr>
          <a:xfrm>
            <a:off x="14761080" y="2423484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2026-03-08T20:45:56Z</dcterms:modified>
  <cp:revision>31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