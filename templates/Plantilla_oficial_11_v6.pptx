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</p:sldIdLst>
  <p:sldSz cx="21374100" cy="30276800"/>
  <p:notesSz cx="7559675" cy="10691813"/>
  <p:embeddedFontLst>
    <p:embeddedFont>
      <p:font typeface="Poppins"/>
      <p:regular r:id="rId5"/>
      <p:bold r:id="rId5"/>
    </p:embeddedFont>
    <p:embeddedFont>
      <p:font typeface="Microsoft YaHei"/>
      <p:regular r:id="rId6"/>
    </p:embeddedFont>
    <p:embeddedFont>
      <p:font typeface="Poppin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font" Target="fonts/Font_1_Poppins_Regular.fntdata"/><Relationship Id="rId6" Type="http://schemas.openxmlformats.org/officeDocument/2006/relationships/font" Target="fonts/Font_2_Microsoft_YaHei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8040" cy="584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0560" cy="584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083F046-C40E-4487-B1CF-5FF193C6997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240" cy="113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0240" cy="451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2FC6188-4E45-4D03-8F31-6C4CB124EDC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3040" cy="13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3040" cy="149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471D1A1-AC69-4649-83FA-0C20C5A5CAD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240" cy="113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9120" cy="451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9120" cy="451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71469B4-111D-4F77-A0F2-E892478C318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240" cy="113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0920" cy="63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0920" cy="394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2360" cy="63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2360" cy="394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7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8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E29E01F-75DC-4B58-8B6C-5EC95D23CB3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240" cy="113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B5E0761-42D6-4C0C-9D96-D718423BF65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3A21F75-B2F3-4419-A127-E57354D8E73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title"/>
          </p:nvPr>
        </p:nvSpPr>
        <p:spPr>
          <a:xfrm>
            <a:off x="1068480" y="1207800"/>
            <a:ext cx="19235520" cy="505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body"/>
          </p:nvPr>
        </p:nvSpPr>
        <p:spPr>
          <a:xfrm>
            <a:off x="1068480" y="7084440"/>
            <a:ext cx="19235520" cy="1755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8800" cy="115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2280" cy="584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8800" cy="468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F14973F-1005-4546-BEB7-3A422E66D0D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7040" cy="55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7040" cy="4105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7040" cy="79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4DA8F67-AD8D-4EE3-894C-A3B0798E400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3040" cy="146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17F7BB0-A444-4D91-AF86-5D57F63932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0240" cy="113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0240" cy="451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612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4360" cy="35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D9714DD-9C81-4B02-AF12-3C3ECE5A3C0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24"/>
          <p:cNvSpPr/>
          <p:nvPr/>
        </p:nvSpPr>
        <p:spPr>
          <a:xfrm>
            <a:off x="971640" y="9000000"/>
            <a:ext cx="18949320" cy="168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6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25"/>
          <p:cNvSpPr/>
          <p:nvPr/>
        </p:nvSpPr>
        <p:spPr>
          <a:xfrm>
            <a:off x="1260000" y="8753400"/>
            <a:ext cx="18963000" cy="714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01"/>
              </a:lnSpc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{{exp_1_</a:t>
            </a: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role</a:t>
            </a: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}}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{{exp_1_bullets_block}}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{{exp_2_bullets_block}}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{{exp_3_bullets_block}}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{{exp_4_role}}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{{exp_4_company}}   {{exp_4_dates}}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{{exp_4_bullets_block}} 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{{exp_5_role}}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{{exp_5_company}}   {{exp_5_dates}}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{{exp_5_bullets_block}} 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7"/>
          <p:cNvSpPr/>
          <p:nvPr/>
        </p:nvSpPr>
        <p:spPr>
          <a:xfrm>
            <a:off x="1131120" y="10837440"/>
            <a:ext cx="18963000" cy="33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0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2"/>
          <p:cNvSpPr/>
          <p:nvPr/>
        </p:nvSpPr>
        <p:spPr>
          <a:xfrm>
            <a:off x="916920" y="852840"/>
            <a:ext cx="19552320" cy="20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298"/>
              </a:lnSpc>
            </a:pPr>
            <a:r>
              <a:rPr lang="en-US" sz="736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959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Freeform 4"/>
          <p:cNvSpPr/>
          <p:nvPr/>
        </p:nvSpPr>
        <p:spPr>
          <a:xfrm>
            <a:off x="7183080" y="3978360"/>
            <a:ext cx="434880" cy="450360"/>
          </a:xfrm>
          <a:custGeom>
            <a:avLst/>
            <a:gdLst>
              <a:gd name="textAreaLeft" fmla="*/ 0 w 434880"/>
              <a:gd name="textAreaRight" fmla="*/ 441720 w 434880"/>
              <a:gd name="textAreaTop" fmla="*/ 0 h 450360"/>
              <a:gd name="textAreaBottom" fmla="*/ 457200 h 45036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6" y="0"/>
                </a:lnTo>
                <a:lnTo>
                  <a:pt x="441626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Freeform 5"/>
          <p:cNvSpPr/>
          <p:nvPr/>
        </p:nvSpPr>
        <p:spPr>
          <a:xfrm>
            <a:off x="7349400" y="4103640"/>
            <a:ext cx="102240" cy="226440"/>
          </a:xfrm>
          <a:custGeom>
            <a:avLst/>
            <a:gdLst>
              <a:gd name="textAreaLeft" fmla="*/ 0 w 102240"/>
              <a:gd name="textAreaRight" fmla="*/ 109080 w 102240"/>
              <a:gd name="textAreaTop" fmla="*/ 0 h 226440"/>
              <a:gd name="textAreaBottom" fmla="*/ 233280 h 226440"/>
            </a:gdLst>
            <a:ahLst/>
            <a:cxnLst/>
            <a:rect l="textAreaLeft" t="textAreaTop" r="textAreaRight" b="textAreaBottom"/>
            <a:pathLst>
              <a:path w="109023" h="233210">
                <a:moveTo>
                  <a:pt x="0" y="0"/>
                </a:moveTo>
                <a:lnTo>
                  <a:pt x="109023" y="0"/>
                </a:lnTo>
                <a:lnTo>
                  <a:pt x="109023" y="233210"/>
                </a:lnTo>
                <a:lnTo>
                  <a:pt x="0" y="2332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6"/>
          <p:cNvSpPr/>
          <p:nvPr/>
        </p:nvSpPr>
        <p:spPr>
          <a:xfrm>
            <a:off x="7821720" y="3960000"/>
            <a:ext cx="347436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Freeform 7"/>
          <p:cNvSpPr/>
          <p:nvPr/>
        </p:nvSpPr>
        <p:spPr>
          <a:xfrm>
            <a:off x="900000" y="3969720"/>
            <a:ext cx="434880" cy="450360"/>
          </a:xfrm>
          <a:custGeom>
            <a:avLst/>
            <a:gdLst>
              <a:gd name="textAreaLeft" fmla="*/ 0 w 434880"/>
              <a:gd name="textAreaRight" fmla="*/ 441720 w 434880"/>
              <a:gd name="textAreaTop" fmla="*/ 0 h 450360"/>
              <a:gd name="textAreaBottom" fmla="*/ 457200 h 45036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7" y="0"/>
                </a:lnTo>
                <a:lnTo>
                  <a:pt x="441627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Freeform 8"/>
          <p:cNvSpPr/>
          <p:nvPr/>
        </p:nvSpPr>
        <p:spPr>
          <a:xfrm>
            <a:off x="1019160" y="4116240"/>
            <a:ext cx="208080" cy="183960"/>
          </a:xfrm>
          <a:custGeom>
            <a:avLst/>
            <a:gdLst>
              <a:gd name="textAreaLeft" fmla="*/ 0 w 208080"/>
              <a:gd name="textAreaRight" fmla="*/ 214920 w 208080"/>
              <a:gd name="textAreaTop" fmla="*/ 0 h 183960"/>
              <a:gd name="textAreaBottom" fmla="*/ 190800 h 183960"/>
            </a:gdLst>
            <a:ahLst/>
            <a:cxnLst/>
            <a:rect l="textAreaLeft" t="textAreaTop" r="textAreaRight" b="textAreaBottom"/>
            <a:pathLst>
              <a:path w="214865" h="190643">
                <a:moveTo>
                  <a:pt x="0" y="0"/>
                </a:moveTo>
                <a:lnTo>
                  <a:pt x="214865" y="0"/>
                </a:lnTo>
                <a:lnTo>
                  <a:pt x="214865" y="190643"/>
                </a:lnTo>
                <a:lnTo>
                  <a:pt x="0" y="1906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9"/>
          <p:cNvSpPr/>
          <p:nvPr/>
        </p:nvSpPr>
        <p:spPr>
          <a:xfrm>
            <a:off x="1538640" y="3960000"/>
            <a:ext cx="527976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Freeform 10"/>
          <p:cNvSpPr/>
          <p:nvPr/>
        </p:nvSpPr>
        <p:spPr>
          <a:xfrm>
            <a:off x="11788200" y="3982320"/>
            <a:ext cx="446400" cy="446400"/>
          </a:xfrm>
          <a:custGeom>
            <a:avLst/>
            <a:gdLst>
              <a:gd name="textAreaLeft" fmla="*/ 0 w 446400"/>
              <a:gd name="textAreaRight" fmla="*/ 453240 w 446400"/>
              <a:gd name="textAreaTop" fmla="*/ 0 h 446400"/>
              <a:gd name="textAreaBottom" fmla="*/ 453240 h 446400"/>
            </a:gdLst>
            <a:ahLst/>
            <a:cxnLst/>
            <a:rect l="textAreaLeft" t="textAreaTop" r="textAreaRight" b="textAreaBottom"/>
            <a:pathLst>
              <a:path w="453304" h="453304">
                <a:moveTo>
                  <a:pt x="0" y="0"/>
                </a:moveTo>
                <a:lnTo>
                  <a:pt x="453305" y="0"/>
                </a:lnTo>
                <a:lnTo>
                  <a:pt x="453305" y="453305"/>
                </a:lnTo>
                <a:lnTo>
                  <a:pt x="0" y="45330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1"/>
          <p:cNvSpPr/>
          <p:nvPr/>
        </p:nvSpPr>
        <p:spPr>
          <a:xfrm>
            <a:off x="12457080" y="3906720"/>
            <a:ext cx="449784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3" name="Group 12"/>
          <p:cNvGrpSpPr/>
          <p:nvPr/>
        </p:nvGrpSpPr>
        <p:grpSpPr>
          <a:xfrm>
            <a:off x="1243080" y="5602320"/>
            <a:ext cx="18953280" cy="20160"/>
            <a:chOff x="1243080" y="5602320"/>
            <a:chExt cx="18953280" cy="20160"/>
          </a:xfrm>
        </p:grpSpPr>
        <p:sp>
          <p:nvSpPr>
            <p:cNvPr id="74" name="Freeform 13"/>
            <p:cNvSpPr/>
            <p:nvPr/>
          </p:nvSpPr>
          <p:spPr>
            <a:xfrm>
              <a:off x="1243080" y="560232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5" name="TextBox 14"/>
          <p:cNvSpPr/>
          <p:nvPr/>
        </p:nvSpPr>
        <p:spPr>
          <a:xfrm>
            <a:off x="1186560" y="5667480"/>
            <a:ext cx="1895328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5"/>
          <p:cNvSpPr/>
          <p:nvPr/>
        </p:nvSpPr>
        <p:spPr>
          <a:xfrm>
            <a:off x="1186560" y="504000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OBJETIVO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7" name="Group 21"/>
          <p:cNvGrpSpPr/>
          <p:nvPr/>
        </p:nvGrpSpPr>
        <p:grpSpPr>
          <a:xfrm>
            <a:off x="1213920" y="8439840"/>
            <a:ext cx="18953280" cy="20160"/>
            <a:chOff x="1213920" y="8439840"/>
            <a:chExt cx="18953280" cy="20160"/>
          </a:xfrm>
        </p:grpSpPr>
        <p:sp>
          <p:nvSpPr>
            <p:cNvPr id="78" name="Freeform 22"/>
            <p:cNvSpPr/>
            <p:nvPr/>
          </p:nvSpPr>
          <p:spPr>
            <a:xfrm>
              <a:off x="1213920" y="843984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9" name="TextBox 23"/>
          <p:cNvSpPr/>
          <p:nvPr/>
        </p:nvSpPr>
        <p:spPr>
          <a:xfrm>
            <a:off x="1213920" y="792036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2"/>
          <p:cNvGrpSpPr/>
          <p:nvPr/>
        </p:nvGrpSpPr>
        <p:grpSpPr>
          <a:xfrm>
            <a:off x="1065960" y="21547080"/>
            <a:ext cx="18953280" cy="20160"/>
            <a:chOff x="1065960" y="21547080"/>
            <a:chExt cx="18953280" cy="20160"/>
          </a:xfrm>
        </p:grpSpPr>
        <p:sp>
          <p:nvSpPr>
            <p:cNvPr id="81" name="Freeform 3"/>
            <p:cNvSpPr/>
            <p:nvPr/>
          </p:nvSpPr>
          <p:spPr>
            <a:xfrm>
              <a:off x="1065960" y="2154708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2" name="TextBox 10"/>
          <p:cNvSpPr/>
          <p:nvPr/>
        </p:nvSpPr>
        <p:spPr>
          <a:xfrm>
            <a:off x="1065960" y="2104452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3" name="Group 3"/>
          <p:cNvGrpSpPr/>
          <p:nvPr/>
        </p:nvGrpSpPr>
        <p:grpSpPr>
          <a:xfrm>
            <a:off x="1080000" y="24479280"/>
            <a:ext cx="18953280" cy="20160"/>
            <a:chOff x="1080000" y="24479280"/>
            <a:chExt cx="18953280" cy="20160"/>
          </a:xfrm>
        </p:grpSpPr>
        <p:sp>
          <p:nvSpPr>
            <p:cNvPr id="84" name="Freeform 6"/>
            <p:cNvSpPr/>
            <p:nvPr/>
          </p:nvSpPr>
          <p:spPr>
            <a:xfrm>
              <a:off x="1080000" y="24479280"/>
              <a:ext cx="18953280" cy="20160"/>
            </a:xfrm>
            <a:custGeom>
              <a:avLst/>
              <a:gdLst>
                <a:gd name="textAreaLeft" fmla="*/ 0 w 18953280"/>
                <a:gd name="textAreaRight" fmla="*/ 18960120 w 18953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" name="TextBox 12"/>
          <p:cNvSpPr/>
          <p:nvPr/>
        </p:nvSpPr>
        <p:spPr>
          <a:xfrm>
            <a:off x="1065960" y="24712200"/>
            <a:ext cx="1927188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13"/>
          <p:cNvSpPr/>
          <p:nvPr/>
        </p:nvSpPr>
        <p:spPr>
          <a:xfrm>
            <a:off x="1080000" y="23940000"/>
            <a:ext cx="18953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HABILIDADES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2"/>
          <p:cNvSpPr/>
          <p:nvPr/>
        </p:nvSpPr>
        <p:spPr>
          <a:xfrm>
            <a:off x="1066320" y="21749760"/>
            <a:ext cx="19091880" cy="135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{{edu_1_degree}}  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{{edu_1_school}}  {{edu_1_years}}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{{edu_2_degree}} 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{{edu_2_school}}  {{edu_2_years}}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{{edu_3_degree}} </a:t>
            </a: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{{edu_3_school}}  {{edu_3_years}}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1"/>
          <p:cNvSpPr/>
          <p:nvPr/>
        </p:nvSpPr>
        <p:spPr>
          <a:xfrm>
            <a:off x="1195920" y="1080000"/>
            <a:ext cx="18963000" cy="23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01"/>
              </a:lnSpc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{{exp_6_</a:t>
            </a:r>
            <a:r>
              <a:rPr lang="en-US" sz="32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role</a:t>
            </a: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}}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{{exp_6_company}}   {{exp_6_dates}}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{{exp_6_bullets_block}}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6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9" name="Group 1"/>
          <p:cNvGrpSpPr/>
          <p:nvPr/>
        </p:nvGrpSpPr>
        <p:grpSpPr>
          <a:xfrm>
            <a:off x="1065960" y="28382760"/>
            <a:ext cx="18952200" cy="19080"/>
            <a:chOff x="1065960" y="28382760"/>
            <a:chExt cx="18952200" cy="19080"/>
          </a:xfrm>
        </p:grpSpPr>
        <p:sp>
          <p:nvSpPr>
            <p:cNvPr id="90" name="Freeform 1"/>
            <p:cNvSpPr/>
            <p:nvPr/>
          </p:nvSpPr>
          <p:spPr>
            <a:xfrm>
              <a:off x="1065960" y="28382760"/>
              <a:ext cx="18952200" cy="19080"/>
            </a:xfrm>
            <a:custGeom>
              <a:avLst/>
              <a:gdLst>
                <a:gd name="textAreaLeft" fmla="*/ 0 w 18952200"/>
                <a:gd name="textAreaRight" fmla="*/ 18960120 w 18952200"/>
                <a:gd name="textAreaTop" fmla="*/ 0 h 19080"/>
                <a:gd name="textAreaBottom" fmla="*/ 27000 h 1908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1" name="TextBox 5"/>
          <p:cNvSpPr/>
          <p:nvPr/>
        </p:nvSpPr>
        <p:spPr>
          <a:xfrm>
            <a:off x="1036080" y="28791000"/>
            <a:ext cx="634392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7"/>
          <p:cNvSpPr/>
          <p:nvPr/>
        </p:nvSpPr>
        <p:spPr>
          <a:xfrm>
            <a:off x="7740000" y="28800360"/>
            <a:ext cx="612000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8"/>
          <p:cNvSpPr/>
          <p:nvPr/>
        </p:nvSpPr>
        <p:spPr>
          <a:xfrm>
            <a:off x="1065960" y="27880200"/>
            <a:ext cx="18952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IDIOMAS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16"/>
          <p:cNvSpPr/>
          <p:nvPr/>
        </p:nvSpPr>
        <p:spPr>
          <a:xfrm>
            <a:off x="14427000" y="28791000"/>
            <a:ext cx="555300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DAG9kqqhLuI</dc:identifier>
  <dc:language>es-AR</dc:language>
  <cp:lastModifiedBy/>
  <dcterms:modified xsi:type="dcterms:W3CDTF">2026-02-13T13:24:02Z</dcterms:modified>
  <cp:revision>28</cp:revision>
  <dc:subject/>
  <dc:title>Plantilla_oficial_11.pptx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