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</p:sldIdLst>
  <p:sldSz cx="21374100" cy="30276800"/>
  <p:notesSz cx="7559675" cy="10691813"/>
  <p:embeddedFontLst>
    <p:embeddedFont>
      <p:font typeface="Lato"/>
      <p:regular r:id="rId5"/>
      <p:bold r:id="rId5"/>
    </p:embeddedFont>
    <p:embeddedFont>
      <p:font typeface="Proxima nova"/>
    </p:embeddedFont>
    <p:embeddedFont>
      <p:font typeface="Poppins"/>
      <p:regular r:id="rId6"/>
      <p:bold r:id="rId6"/>
    </p:embeddedFont>
    <p:embeddedFont>
      <p:font typeface="Garet"/>
      <p:regular r:id="rId7"/>
      <p:bold r:id="rId7"/>
    </p:embeddedFont>
    <p:embeddedFont>
      <p:font typeface="Poppins Bold"/>
    </p:embeddedFont>
    <p:embeddedFont>
      <p:font typeface="Microsoft YaHei"/>
      <p:regular r:id="rId8"/>
    </p:embeddedFont>
    <p:embeddedFont>
      <p:font typeface="Proxima Nova"/>
      <p:regular r:id="rId9"/>
      <p:bold r:id="rId9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font" Target="fonts/Font_1_Lato_Regular.fntdata"/><Relationship Id="rId6" Type="http://schemas.openxmlformats.org/officeDocument/2006/relationships/font" Target="fonts/Font_2_Poppins_Regular.fntdata"/><Relationship Id="rId7" Type="http://schemas.openxmlformats.org/officeDocument/2006/relationships/font" Target="fonts/Font_3_Garet_Regular.fntdata"/><Relationship Id="rId8" Type="http://schemas.openxmlformats.org/officeDocument/2006/relationships/font" Target="fonts/Font_4_Microsoft_YaHei_Regular.fntdata"/><Relationship Id="rId9" Type="http://schemas.openxmlformats.org/officeDocument/2006/relationships/font" Target="fonts/Font_5_Proxima_Nova_Regular.fntdata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80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D3883A-566A-4A2E-BC83-1600FB49DA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660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912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15FC5D-55ED-47B8-8A75-9E18106DED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80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B7F200-A968-4469-A8EE-C3707CD1B5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1600" cy="13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1600" cy="14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D5D9E5-6ACA-464E-A2D9-7C89F27D30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768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768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B36863-ED8C-49B7-A0E5-D8E9E363EE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9480" cy="62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9480" cy="39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0920" cy="62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0920" cy="39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CBB1D7-FD5D-462C-9213-334F78B95C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526968-F159-42AA-84D8-E00FFE5697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363AAC-F330-4E1B-9828-6A92B59EDD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title"/>
          </p:nvPr>
        </p:nvSpPr>
        <p:spPr>
          <a:xfrm>
            <a:off x="1068480" y="1207800"/>
            <a:ext cx="19234080" cy="505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1068480" y="7084440"/>
            <a:ext cx="19234080" cy="175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7360" cy="11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0840" cy="584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7360" cy="468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D02525-05B5-48BF-82BA-F23A3DB8E5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5600" cy="55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5600" cy="410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5600" cy="79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E9479A-9B0C-4020-9872-365D66A330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1600" cy="145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77C389-DB67-405D-878A-AB3BA2A01D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24"/>
          <p:cNvSpPr/>
          <p:nvPr/>
        </p:nvSpPr>
        <p:spPr>
          <a:xfrm>
            <a:off x="971640" y="9000000"/>
            <a:ext cx="18947880" cy="168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5"/>
          <p:cNvSpPr/>
          <p:nvPr/>
        </p:nvSpPr>
        <p:spPr>
          <a:xfrm>
            <a:off x="1260000" y="8357400"/>
            <a:ext cx="18961560" cy="770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{{exp_1_</a:t>
            </a:r>
            <a:r>
              <a:rPr lang="en-US" sz="32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role</a:t>
            </a: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}}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{{exp_1_company}}   {{exp_1_dates}}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{{exp_1_bullets_block}}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191"/>
              </a:spcBef>
              <a:spcAft>
                <a:spcPts val="992"/>
              </a:spcAft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{{exp_2_role}}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{{exp_2_company}}   {{exp_2_dates}}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{{exp_2_bullets_block}}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{{exp_3_role}}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{{exp_3_company}}   {{exp_3_dates}}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{{exp_3_bullets_block}}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{{exp_4_role}}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{{exp_4_company}}   {{exp_4_dates}}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{{exp_4_bullets_block}} 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{{exp_5_role}}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{{exp_5_company}}   {{exp_5_dates}}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{{exp_5_bullets_block}} 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7"/>
          <p:cNvSpPr/>
          <p:nvPr/>
        </p:nvSpPr>
        <p:spPr>
          <a:xfrm>
            <a:off x="1131120" y="10837440"/>
            <a:ext cx="189615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0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916920" y="852840"/>
            <a:ext cx="19550880" cy="20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298"/>
              </a:lnSpc>
            </a:pPr>
            <a:r>
              <a:rPr lang="en-US" sz="736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547"/>
              </a:lnSpc>
            </a:pPr>
            <a:r>
              <a:rPr lang="en-US" sz="3959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reeform 4"/>
          <p:cNvSpPr/>
          <p:nvPr/>
        </p:nvSpPr>
        <p:spPr>
          <a:xfrm>
            <a:off x="7183080" y="3978360"/>
            <a:ext cx="433440" cy="448920"/>
          </a:xfrm>
          <a:custGeom>
            <a:avLst/>
            <a:gdLst>
              <a:gd name="textAreaLeft" fmla="*/ 0 w 433440"/>
              <a:gd name="textAreaRight" fmla="*/ 441720 w 433440"/>
              <a:gd name="textAreaTop" fmla="*/ 0 h 448920"/>
              <a:gd name="textAreaBottom" fmla="*/ 457200 h 44892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6" y="0"/>
                </a:lnTo>
                <a:lnTo>
                  <a:pt x="441626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reeform 5"/>
          <p:cNvSpPr/>
          <p:nvPr/>
        </p:nvSpPr>
        <p:spPr>
          <a:xfrm>
            <a:off x="7349400" y="4103640"/>
            <a:ext cx="100800" cy="225000"/>
          </a:xfrm>
          <a:custGeom>
            <a:avLst/>
            <a:gdLst>
              <a:gd name="textAreaLeft" fmla="*/ 0 w 100800"/>
              <a:gd name="textAreaRight" fmla="*/ 109080 w 100800"/>
              <a:gd name="textAreaTop" fmla="*/ 0 h 225000"/>
              <a:gd name="textAreaBottom" fmla="*/ 233280 h 225000"/>
            </a:gdLst>
            <a:ahLst/>
            <a:cxnLst/>
            <a:rect l="textAreaLeft" t="textAreaTop" r="textAreaRight" b="textAreaBottom"/>
            <a:pathLst>
              <a:path w="109023" h="233210">
                <a:moveTo>
                  <a:pt x="0" y="0"/>
                </a:moveTo>
                <a:lnTo>
                  <a:pt x="109023" y="0"/>
                </a:lnTo>
                <a:lnTo>
                  <a:pt x="109023" y="233210"/>
                </a:lnTo>
                <a:lnTo>
                  <a:pt x="0" y="2332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6"/>
          <p:cNvSpPr/>
          <p:nvPr/>
        </p:nvSpPr>
        <p:spPr>
          <a:xfrm>
            <a:off x="7821720" y="3960000"/>
            <a:ext cx="3472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reeform 7"/>
          <p:cNvSpPr/>
          <p:nvPr/>
        </p:nvSpPr>
        <p:spPr>
          <a:xfrm>
            <a:off x="900000" y="3969720"/>
            <a:ext cx="433440" cy="448920"/>
          </a:xfrm>
          <a:custGeom>
            <a:avLst/>
            <a:gdLst>
              <a:gd name="textAreaLeft" fmla="*/ 0 w 433440"/>
              <a:gd name="textAreaRight" fmla="*/ 441720 w 433440"/>
              <a:gd name="textAreaTop" fmla="*/ 0 h 448920"/>
              <a:gd name="textAreaBottom" fmla="*/ 457200 h 44892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7" y="0"/>
                </a:lnTo>
                <a:lnTo>
                  <a:pt x="441627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Freeform 8"/>
          <p:cNvSpPr/>
          <p:nvPr/>
        </p:nvSpPr>
        <p:spPr>
          <a:xfrm>
            <a:off x="1019160" y="4116240"/>
            <a:ext cx="206640" cy="182520"/>
          </a:xfrm>
          <a:custGeom>
            <a:avLst/>
            <a:gdLst>
              <a:gd name="textAreaLeft" fmla="*/ 0 w 206640"/>
              <a:gd name="textAreaRight" fmla="*/ 214920 w 206640"/>
              <a:gd name="textAreaTop" fmla="*/ 0 h 182520"/>
              <a:gd name="textAreaBottom" fmla="*/ 190800 h 182520"/>
            </a:gdLst>
            <a:ahLst/>
            <a:cxnLst/>
            <a:rect l="textAreaLeft" t="textAreaTop" r="textAreaRight" b="textAreaBottom"/>
            <a:pathLst>
              <a:path w="214865" h="190643">
                <a:moveTo>
                  <a:pt x="0" y="0"/>
                </a:moveTo>
                <a:lnTo>
                  <a:pt x="214865" y="0"/>
                </a:lnTo>
                <a:lnTo>
                  <a:pt x="214865" y="190643"/>
                </a:lnTo>
                <a:lnTo>
                  <a:pt x="0" y="1906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1538640" y="3960000"/>
            <a:ext cx="52783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Freeform 10"/>
          <p:cNvSpPr/>
          <p:nvPr/>
        </p:nvSpPr>
        <p:spPr>
          <a:xfrm>
            <a:off x="11788200" y="3982320"/>
            <a:ext cx="444960" cy="444960"/>
          </a:xfrm>
          <a:custGeom>
            <a:avLst/>
            <a:gdLst>
              <a:gd name="textAreaLeft" fmla="*/ 0 w 444960"/>
              <a:gd name="textAreaRight" fmla="*/ 453240 w 444960"/>
              <a:gd name="textAreaTop" fmla="*/ 0 h 444960"/>
              <a:gd name="textAreaBottom" fmla="*/ 453240 h 444960"/>
            </a:gdLst>
            <a:ahLst/>
            <a:cxnLst/>
            <a:rect l="textAreaLeft" t="textAreaTop" r="textAreaRight" b="textAreaBottom"/>
            <a:pathLst>
              <a:path w="453304" h="453304">
                <a:moveTo>
                  <a:pt x="0" y="0"/>
                </a:moveTo>
                <a:lnTo>
                  <a:pt x="453305" y="0"/>
                </a:lnTo>
                <a:lnTo>
                  <a:pt x="453305" y="453305"/>
                </a:lnTo>
                <a:lnTo>
                  <a:pt x="0" y="4533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1"/>
          <p:cNvSpPr/>
          <p:nvPr/>
        </p:nvSpPr>
        <p:spPr>
          <a:xfrm>
            <a:off x="12457080" y="3906720"/>
            <a:ext cx="44964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{{contact_location}}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roup 12"/>
          <p:cNvGrpSpPr/>
          <p:nvPr/>
        </p:nvGrpSpPr>
        <p:grpSpPr>
          <a:xfrm>
            <a:off x="1243080" y="5602320"/>
            <a:ext cx="18951840" cy="18720"/>
            <a:chOff x="1243080" y="5602320"/>
            <a:chExt cx="18951840" cy="18720"/>
          </a:xfrm>
        </p:grpSpPr>
        <p:sp>
          <p:nvSpPr>
            <p:cNvPr id="74" name="Freeform 13"/>
            <p:cNvSpPr/>
            <p:nvPr/>
          </p:nvSpPr>
          <p:spPr>
            <a:xfrm>
              <a:off x="1243080" y="5602320"/>
              <a:ext cx="18951840" cy="18720"/>
            </a:xfrm>
            <a:custGeom>
              <a:avLst/>
              <a:gdLst>
                <a:gd name="textAreaLeft" fmla="*/ 0 w 18951840"/>
                <a:gd name="textAreaRight" fmla="*/ 18960120 w 1895184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TextBox 14"/>
          <p:cNvSpPr/>
          <p:nvPr/>
        </p:nvSpPr>
        <p:spPr>
          <a:xfrm>
            <a:off x="1186560" y="5667480"/>
            <a:ext cx="189518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6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5"/>
          <p:cNvSpPr/>
          <p:nvPr/>
        </p:nvSpPr>
        <p:spPr>
          <a:xfrm>
            <a:off x="1186560" y="5040000"/>
            <a:ext cx="18951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OBJETIVO PROFESIONAL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" name="Group 21"/>
          <p:cNvGrpSpPr/>
          <p:nvPr/>
        </p:nvGrpSpPr>
        <p:grpSpPr>
          <a:xfrm>
            <a:off x="1213920" y="8439840"/>
            <a:ext cx="18951840" cy="18720"/>
            <a:chOff x="1213920" y="8439840"/>
            <a:chExt cx="18951840" cy="18720"/>
          </a:xfrm>
        </p:grpSpPr>
        <p:sp>
          <p:nvSpPr>
            <p:cNvPr id="78" name="Freeform 22"/>
            <p:cNvSpPr/>
            <p:nvPr/>
          </p:nvSpPr>
          <p:spPr>
            <a:xfrm>
              <a:off x="1213920" y="8439840"/>
              <a:ext cx="18951840" cy="18720"/>
            </a:xfrm>
            <a:custGeom>
              <a:avLst/>
              <a:gdLst>
                <a:gd name="textAreaLeft" fmla="*/ 0 w 18951840"/>
                <a:gd name="textAreaRight" fmla="*/ 18960120 w 1895184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TextBox 23"/>
          <p:cNvSpPr/>
          <p:nvPr/>
        </p:nvSpPr>
        <p:spPr>
          <a:xfrm>
            <a:off x="1213920" y="7920360"/>
            <a:ext cx="18951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EXPERIENCIA PROFESIONAL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1195920" y="1080000"/>
            <a:ext cx="18961560" cy="29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{{exp_6_</a:t>
            </a:r>
            <a:r>
              <a:rPr lang="en-US" sz="32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role</a:t>
            </a: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}}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{{exp_6_company}}   {{exp_6_dates}}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{{exp_6_bullets_block}}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191"/>
              </a:spcBef>
              <a:spcAft>
                <a:spcPts val="992"/>
              </a:spcAft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1" name="Group 27"/>
          <p:cNvGrpSpPr/>
          <p:nvPr/>
        </p:nvGrpSpPr>
        <p:grpSpPr>
          <a:xfrm>
            <a:off x="1066320" y="18883800"/>
            <a:ext cx="18952560" cy="19440"/>
            <a:chOff x="1066320" y="18883800"/>
            <a:chExt cx="18952560" cy="19440"/>
          </a:xfrm>
        </p:grpSpPr>
        <p:sp>
          <p:nvSpPr>
            <p:cNvPr id="82" name="Freeform 2"/>
            <p:cNvSpPr/>
            <p:nvPr/>
          </p:nvSpPr>
          <p:spPr>
            <a:xfrm>
              <a:off x="1066320" y="18883800"/>
              <a:ext cx="18952560" cy="19440"/>
            </a:xfrm>
            <a:custGeom>
              <a:avLst/>
              <a:gdLst>
                <a:gd name="textAreaLeft" fmla="*/ 0 w 18952560"/>
                <a:gd name="textAreaRight" fmla="*/ 18960120 w 18952560"/>
                <a:gd name="textAreaTop" fmla="*/ 0 h 19440"/>
                <a:gd name="textAreaBottom" fmla="*/ 27000 h 1944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TextBox 29"/>
          <p:cNvSpPr/>
          <p:nvPr/>
        </p:nvSpPr>
        <p:spPr>
          <a:xfrm>
            <a:off x="1066320" y="18381240"/>
            <a:ext cx="1895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EDUCACIÓN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Group 32"/>
          <p:cNvGrpSpPr/>
          <p:nvPr/>
        </p:nvGrpSpPr>
        <p:grpSpPr>
          <a:xfrm>
            <a:off x="1080360" y="26820000"/>
            <a:ext cx="18952560" cy="19440"/>
            <a:chOff x="1080360" y="26820000"/>
            <a:chExt cx="18952560" cy="19440"/>
          </a:xfrm>
        </p:grpSpPr>
        <p:sp>
          <p:nvSpPr>
            <p:cNvPr id="85" name="Freeform 33"/>
            <p:cNvSpPr/>
            <p:nvPr/>
          </p:nvSpPr>
          <p:spPr>
            <a:xfrm>
              <a:off x="1080360" y="26820000"/>
              <a:ext cx="18952560" cy="19440"/>
            </a:xfrm>
            <a:custGeom>
              <a:avLst/>
              <a:gdLst>
                <a:gd name="textAreaLeft" fmla="*/ 0 w 18952560"/>
                <a:gd name="textAreaRight" fmla="*/ 18960120 w 18952560"/>
                <a:gd name="textAreaTop" fmla="*/ 0 h 19440"/>
                <a:gd name="textAreaBottom" fmla="*/ 27000 h 1944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TextBox 34"/>
          <p:cNvSpPr/>
          <p:nvPr/>
        </p:nvSpPr>
        <p:spPr>
          <a:xfrm>
            <a:off x="1066320" y="27016920"/>
            <a:ext cx="19271160" cy="31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{{skill_1}}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{{skill_2}}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{{skill_3}}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{{skill_4}}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{{skill_5}}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{{skill_6}}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5"/>
          <p:cNvSpPr/>
          <p:nvPr/>
        </p:nvSpPr>
        <p:spPr>
          <a:xfrm>
            <a:off x="1080360" y="26316720"/>
            <a:ext cx="1895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HABILIDADES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30"/>
          <p:cNvSpPr/>
          <p:nvPr/>
        </p:nvSpPr>
        <p:spPr>
          <a:xfrm>
            <a:off x="1066680" y="19914840"/>
            <a:ext cx="581616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1"/>
          <p:cNvSpPr/>
          <p:nvPr/>
        </p:nvSpPr>
        <p:spPr>
          <a:xfrm>
            <a:off x="1066680" y="18906120"/>
            <a:ext cx="1909116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402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5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{{edu_1_degree}}  </a:t>
            </a:r>
            <a:r>
              <a:rPr lang="en-US" sz="25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{{edu_1_school}}  {{edu_1_years}}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02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5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{{edu_2_degree}} </a:t>
            </a:r>
            <a:r>
              <a:rPr lang="en-US" sz="25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{{edu_2_school}}  {{edu_2_years}}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02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5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{{edu_3_degree}} </a:t>
            </a:r>
            <a:r>
              <a:rPr lang="en-US" sz="25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{{edu_3_school}}  {{edu_3_years}}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2"/>
          <p:cNvSpPr/>
          <p:nvPr/>
        </p:nvSpPr>
        <p:spPr>
          <a:xfrm>
            <a:off x="6972840" y="19974240"/>
            <a:ext cx="598104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91" name="TextBox 43"/>
          <p:cNvSpPr/>
          <p:nvPr/>
        </p:nvSpPr>
        <p:spPr>
          <a:xfrm>
            <a:off x="7920720" y="19086120"/>
            <a:ext cx="5576760" cy="90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4"/>
          <p:cNvSpPr/>
          <p:nvPr/>
        </p:nvSpPr>
        <p:spPr>
          <a:xfrm>
            <a:off x="14040360" y="20002320"/>
            <a:ext cx="575136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5"/>
          <p:cNvSpPr/>
          <p:nvPr/>
        </p:nvSpPr>
        <p:spPr>
          <a:xfrm>
            <a:off x="14760360" y="19086120"/>
            <a:ext cx="5751360" cy="90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4" name="Group 1"/>
          <p:cNvGrpSpPr/>
          <p:nvPr/>
        </p:nvGrpSpPr>
        <p:grpSpPr>
          <a:xfrm>
            <a:off x="1066680" y="21116160"/>
            <a:ext cx="18952560" cy="19440"/>
            <a:chOff x="1066680" y="21116160"/>
            <a:chExt cx="18952560" cy="19440"/>
          </a:xfrm>
        </p:grpSpPr>
        <p:sp>
          <p:nvSpPr>
            <p:cNvPr id="95" name="Freeform 3"/>
            <p:cNvSpPr/>
            <p:nvPr/>
          </p:nvSpPr>
          <p:spPr>
            <a:xfrm>
              <a:off x="1066680" y="21116160"/>
              <a:ext cx="18952560" cy="19440"/>
            </a:xfrm>
            <a:custGeom>
              <a:avLst/>
              <a:gdLst>
                <a:gd name="textAreaLeft" fmla="*/ 0 w 18952560"/>
                <a:gd name="textAreaRight" fmla="*/ 18960120 w 18952560"/>
                <a:gd name="textAreaTop" fmla="*/ 0 h 19440"/>
                <a:gd name="textAreaBottom" fmla="*/ 27000 h 1944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TextBox 3"/>
          <p:cNvSpPr/>
          <p:nvPr/>
        </p:nvSpPr>
        <p:spPr>
          <a:xfrm>
            <a:off x="1066680" y="20613600"/>
            <a:ext cx="1895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CURSOS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1067040" y="22327200"/>
            <a:ext cx="581616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1067040" y="21210480"/>
            <a:ext cx="1909116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{{curso_1}}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{{curso_2}}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{{curso_3}}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14040720" y="22414680"/>
            <a:ext cx="575136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14760720" y="21318480"/>
            <a:ext cx="5751360" cy="90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" name="Group 2"/>
          <p:cNvGrpSpPr/>
          <p:nvPr/>
        </p:nvGrpSpPr>
        <p:grpSpPr>
          <a:xfrm>
            <a:off x="1067040" y="23168520"/>
            <a:ext cx="18952560" cy="19440"/>
            <a:chOff x="1067040" y="23168520"/>
            <a:chExt cx="18952560" cy="19440"/>
          </a:xfrm>
        </p:grpSpPr>
        <p:sp>
          <p:nvSpPr>
            <p:cNvPr id="102" name="Freeform 6"/>
            <p:cNvSpPr/>
            <p:nvPr/>
          </p:nvSpPr>
          <p:spPr>
            <a:xfrm>
              <a:off x="1067040" y="23168520"/>
              <a:ext cx="18952560" cy="19440"/>
            </a:xfrm>
            <a:custGeom>
              <a:avLst/>
              <a:gdLst>
                <a:gd name="textAreaLeft" fmla="*/ 0 w 18952560"/>
                <a:gd name="textAreaRight" fmla="*/ 18960120 w 18952560"/>
                <a:gd name="textAreaTop" fmla="*/ 0 h 19440"/>
                <a:gd name="textAreaBottom" fmla="*/ 27000 h 1944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" name="TextBox 7"/>
          <p:cNvSpPr/>
          <p:nvPr/>
        </p:nvSpPr>
        <p:spPr>
          <a:xfrm>
            <a:off x="1067040" y="22629960"/>
            <a:ext cx="1895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IDIOMAS E INFORMATICA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2"/>
          <p:cNvSpPr/>
          <p:nvPr/>
        </p:nvSpPr>
        <p:spPr>
          <a:xfrm>
            <a:off x="1067400" y="25063560"/>
            <a:ext cx="581616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1067400" y="23185080"/>
            <a:ext cx="19091160" cy="28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{{idioma_1}}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{{idioma_2}}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{{idioma_3}}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{{it_1}}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{{it_2}}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roxima Nova"/>
              </a:rPr>
              <a:t>{{it_3}}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6"/>
          <p:cNvSpPr/>
          <p:nvPr/>
        </p:nvSpPr>
        <p:spPr>
          <a:xfrm>
            <a:off x="14041080" y="25151040"/>
            <a:ext cx="575136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7"/>
          <p:cNvSpPr/>
          <p:nvPr/>
        </p:nvSpPr>
        <p:spPr>
          <a:xfrm>
            <a:off x="14761080" y="24234840"/>
            <a:ext cx="5751360" cy="90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DAG9kqqhLuI</dc:identifier>
  <dc:language>es-AR</dc:language>
  <cp:lastModifiedBy/>
  <dcterms:modified xsi:type="dcterms:W3CDTF">2026-03-09T19:49:29Z</dcterms:modified>
  <cp:revision>32</cp:revision>
  <dc:subject/>
  <dc:title>Plantilla_oficial_11.pptx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