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5"/>
      <p:bold r:id="rId5"/>
    </p:embeddedFont>
    <p:embeddedFont>
      <p:font typeface="Garet"/>
    </p:embeddedFont>
    <p:embeddedFont>
      <p:font typeface="Microsoft YaHei"/>
      <p:regular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BEFED4-BB86-4CF9-805F-F2B2314F40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F74AB6-C6D4-4902-9E2F-020F600ACB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2C16C1-31FA-4DD2-948D-B8EE7A93FD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25A5C1-FE6E-49BB-949C-71208933FF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825F57-B38E-47BF-9C62-48C1A67C38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AC06A-0EC8-4065-A9A7-E55AB06ECC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DF5967-C616-4723-A462-95964040C2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E48FF1-0C33-482E-9105-F0F71B521D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91572-3E8B-4A4B-A027-21EEC1D95E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23AB13-6362-4611-BF34-E9B2D8725F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5160" cy="505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516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9C9CD0-B582-455D-91B7-0654342EE9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8960" cy="168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8357400"/>
            <a:ext cx="18962640" cy="77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26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183080" y="397836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49400" y="410364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21720" y="396000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00000" y="396972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19160" y="411624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38640" y="396000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788200" y="398232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57080" y="390672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43080" y="5602320"/>
            <a:ext cx="18952920" cy="19800"/>
            <a:chOff x="1243080" y="5602320"/>
            <a:chExt cx="18952920" cy="19800"/>
          </a:xfrm>
        </p:grpSpPr>
        <p:sp>
          <p:nvSpPr>
            <p:cNvPr id="74" name="Freeform 13"/>
            <p:cNvSpPr/>
            <p:nvPr/>
          </p:nvSpPr>
          <p:spPr>
            <a:xfrm>
              <a:off x="1243080" y="560232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186560" y="566748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186560" y="5040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2920" cy="19800"/>
            <a:chOff x="1213920" y="8439840"/>
            <a:chExt cx="18952920" cy="1980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2"/>
          <p:cNvGrpSpPr/>
          <p:nvPr/>
        </p:nvGrpSpPr>
        <p:grpSpPr>
          <a:xfrm>
            <a:off x="1065960" y="21547080"/>
            <a:ext cx="18952920" cy="19800"/>
            <a:chOff x="1065960" y="21547080"/>
            <a:chExt cx="18952920" cy="19800"/>
          </a:xfrm>
        </p:grpSpPr>
        <p:sp>
          <p:nvSpPr>
            <p:cNvPr id="81" name="Freeform 3"/>
            <p:cNvSpPr/>
            <p:nvPr/>
          </p:nvSpPr>
          <p:spPr>
            <a:xfrm>
              <a:off x="1065960" y="215470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0"/>
          <p:cNvSpPr/>
          <p:nvPr/>
        </p:nvSpPr>
        <p:spPr>
          <a:xfrm>
            <a:off x="1065960" y="2104452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3"/>
          <p:cNvGrpSpPr/>
          <p:nvPr/>
        </p:nvGrpSpPr>
        <p:grpSpPr>
          <a:xfrm>
            <a:off x="1080000" y="24479280"/>
            <a:ext cx="18952920" cy="19800"/>
            <a:chOff x="1080000" y="24479280"/>
            <a:chExt cx="18952920" cy="19800"/>
          </a:xfrm>
        </p:grpSpPr>
        <p:sp>
          <p:nvSpPr>
            <p:cNvPr id="84" name="Freeform 6"/>
            <p:cNvSpPr/>
            <p:nvPr/>
          </p:nvSpPr>
          <p:spPr>
            <a:xfrm>
              <a:off x="1080000" y="244792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2"/>
          <p:cNvSpPr/>
          <p:nvPr/>
        </p:nvSpPr>
        <p:spPr>
          <a:xfrm>
            <a:off x="1065960" y="2471220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3"/>
          <p:cNvSpPr/>
          <p:nvPr/>
        </p:nvSpPr>
        <p:spPr>
          <a:xfrm>
            <a:off x="1080000" y="23940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2"/>
          <p:cNvSpPr/>
          <p:nvPr/>
        </p:nvSpPr>
        <p:spPr>
          <a:xfrm>
            <a:off x="1066320" y="21749760"/>
            <a:ext cx="1909152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"/>
          <p:cNvSpPr/>
          <p:nvPr/>
        </p:nvSpPr>
        <p:spPr>
          <a:xfrm>
            <a:off x="1195920" y="1080000"/>
            <a:ext cx="18962640" cy="29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5960" y="28382760"/>
            <a:ext cx="18951840" cy="18720"/>
            <a:chOff x="1065960" y="28382760"/>
            <a:chExt cx="18951840" cy="18720"/>
          </a:xfrm>
        </p:grpSpPr>
        <p:sp>
          <p:nvSpPr>
            <p:cNvPr id="90" name="Freeform 1"/>
            <p:cNvSpPr/>
            <p:nvPr/>
          </p:nvSpPr>
          <p:spPr>
            <a:xfrm>
              <a:off x="1065960" y="2838276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5"/>
          <p:cNvSpPr/>
          <p:nvPr/>
        </p:nvSpPr>
        <p:spPr>
          <a:xfrm>
            <a:off x="1036080" y="28791000"/>
            <a:ext cx="6343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7"/>
          <p:cNvSpPr/>
          <p:nvPr/>
        </p:nvSpPr>
        <p:spPr>
          <a:xfrm>
            <a:off x="7740000" y="28800360"/>
            <a:ext cx="6119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1065960" y="278802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6"/>
          <p:cNvSpPr/>
          <p:nvPr/>
        </p:nvSpPr>
        <p:spPr>
          <a:xfrm>
            <a:off x="14427000" y="28791000"/>
            <a:ext cx="5552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2026-03-05T15:36:32Z</dcterms:modified>
  <cp:revision>29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