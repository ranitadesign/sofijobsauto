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"/>
      <p:regular r:id="rId4"/>
    </p:embeddedFont>
    <p:embeddedFont>
      <p:font typeface="The Seasons"/>
      <p:regular r:id="rId5"/>
      <p:bold r:id="rId5"/>
    </p:embeddedFont>
    <p:embeddedFont>
      <p:font typeface="Montserrat Bold"/>
    </p:embeddedFont>
    <p:embeddedFont>
      <p:font typeface="Microsoft YaHei"/>
      <p:regular r:id="rId6"/>
    </p:embeddedFont>
    <p:embeddedFont>
      <p:font typeface="Proxima Nova Italics"/>
    </p:embeddedFont>
    <p:embeddedFont>
      <p:font typeface="Proxima Nova Bold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The_Seaso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2F6715-F7FA-4F9F-A6B7-0C46D49E3D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2DC4A7-FA0A-40B5-B5C1-2F9502F976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E31D45-8ACD-4991-8029-9750703DAF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250106-7874-4747-B4B9-6245D8838C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E8C86B-9240-4DE7-8AAA-9A6AF5E885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AAE488-6924-47AD-B305-BA976FB045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481676-9C89-4FBC-90C1-7D7B479544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B5380E-66AC-4989-AD7C-6F1C60484A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0728C0-1BF5-4F1A-9653-1ECE6DF0EA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51A294-5910-4B48-9BCB-3069DEF020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C81AC5-4E79-41A5-86DA-C80EE97B42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10680" cy="15840"/>
            <a:chOff x="635760" y="7526880"/>
            <a:chExt cx="11110680" cy="1584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10680" cy="15840"/>
            </a:xfrm>
            <a:custGeom>
              <a:avLst/>
              <a:gdLst>
                <a:gd name="textAreaLeft" fmla="*/ 0 w 11110680"/>
                <a:gd name="textAreaRight" fmla="*/ 11121840 w 1111068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59880" y="7856640"/>
            <a:ext cx="11944080" cy="47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{{exp_1_role}} 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{exp_1_company}} {{exp_1_dates}}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{{exp_2_role}} 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{exp_2_company}} {{exp_2_dates}}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8"/>
          <p:cNvSpPr/>
          <p:nvPr/>
        </p:nvSpPr>
        <p:spPr>
          <a:xfrm>
            <a:off x="737640" y="14252040"/>
            <a:ext cx="1095300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9"/>
          <p:cNvSpPr/>
          <p:nvPr/>
        </p:nvSpPr>
        <p:spPr>
          <a:xfrm>
            <a:off x="737640" y="15186600"/>
            <a:ext cx="12423600" cy="150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53"/>
              </a:lnSpc>
            </a:pPr>
            <a:endParaRPr lang="es-AR" sz="3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95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0"/>
          <p:cNvSpPr/>
          <p:nvPr/>
        </p:nvSpPr>
        <p:spPr>
          <a:xfrm>
            <a:off x="764640" y="20436480"/>
            <a:ext cx="1110600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4580720" y="540000"/>
            <a:ext cx="413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2"/>
          <p:cNvSpPr/>
          <p:nvPr/>
        </p:nvSpPr>
        <p:spPr>
          <a:xfrm>
            <a:off x="540000" y="900360"/>
            <a:ext cx="11961360" cy="32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Proxima nova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Proxima nova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095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Italics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3"/>
          <p:cNvSpPr/>
          <p:nvPr/>
        </p:nvSpPr>
        <p:spPr>
          <a:xfrm>
            <a:off x="672480" y="3112920"/>
            <a:ext cx="13393080" cy="13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18"/>
          <p:cNvGrpSpPr/>
          <p:nvPr/>
        </p:nvGrpSpPr>
        <p:grpSpPr>
          <a:xfrm>
            <a:off x="13685040" y="7552440"/>
            <a:ext cx="5374800" cy="15480"/>
            <a:chOff x="13685040" y="7552440"/>
            <a:chExt cx="5374800" cy="15480"/>
          </a:xfrm>
        </p:grpSpPr>
        <p:sp>
          <p:nvSpPr>
            <p:cNvPr id="69" name="Freeform 1"/>
            <p:cNvSpPr/>
            <p:nvPr/>
          </p:nvSpPr>
          <p:spPr>
            <a:xfrm>
              <a:off x="13685040" y="7552440"/>
              <a:ext cx="5374800" cy="15480"/>
            </a:xfrm>
            <a:custGeom>
              <a:avLst/>
              <a:gdLst>
                <a:gd name="textAreaLeft" fmla="*/ 0 w 5374800"/>
                <a:gd name="textAreaRight" fmla="*/ 5386680 w 5374800"/>
                <a:gd name="textAreaTop" fmla="*/ 0 h 15480"/>
                <a:gd name="textAreaBottom" fmla="*/ 24480 h 1548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64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22"/>
          <p:cNvSpPr/>
          <p:nvPr/>
        </p:nvSpPr>
        <p:spPr>
          <a:xfrm>
            <a:off x="13860360" y="7751520"/>
            <a:ext cx="557856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{{contact_phone}}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{{licencia}}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3"/>
          <p:cNvSpPr/>
          <p:nvPr/>
        </p:nvSpPr>
        <p:spPr>
          <a:xfrm>
            <a:off x="14478120" y="10166040"/>
            <a:ext cx="646704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4"/>
          <p:cNvSpPr/>
          <p:nvPr/>
        </p:nvSpPr>
        <p:spPr>
          <a:xfrm>
            <a:off x="14478120" y="9083520"/>
            <a:ext cx="525276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5"/>
          <p:cNvSpPr/>
          <p:nvPr/>
        </p:nvSpPr>
        <p:spPr>
          <a:xfrm>
            <a:off x="14478120" y="10888560"/>
            <a:ext cx="419184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3680360" y="10260360"/>
            <a:ext cx="5967000" cy="345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551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3000" b="0" u="none" spc="-711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"/>
          <p:cNvSpPr/>
          <p:nvPr/>
        </p:nvSpPr>
        <p:spPr>
          <a:xfrm>
            <a:off x="13680360" y="6861960"/>
            <a:ext cx="37285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14478120" y="11340360"/>
            <a:ext cx="646704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635760" y="6861600"/>
            <a:ext cx="78044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2026-02-14T18:12:39Z</dcterms:modified>
  <cp:revision>32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