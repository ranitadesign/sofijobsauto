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  <p:regular r:id="rId4"/>
    </p:embeddedFont>
    <p:embeddedFont>
      <p:font typeface="Proxima Nova"/>
      <p:regular r:id="rId5"/>
    </p:embeddedFont>
    <p:embeddedFont>
      <p:font typeface="Lato"/>
    </p:embeddedFont>
    <p:embeddedFont>
      <p:font typeface="Proxima Nova Bold"/>
    </p:embeddedFont>
    <p:embeddedFont>
      <p:font typeface="Microsoft YaHei"/>
    </p:embeddedFont>
    <p:embeddedFont>
      <p:font typeface="Proxima Nova Italics"/>
    </p:embeddedFont>
    <p:embeddedFont>
      <p:font typeface="The Seasons"/>
      <p:regular r:id="rId6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Proxima_Nova_Regular.fntdata"/><Relationship Id="rId6" Type="http://schemas.openxmlformats.org/officeDocument/2006/relationships/font" Target="fonts/Font_3_The_Seasons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0640" cy="56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0640" cy="410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0640" cy="79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DC1070-4301-463E-8B55-5FB0A3A8CE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6640" cy="14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159155-7465-4ACA-ADF8-0B141BF800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84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06CDD3-0AFC-4D7F-8AE7-7A6BF9D18D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1640" cy="58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4160" cy="58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60B712-6E1D-413E-8EDF-6B11B2ED13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84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2F0BCE-914C-4877-99A2-A59B4FFAF4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6640" cy="13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6640" cy="149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98AEC5-1976-4120-AB82-3CBEB7A752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72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72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B158C7-E8EF-42FB-9B22-2BC376BB83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452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4520" cy="394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9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960" cy="394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510503-6EE9-493C-914B-D94E2854D8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277320-A317-4A12-9429-D512EE6C6E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9854F0-3308-432E-8D33-F21FFE21D8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2400" cy="115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880" cy="58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2400" cy="46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9028D2-9706-4CEA-9411-847A10897E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635760" y="7526880"/>
            <a:ext cx="11116080" cy="21240"/>
            <a:chOff x="635760" y="7526880"/>
            <a:chExt cx="11116080" cy="21240"/>
          </a:xfrm>
        </p:grpSpPr>
        <p:sp>
          <p:nvSpPr>
            <p:cNvPr id="60" name="Freeform 3"/>
            <p:cNvSpPr/>
            <p:nvPr/>
          </p:nvSpPr>
          <p:spPr>
            <a:xfrm>
              <a:off x="635760" y="7526880"/>
              <a:ext cx="11116080" cy="21240"/>
            </a:xfrm>
            <a:custGeom>
              <a:avLst/>
              <a:gdLst>
                <a:gd name="textAreaLeft" fmla="*/ 0 w 11116080"/>
                <a:gd name="textAreaRight" fmla="*/ 11121840 w 11116080"/>
                <a:gd name="textAreaTop" fmla="*/ 0 h 21240"/>
                <a:gd name="textAreaBottom" fmla="*/ 27000 h 21240"/>
              </a:gdLst>
              <a:ahLst/>
              <a:cxnLst/>
              <a:rect l="textAreaLeft" t="textAreaTop" r="textAreaRight" b="textAreaBottom"/>
              <a:pathLst>
                <a:path w="14829029" h="35941">
                  <a:moveTo>
                    <a:pt x="0" y="0"/>
                  </a:moveTo>
                  <a:lnTo>
                    <a:pt x="14829029" y="0"/>
                  </a:lnTo>
                  <a:lnTo>
                    <a:pt x="14829029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8"/>
          <p:cNvSpPr/>
          <p:nvPr/>
        </p:nvSpPr>
        <p:spPr>
          <a:xfrm>
            <a:off x="469440" y="7920000"/>
            <a:ext cx="11949480" cy="68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n-US" sz="3200" b="1" u="none" spc="62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{{exp_1_role}}</a:t>
            </a:r>
            <a:r>
              <a:rPr lang="en-US" sz="3200" b="1" u="none" spc="62" strike="noStrike">
                <a:solidFill>
                  <a:srgbClr val="3d3d3d"/>
                </a:solidFill>
                <a:effectLst/>
                <a:uFillTx/>
                <a:latin typeface="Proxima Nova Bold"/>
                <a:ea typeface="Proxima Nova Bold"/>
              </a:rPr>
              <a:t>  </a:t>
            </a:r>
            <a:r>
              <a:rPr lang="en-US" sz="3200" b="0" u="none" spc="62" strike="noStrike">
                <a:solidFill>
                  <a:srgbClr val="3d3d3d"/>
                </a:solidFill>
                <a:effectLst/>
                <a:uFillTx/>
                <a:latin typeface="Lato"/>
                <a:ea typeface="Proxima Nova Bold"/>
              </a:rPr>
              <a:t>{</a:t>
            </a:r>
            <a:r>
              <a:rPr lang="en-US" sz="3200" b="0" u="none" spc="62" strike="noStrike">
                <a:solidFill>
                  <a:srgbClr val="3d3d3d"/>
                </a:solidFill>
                <a:effectLst/>
                <a:uFillTx/>
                <a:latin typeface="Lato"/>
                <a:ea typeface="Proxima Nova"/>
              </a:rPr>
              <a:t>{exp_1_company}} ({{exp_1_dates}})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3200" b="1" u="none" spc="62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{{exp_2_role}}</a:t>
            </a:r>
            <a:r>
              <a:rPr lang="en-US" sz="3200" b="1" u="none" spc="62" strike="noStrike">
                <a:solidFill>
                  <a:srgbClr val="3d3d3d"/>
                </a:solidFill>
                <a:effectLst/>
                <a:uFillTx/>
                <a:latin typeface="Proxima Nova Bold"/>
                <a:ea typeface="Proxima Nova Bold"/>
              </a:rPr>
              <a:t>  </a:t>
            </a:r>
            <a:r>
              <a:rPr lang="en-US" sz="3200" b="0" u="none" spc="62" strike="noStrike">
                <a:solidFill>
                  <a:srgbClr val="3d3d3d"/>
                </a:solidFill>
                <a:effectLst/>
                <a:uFillTx/>
                <a:latin typeface="Lato"/>
                <a:ea typeface="Proxima Nova Bold"/>
              </a:rPr>
              <a:t>{</a:t>
            </a:r>
            <a:r>
              <a:rPr lang="en-US" sz="3200" b="0" u="none" spc="62" strike="noStrike">
                <a:solidFill>
                  <a:srgbClr val="3d3d3d"/>
                </a:solidFill>
                <a:effectLst/>
                <a:uFillTx/>
                <a:latin typeface="Lato"/>
                <a:ea typeface="Proxima Nova"/>
              </a:rPr>
              <a:t>{exp_2_company}} ({{exp_2_dates}})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737640" y="4642560"/>
            <a:ext cx="11116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095"/>
              </a:lnSpc>
            </a:pPr>
            <a:r>
              <a:rPr lang="en-US" sz="2540" b="0" u="none" strike="noStrike">
                <a:solidFill>
                  <a:srgbClr val="474747"/>
                </a:solidFill>
                <a:effectLst/>
                <a:uFillTx/>
                <a:latin typeface="Lato"/>
                <a:ea typeface="Proxima Nova Italics"/>
              </a:rPr>
              <a:t>{{about}}</a:t>
            </a:r>
            <a:endParaRPr lang="es-AR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1"/>
          <p:cNvSpPr/>
          <p:nvPr/>
        </p:nvSpPr>
        <p:spPr>
          <a:xfrm>
            <a:off x="635760" y="6678720"/>
            <a:ext cx="78102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6"/>
              </a:lnSpc>
            </a:pPr>
            <a:r>
              <a:rPr lang="en-US" sz="4000" b="0" u="none" spc="79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EXPERIENCIA LABORAL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2"/>
          <p:cNvSpPr/>
          <p:nvPr/>
        </p:nvSpPr>
        <p:spPr>
          <a:xfrm>
            <a:off x="635760" y="180000"/>
            <a:ext cx="10802160" cy="15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203"/>
              </a:lnSpc>
            </a:pPr>
            <a:r>
              <a:rPr lang="en-US" sz="8500" b="0" u="none" strike="noStrike">
                <a:solidFill>
                  <a:srgbClr val="c0504d"/>
                </a:solidFill>
                <a:effectLst/>
                <a:uFillTx/>
                <a:latin typeface="Montserrat"/>
                <a:ea typeface="The Seasons"/>
              </a:rPr>
              <a:t>{{name}}</a:t>
            </a: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3"/>
          <p:cNvSpPr/>
          <p:nvPr/>
        </p:nvSpPr>
        <p:spPr>
          <a:xfrm>
            <a:off x="672480" y="2844000"/>
            <a:ext cx="1339920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523"/>
              </a:lnSpc>
            </a:pPr>
            <a:r>
              <a:rPr lang="en-US" sz="3200" b="0" u="none" spc="533" strike="noStrike">
                <a:solidFill>
                  <a:srgbClr val="231f20"/>
                </a:solidFill>
                <a:effectLst/>
                <a:uFillTx/>
                <a:latin typeface="Lato"/>
                <a:ea typeface="The Seaso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14"/>
          <p:cNvSpPr/>
          <p:nvPr/>
        </p:nvSpPr>
        <p:spPr>
          <a:xfrm>
            <a:off x="13785120" y="8998200"/>
            <a:ext cx="640440" cy="640440"/>
          </a:xfrm>
          <a:custGeom>
            <a:avLst/>
            <a:gdLst>
              <a:gd name="textAreaLeft" fmla="*/ 0 w 640440"/>
              <a:gd name="textAreaRight" fmla="*/ 646200 w 640440"/>
              <a:gd name="textAreaTop" fmla="*/ 0 h 640440"/>
              <a:gd name="textAreaBottom" fmla="*/ 646200 h 640440"/>
            </a:gdLst>
            <a:ahLst/>
            <a:cxnLst/>
            <a:rect l="textAreaLeft" t="textAreaTop" r="textAreaRight" b="textAreaBottom"/>
            <a:pathLst>
              <a:path w="646233" h="646233">
                <a:moveTo>
                  <a:pt x="0" y="0"/>
                </a:moveTo>
                <a:lnTo>
                  <a:pt x="646233" y="0"/>
                </a:lnTo>
                <a:lnTo>
                  <a:pt x="646233" y="646233"/>
                </a:lnTo>
                <a:lnTo>
                  <a:pt x="0" y="6462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15"/>
          <p:cNvSpPr/>
          <p:nvPr/>
        </p:nvSpPr>
        <p:spPr>
          <a:xfrm>
            <a:off x="13785120" y="11043720"/>
            <a:ext cx="640440" cy="640440"/>
          </a:xfrm>
          <a:custGeom>
            <a:avLst/>
            <a:gdLst>
              <a:gd name="textAreaLeft" fmla="*/ 0 w 640440"/>
              <a:gd name="textAreaRight" fmla="*/ 646200 w 640440"/>
              <a:gd name="textAreaTop" fmla="*/ 0 h 640440"/>
              <a:gd name="textAreaBottom" fmla="*/ 646200 h 640440"/>
            </a:gdLst>
            <a:ahLst/>
            <a:cxnLst/>
            <a:rect l="textAreaLeft" t="textAreaTop" r="textAreaRight" b="textAreaBottom"/>
            <a:pathLst>
              <a:path w="646233" h="646233">
                <a:moveTo>
                  <a:pt x="0" y="0"/>
                </a:moveTo>
                <a:lnTo>
                  <a:pt x="646233" y="0"/>
                </a:lnTo>
                <a:lnTo>
                  <a:pt x="646233" y="646233"/>
                </a:lnTo>
                <a:lnTo>
                  <a:pt x="0" y="6462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16"/>
          <p:cNvSpPr/>
          <p:nvPr/>
        </p:nvSpPr>
        <p:spPr>
          <a:xfrm>
            <a:off x="13785120" y="9966240"/>
            <a:ext cx="640440" cy="640440"/>
          </a:xfrm>
          <a:custGeom>
            <a:avLst/>
            <a:gdLst>
              <a:gd name="textAreaLeft" fmla="*/ 0 w 640440"/>
              <a:gd name="textAreaRight" fmla="*/ 646200 w 640440"/>
              <a:gd name="textAreaTop" fmla="*/ 0 h 640440"/>
              <a:gd name="textAreaBottom" fmla="*/ 646200 h 640440"/>
            </a:gdLst>
            <a:ahLst/>
            <a:cxnLst/>
            <a:rect l="textAreaLeft" t="textAreaTop" r="textAreaRight" b="textAreaBottom"/>
            <a:pathLst>
              <a:path w="646233" h="646233">
                <a:moveTo>
                  <a:pt x="0" y="0"/>
                </a:moveTo>
                <a:lnTo>
                  <a:pt x="646233" y="0"/>
                </a:lnTo>
                <a:lnTo>
                  <a:pt x="646233" y="646233"/>
                </a:lnTo>
                <a:lnTo>
                  <a:pt x="0" y="6462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7"/>
          <p:cNvSpPr/>
          <p:nvPr/>
        </p:nvSpPr>
        <p:spPr>
          <a:xfrm>
            <a:off x="13785120" y="7589520"/>
            <a:ext cx="373428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68"/>
              </a:lnSpc>
            </a:pPr>
            <a:r>
              <a:rPr lang="en-US" sz="3909" b="0" u="none" spc="77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CONTACTO</a:t>
            </a:r>
            <a:endParaRPr lang="es-A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18"/>
          <p:cNvGrpSpPr/>
          <p:nvPr/>
        </p:nvGrpSpPr>
        <p:grpSpPr>
          <a:xfrm>
            <a:off x="13789800" y="8452080"/>
            <a:ext cx="5380920" cy="30240"/>
            <a:chOff x="13789800" y="8452080"/>
            <a:chExt cx="5380920" cy="30240"/>
          </a:xfrm>
        </p:grpSpPr>
        <p:sp>
          <p:nvSpPr>
            <p:cNvPr id="71" name="Freeform 19"/>
            <p:cNvSpPr/>
            <p:nvPr/>
          </p:nvSpPr>
          <p:spPr>
            <a:xfrm>
              <a:off x="13789800" y="8452080"/>
              <a:ext cx="5380920" cy="30240"/>
            </a:xfrm>
            <a:custGeom>
              <a:avLst/>
              <a:gdLst>
                <a:gd name="textAreaLeft" fmla="*/ 0 w 5380920"/>
                <a:gd name="textAreaRight" fmla="*/ 5386680 w 5380920"/>
                <a:gd name="textAreaTop" fmla="*/ 0 h 30240"/>
                <a:gd name="textAreaBottom" fmla="*/ 36000 h 30240"/>
              </a:gdLst>
              <a:ahLst/>
              <a:cxnLst/>
              <a:rect l="textAreaLeft" t="textAreaTop" r="textAreaRight" b="textAreaBottom"/>
              <a:pathLst>
                <a:path w="7182104" h="47879">
                  <a:moveTo>
                    <a:pt x="0" y="0"/>
                  </a:moveTo>
                  <a:lnTo>
                    <a:pt x="7182104" y="0"/>
                  </a:lnTo>
                  <a:lnTo>
                    <a:pt x="7182104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Freeform 20"/>
          <p:cNvSpPr/>
          <p:nvPr/>
        </p:nvSpPr>
        <p:spPr>
          <a:xfrm>
            <a:off x="13785120" y="12121200"/>
            <a:ext cx="668880" cy="668880"/>
          </a:xfrm>
          <a:custGeom>
            <a:avLst/>
            <a:gdLst>
              <a:gd name="textAreaLeft" fmla="*/ 0 w 668880"/>
              <a:gd name="textAreaRight" fmla="*/ 674640 w 668880"/>
              <a:gd name="textAreaTop" fmla="*/ 0 h 668880"/>
              <a:gd name="textAreaBottom" fmla="*/ 674640 h 668880"/>
            </a:gdLst>
            <a:ahLst/>
            <a:cxnLst/>
            <a:rect l="textAreaLeft" t="textAreaTop" r="textAreaRight" b="textAreaBottom"/>
            <a:pathLst>
              <a:path w="674618" h="674618">
                <a:moveTo>
                  <a:pt x="0" y="0"/>
                </a:moveTo>
                <a:lnTo>
                  <a:pt x="674618" y="0"/>
                </a:lnTo>
                <a:lnTo>
                  <a:pt x="674618" y="674618"/>
                </a:lnTo>
                <a:lnTo>
                  <a:pt x="0" y="6746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21"/>
          <p:cNvSpPr/>
          <p:nvPr/>
        </p:nvSpPr>
        <p:spPr>
          <a:xfrm>
            <a:off x="13891680" y="12285720"/>
            <a:ext cx="427680" cy="339480"/>
          </a:xfrm>
          <a:custGeom>
            <a:avLst/>
            <a:gdLst>
              <a:gd name="textAreaLeft" fmla="*/ 0 w 427680"/>
              <a:gd name="textAreaRight" fmla="*/ 433440 w 427680"/>
              <a:gd name="textAreaTop" fmla="*/ 0 h 339480"/>
              <a:gd name="textAreaBottom" fmla="*/ 345240 h 339480"/>
            </a:gdLst>
            <a:ahLst/>
            <a:cxnLst/>
            <a:rect l="textAreaLeft" t="textAreaTop" r="textAreaRight" b="textAreaBottom"/>
            <a:pathLst>
              <a:path w="433388" h="345138">
                <a:moveTo>
                  <a:pt x="0" y="0"/>
                </a:moveTo>
                <a:lnTo>
                  <a:pt x="433387" y="0"/>
                </a:lnTo>
                <a:lnTo>
                  <a:pt x="433387" y="345138"/>
                </a:lnTo>
                <a:lnTo>
                  <a:pt x="0" y="3451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2"/>
          <p:cNvSpPr/>
          <p:nvPr/>
        </p:nvSpPr>
        <p:spPr>
          <a:xfrm>
            <a:off x="14582880" y="9010800"/>
            <a:ext cx="43588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Proxima Nova"/>
                <a:ea typeface="Proxima Nova"/>
              </a:rPr>
              <a:t>+{{contact_phone}}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3"/>
          <p:cNvSpPr/>
          <p:nvPr/>
        </p:nvSpPr>
        <p:spPr>
          <a:xfrm>
            <a:off x="14582880" y="11065680"/>
            <a:ext cx="64731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Proxima Nova"/>
                <a:ea typeface="Proxima Nova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4"/>
          <p:cNvSpPr/>
          <p:nvPr/>
        </p:nvSpPr>
        <p:spPr>
          <a:xfrm>
            <a:off x="14582880" y="9983160"/>
            <a:ext cx="52588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Proxima Nova"/>
                <a:ea typeface="Proxima Nova"/>
              </a:rPr>
              <a:t>{{contact_email}}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5"/>
          <p:cNvSpPr/>
          <p:nvPr/>
        </p:nvSpPr>
        <p:spPr>
          <a:xfrm>
            <a:off x="14582880" y="12147840"/>
            <a:ext cx="41979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Proxima Nova"/>
                <a:ea typeface="Proxima Nova"/>
              </a:rPr>
              <a:t>Licencia de conducir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8"/>
          <p:cNvSpPr/>
          <p:nvPr/>
        </p:nvSpPr>
        <p:spPr>
          <a:xfrm>
            <a:off x="737640" y="14252040"/>
            <a:ext cx="1095840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05"/>
              </a:lnSpc>
            </a:pPr>
            <a:endParaRPr lang="es-AR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4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9"/>
          <p:cNvSpPr/>
          <p:nvPr/>
        </p:nvSpPr>
        <p:spPr>
          <a:xfrm>
            <a:off x="737640" y="15186600"/>
            <a:ext cx="12429000" cy="15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53"/>
              </a:lnSpc>
            </a:pPr>
            <a:endParaRPr lang="es-AR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95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0"/>
          <p:cNvSpPr/>
          <p:nvPr/>
        </p:nvSpPr>
        <p:spPr>
          <a:xfrm>
            <a:off x="764640" y="20436480"/>
            <a:ext cx="1111140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05"/>
              </a:lnSpc>
            </a:pPr>
            <a:endParaRPr lang="es-AR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4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4580720" y="540000"/>
            <a:ext cx="413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3826520" y="13484160"/>
            <a:ext cx="597276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3d3d3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8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DAG9kcItwbc</dc:identifier>
  <dc:language>es-AR</dc:language>
  <cp:lastModifiedBy/>
  <dcterms:modified xsi:type="dcterms:W3CDTF">2026-01-14T15:13:58Z</dcterms:modified>
  <cp:revision>17</cp:revision>
  <dc:subject/>
  <dc:title>Plantilla_oficial_10.pptx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