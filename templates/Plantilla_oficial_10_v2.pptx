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Proxima Nova Bold"/>
    </p:embeddedFont>
    <p:embeddedFont>
      <p:font typeface="Montserrat Bold"/>
    </p:embeddedFont>
    <p:embeddedFont>
      <p:font typeface="Proxima Nova Italics"/>
    </p:embeddedFont>
    <p:embeddedFont>
      <p:font typeface="The Seasons"/>
      <p:regular r:id="rId7"/>
      <p:bold r:id="rId7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The_Seasons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76C7DB2-502B-4213-BCF9-31688217BB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07B01B-CBD0-4EB6-9D9F-6709EBADAB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853FC7-4FF5-45A9-89E7-C13B3441CA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43BEE0-5D1C-46D8-A8BE-46352BCF91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AA71B21-4595-4B20-91FD-A4EED0A6A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3AFB1C-D408-4506-8782-6BE1314AAA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5B5D00-F2A7-4CA9-ABA9-3E0E061FF5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5D7F99-34F1-4268-AE5D-D8B37690F2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1A31002-60E7-4BDE-8F94-47D6C3FC56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FD9422-D48A-47A2-AF3D-48F8DFBC34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F0CFAD-5AE8-49D7-8821-762B523064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0320" cy="15480"/>
            <a:chOff x="635760" y="7526880"/>
            <a:chExt cx="11110320" cy="1548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0320" cy="15480"/>
            </a:xfrm>
            <a:custGeom>
              <a:avLst/>
              <a:gdLst>
                <a:gd name="textAreaLeft" fmla="*/ 0 w 11110320"/>
                <a:gd name="textAreaRight" fmla="*/ 11121840 w 11110320"/>
                <a:gd name="textAreaTop" fmla="*/ 0 h 15480"/>
                <a:gd name="textAreaBottom" fmla="*/ 27000 h 1548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59880" y="7496640"/>
            <a:ext cx="11943720" cy="527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3400" b="1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3400" b="0" u="none" spc="62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8"/>
          <p:cNvSpPr/>
          <p:nvPr/>
        </p:nvSpPr>
        <p:spPr>
          <a:xfrm>
            <a:off x="737640" y="14252040"/>
            <a:ext cx="1095264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9"/>
          <p:cNvSpPr/>
          <p:nvPr/>
        </p:nvSpPr>
        <p:spPr>
          <a:xfrm>
            <a:off x="737640" y="15186600"/>
            <a:ext cx="12423240" cy="150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53"/>
              </a:lnSpc>
            </a:pPr>
            <a:endParaRPr lang="es-AR" sz="31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95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0"/>
          <p:cNvSpPr/>
          <p:nvPr/>
        </p:nvSpPr>
        <p:spPr>
          <a:xfrm>
            <a:off x="764640" y="20436480"/>
            <a:ext cx="11105640" cy="11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05"/>
              </a:lnSpc>
            </a:pPr>
            <a:endParaRPr lang="es-AR" sz="31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4580720" y="540000"/>
            <a:ext cx="413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2"/>
          <p:cNvSpPr/>
          <p:nvPr/>
        </p:nvSpPr>
        <p:spPr>
          <a:xfrm>
            <a:off x="540000" y="900360"/>
            <a:ext cx="1196100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3"/>
          <p:cNvSpPr/>
          <p:nvPr/>
        </p:nvSpPr>
        <p:spPr>
          <a:xfrm>
            <a:off x="672480" y="3112920"/>
            <a:ext cx="133927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8" name="Group 18"/>
          <p:cNvGrpSpPr/>
          <p:nvPr/>
        </p:nvGrpSpPr>
        <p:grpSpPr>
          <a:xfrm>
            <a:off x="13685040" y="7552440"/>
            <a:ext cx="5374440" cy="15120"/>
            <a:chOff x="13685040" y="7552440"/>
            <a:chExt cx="5374440" cy="15120"/>
          </a:xfrm>
        </p:grpSpPr>
        <p:sp>
          <p:nvSpPr>
            <p:cNvPr id="69" name="Freeform 1"/>
            <p:cNvSpPr/>
            <p:nvPr/>
          </p:nvSpPr>
          <p:spPr>
            <a:xfrm>
              <a:off x="13685040" y="7552440"/>
              <a:ext cx="5374440" cy="15120"/>
            </a:xfrm>
            <a:custGeom>
              <a:avLst/>
              <a:gdLst>
                <a:gd name="textAreaLeft" fmla="*/ 0 w 5374440"/>
                <a:gd name="textAreaRight" fmla="*/ 5386680 w 5374440"/>
                <a:gd name="textAreaTop" fmla="*/ 0 h 15120"/>
                <a:gd name="textAreaBottom" fmla="*/ 24480 h 1512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TextBox 22"/>
          <p:cNvSpPr/>
          <p:nvPr/>
        </p:nvSpPr>
        <p:spPr>
          <a:xfrm>
            <a:off x="13860360" y="7751520"/>
            <a:ext cx="557820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3"/>
          <p:cNvSpPr/>
          <p:nvPr/>
        </p:nvSpPr>
        <p:spPr>
          <a:xfrm>
            <a:off x="14478120" y="10166040"/>
            <a:ext cx="64666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4"/>
          <p:cNvSpPr/>
          <p:nvPr/>
        </p:nvSpPr>
        <p:spPr>
          <a:xfrm>
            <a:off x="14478120" y="9083520"/>
            <a:ext cx="52524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5"/>
          <p:cNvSpPr/>
          <p:nvPr/>
        </p:nvSpPr>
        <p:spPr>
          <a:xfrm>
            <a:off x="14478120" y="10888560"/>
            <a:ext cx="41914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3680360" y="9792360"/>
            <a:ext cx="596664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6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"/>
          <p:cNvSpPr/>
          <p:nvPr/>
        </p:nvSpPr>
        <p:spPr>
          <a:xfrm>
            <a:off x="13680360" y="6861960"/>
            <a:ext cx="37281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14478120" y="11340360"/>
            <a:ext cx="64666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635760" y="6861600"/>
            <a:ext cx="780408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2026-03-05T15:32:50Z</dcterms:modified>
  <cp:revision>33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