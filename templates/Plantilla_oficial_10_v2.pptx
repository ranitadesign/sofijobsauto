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Proxima Nova"/>
      <p:regular r:id="rId4"/>
      <p:bold r:id="rId4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  <p:embeddedFont>
      <p:font typeface="Proxima Nova Bold"/>
    </p:embeddedFont>
    <p:embeddedFont>
      <p:font typeface="Montserrat Bold"/>
    </p:embeddedFont>
    <p:embeddedFont>
      <p:font typeface="Proxima Nova Italics"/>
    </p:embeddedFont>
    <p:embeddedFont>
      <p:font typeface="The Seasons"/>
      <p:regular r:id="rId7"/>
      <p:bold r:id="rId7"/>
    </p:embeddedFont>
    <p:embeddedFont>
      <p:font typeface="Gare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The_Seasons_Regular.fntdata"/><Relationship Id="rId8" Type="http://schemas.openxmlformats.org/officeDocument/2006/relationships/font" Target="fonts/Font_5_Gare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18E212-8EF8-433B-A2E0-9C51EF46C9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520" cy="13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520" cy="148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AF7C3A-56FF-4507-A68B-713BFC17E5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0F301E-E2B5-4493-976E-EFCADEFFAD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40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40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84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84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269E5E8-F698-4C2E-829C-FC10F17713B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878E22-C596-4002-B5D6-03F632E66E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E90778-0F84-4F62-9EE1-23959E0EDA5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280" cy="115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76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280" cy="467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1F169A-49FA-424E-BA6B-5D2EC1A70B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52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520" cy="41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520" cy="79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0BB27A-1AEE-45ED-8099-1ED92A499B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520" cy="14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09B33C-258E-403E-A8A9-007E2F2E5BC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2ECFCA-BD03-4714-A889-FFDE68B93EB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52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04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C76BC0-3445-4502-8FD0-AC4A763932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635760" y="7526880"/>
            <a:ext cx="11109960" cy="15120"/>
            <a:chOff x="635760" y="7526880"/>
            <a:chExt cx="11109960" cy="15120"/>
          </a:xfrm>
        </p:grpSpPr>
        <p:sp>
          <p:nvSpPr>
            <p:cNvPr id="60" name="Freeform 3"/>
            <p:cNvSpPr/>
            <p:nvPr/>
          </p:nvSpPr>
          <p:spPr>
            <a:xfrm>
              <a:off x="635760" y="7526880"/>
              <a:ext cx="11109960" cy="15120"/>
            </a:xfrm>
            <a:custGeom>
              <a:avLst/>
              <a:gdLst>
                <a:gd name="textAreaLeft" fmla="*/ 0 w 11109960"/>
                <a:gd name="textAreaRight" fmla="*/ 11121840 w 1110996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14829029" h="35941">
                  <a:moveTo>
                    <a:pt x="0" y="0"/>
                  </a:moveTo>
                  <a:lnTo>
                    <a:pt x="14829029" y="0"/>
                  </a:lnTo>
                  <a:lnTo>
                    <a:pt x="14829029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8"/>
          <p:cNvSpPr/>
          <p:nvPr/>
        </p:nvSpPr>
        <p:spPr>
          <a:xfrm>
            <a:off x="659880" y="7640640"/>
            <a:ext cx="11943360" cy="527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3400" b="1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{{exp_1_role}}  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{exp_1_company}} {{exp_1_dates}}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3400" b="1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{{exp_2_role}}  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{exp_2_company}} {{exp_2_dates}}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8"/>
          <p:cNvSpPr/>
          <p:nvPr/>
        </p:nvSpPr>
        <p:spPr>
          <a:xfrm>
            <a:off x="737640" y="14252040"/>
            <a:ext cx="10952280" cy="11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9"/>
          <p:cNvSpPr/>
          <p:nvPr/>
        </p:nvSpPr>
        <p:spPr>
          <a:xfrm>
            <a:off x="737640" y="15186600"/>
            <a:ext cx="12422880" cy="15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53"/>
              </a:lnSpc>
            </a:pPr>
            <a:endParaRPr lang="es-AR" sz="3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95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0"/>
          <p:cNvSpPr/>
          <p:nvPr/>
        </p:nvSpPr>
        <p:spPr>
          <a:xfrm>
            <a:off x="764640" y="20436480"/>
            <a:ext cx="11105280" cy="11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4580720" y="540000"/>
            <a:ext cx="413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2"/>
          <p:cNvSpPr/>
          <p:nvPr/>
        </p:nvSpPr>
        <p:spPr>
          <a:xfrm>
            <a:off x="540000" y="900360"/>
            <a:ext cx="11960640" cy="32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203"/>
              </a:lnSpc>
            </a:pPr>
            <a:r>
              <a:rPr lang="en-US" sz="8500" b="0" u="none" strike="noStrike">
                <a:solidFill>
                  <a:srgbClr val="c0504d"/>
                </a:solidFill>
                <a:effectLst/>
                <a:uFillTx/>
                <a:latin typeface="Proxima nova"/>
                <a:ea typeface="The Seasons"/>
              </a:rPr>
              <a:t>{{name}}</a:t>
            </a: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0" u="none" spc="533" strike="noStrike">
                <a:solidFill>
                  <a:srgbClr val="231f20"/>
                </a:solidFill>
                <a:effectLst/>
                <a:uFillTx/>
                <a:latin typeface="Proxima nova"/>
                <a:ea typeface="The Seaso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095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Italics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3"/>
          <p:cNvSpPr/>
          <p:nvPr/>
        </p:nvSpPr>
        <p:spPr>
          <a:xfrm>
            <a:off x="672480" y="3112920"/>
            <a:ext cx="13392360" cy="13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8" name="Group 18"/>
          <p:cNvGrpSpPr/>
          <p:nvPr/>
        </p:nvGrpSpPr>
        <p:grpSpPr>
          <a:xfrm>
            <a:off x="13685040" y="7552440"/>
            <a:ext cx="5374080" cy="14760"/>
            <a:chOff x="13685040" y="7552440"/>
            <a:chExt cx="5374080" cy="14760"/>
          </a:xfrm>
        </p:grpSpPr>
        <p:sp>
          <p:nvSpPr>
            <p:cNvPr id="69" name="Freeform 1"/>
            <p:cNvSpPr/>
            <p:nvPr/>
          </p:nvSpPr>
          <p:spPr>
            <a:xfrm>
              <a:off x="13685040" y="7552440"/>
              <a:ext cx="5374080" cy="14760"/>
            </a:xfrm>
            <a:custGeom>
              <a:avLst/>
              <a:gdLst>
                <a:gd name="textAreaLeft" fmla="*/ 0 w 5374080"/>
                <a:gd name="textAreaRight" fmla="*/ 5386680 w 5374080"/>
                <a:gd name="textAreaTop" fmla="*/ 0 h 14760"/>
                <a:gd name="textAreaBottom" fmla="*/ 24480 h 14760"/>
              </a:gdLst>
              <a:ahLst/>
              <a:cxnLst/>
              <a:rect l="textAreaLeft" t="textAreaTop" r="textAreaRight" b="textAreaBottom"/>
              <a:pathLst>
                <a:path w="7182104" h="47879">
                  <a:moveTo>
                    <a:pt x="0" y="0"/>
                  </a:moveTo>
                  <a:lnTo>
                    <a:pt x="7182104" y="0"/>
                  </a:lnTo>
                  <a:lnTo>
                    <a:pt x="7182104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c0504d"/>
            </a:solidFill>
            <a:ln w="648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22"/>
          <p:cNvSpPr/>
          <p:nvPr/>
        </p:nvSpPr>
        <p:spPr>
          <a:xfrm>
            <a:off x="13860360" y="7751520"/>
            <a:ext cx="5577840" cy="18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{{contact_phone}}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{{licencia}}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3"/>
          <p:cNvSpPr/>
          <p:nvPr/>
        </p:nvSpPr>
        <p:spPr>
          <a:xfrm>
            <a:off x="14478120" y="10166040"/>
            <a:ext cx="646632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4"/>
          <p:cNvSpPr/>
          <p:nvPr/>
        </p:nvSpPr>
        <p:spPr>
          <a:xfrm>
            <a:off x="14478120" y="9083520"/>
            <a:ext cx="525204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5"/>
          <p:cNvSpPr/>
          <p:nvPr/>
        </p:nvSpPr>
        <p:spPr>
          <a:xfrm>
            <a:off x="14478120" y="10888560"/>
            <a:ext cx="419112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3680360" y="9792360"/>
            <a:ext cx="596628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22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[[SIDEBAR_BLOCK]]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551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3000" b="0" u="none" spc="-711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"/>
          <p:cNvSpPr/>
          <p:nvPr/>
        </p:nvSpPr>
        <p:spPr>
          <a:xfrm>
            <a:off x="13680360" y="6861960"/>
            <a:ext cx="372780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CONTACTO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"/>
          <p:cNvSpPr/>
          <p:nvPr/>
        </p:nvSpPr>
        <p:spPr>
          <a:xfrm>
            <a:off x="14478120" y="11340360"/>
            <a:ext cx="646632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635760" y="6861600"/>
            <a:ext cx="780372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DAG9kcItwbc</dc:identifier>
  <dc:language>es-AR</dc:language>
  <cp:lastModifiedBy/>
  <dcterms:modified xsi:type="dcterms:W3CDTF">2026-03-09T19:59:13Z</dcterms:modified>
  <cp:revision>34</cp:revision>
  <dc:subject/>
  <dc:title>Plantilla_oficial_10.pptx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