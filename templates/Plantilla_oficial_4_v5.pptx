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Poppins Italics"/>
    </p:embeddedFont>
    <p:embeddedFont>
      <p:font typeface="Poppins Bold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00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00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89556B-0386-4A39-BA01-DA9CD49D31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A5A44C-2B76-4592-95CA-DC158F0DCE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88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88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732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732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D91214-4A9C-4CD5-A435-E02D158851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DC4483-6113-46EF-AEFB-FFD1676A0C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6F2554-B5E9-44DF-90A2-6AC2F78D16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760" cy="114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24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760" cy="467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EA6CEC-E43E-4EF5-8433-679DB1E3DD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000" cy="5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000" cy="41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000" cy="7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1E71D0-AA4C-45E1-AE2A-A9597E8622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000" cy="14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D60DC3-18AB-42FC-8638-38EC7B0090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7890B-0E96-4444-9058-A276CB0EA3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00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552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D06E0C-5139-434B-8B88-2FB124BB98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692ECD-0DFB-4103-9D59-7E0405DA7B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-48960" y="0"/>
            <a:ext cx="6882120" cy="30241440"/>
            <a:chOff x="-48960" y="0"/>
            <a:chExt cx="6882120" cy="30241440"/>
          </a:xfrm>
        </p:grpSpPr>
        <p:sp>
          <p:nvSpPr>
            <p:cNvPr id="60" name="Freeform 3"/>
            <p:cNvSpPr/>
            <p:nvPr/>
          </p:nvSpPr>
          <p:spPr>
            <a:xfrm>
              <a:off x="-48960" y="0"/>
              <a:ext cx="6882120" cy="30241440"/>
            </a:xfrm>
            <a:custGeom>
              <a:avLst/>
              <a:gdLst>
                <a:gd name="textAreaLeft" fmla="*/ 0 w 6882120"/>
                <a:gd name="textAreaRight" fmla="*/ 6896520 w 6882120"/>
                <a:gd name="textAreaTop" fmla="*/ 0 h 30241440"/>
                <a:gd name="textAreaBottom" fmla="*/ 30255840 h 30241440"/>
              </a:gdLst>
              <a:ahLst/>
              <a:cxnLst/>
              <a:rect l="textAreaLeft" t="textAreaTop" r="textAreaRight" b="textAreaBottom"/>
              <a:pathLst>
                <a:path w="9195181" h="40341042">
                  <a:moveTo>
                    <a:pt x="0" y="0"/>
                  </a:moveTo>
                  <a:lnTo>
                    <a:pt x="9195181" y="0"/>
                  </a:lnTo>
                  <a:lnTo>
                    <a:pt x="9195181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34"/>
          <p:cNvSpPr/>
          <p:nvPr/>
        </p:nvSpPr>
        <p:spPr>
          <a:xfrm>
            <a:off x="720000" y="1086480"/>
            <a:ext cx="255708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  <a:spcBef>
                <a:spcPts val="1191"/>
              </a:spcBef>
              <a:spcAft>
                <a:spcPts val="992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20000" y="900000"/>
            <a:ext cx="503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"/>
          <p:cNvGrpSpPr/>
          <p:nvPr/>
        </p:nvGrpSpPr>
        <p:grpSpPr>
          <a:xfrm>
            <a:off x="7523640" y="5679720"/>
            <a:ext cx="8537400" cy="14400"/>
            <a:chOff x="7523640" y="5679720"/>
            <a:chExt cx="8537400" cy="14400"/>
          </a:xfrm>
        </p:grpSpPr>
        <p:sp>
          <p:nvSpPr>
            <p:cNvPr id="64" name="Freeform 1"/>
            <p:cNvSpPr/>
            <p:nvPr/>
          </p:nvSpPr>
          <p:spPr>
            <a:xfrm>
              <a:off x="7523640" y="5679720"/>
              <a:ext cx="8537400" cy="14400"/>
            </a:xfrm>
            <a:custGeom>
              <a:avLst/>
              <a:gdLst>
                <a:gd name="textAreaLeft" fmla="*/ 0 w 8537400"/>
                <a:gd name="textAreaRight" fmla="*/ 8556120 w 8537400"/>
                <a:gd name="textAreaTop" fmla="*/ 0 h 14400"/>
                <a:gd name="textAreaBottom" fmla="*/ 1505520 h 144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6"/>
          <p:cNvGrpSpPr/>
          <p:nvPr/>
        </p:nvGrpSpPr>
        <p:grpSpPr>
          <a:xfrm>
            <a:off x="7482240" y="9539640"/>
            <a:ext cx="8537400" cy="14400"/>
            <a:chOff x="7482240" y="9539640"/>
            <a:chExt cx="8537400" cy="14400"/>
          </a:xfrm>
        </p:grpSpPr>
        <p:sp>
          <p:nvSpPr>
            <p:cNvPr id="66" name="Freeform 7"/>
            <p:cNvSpPr/>
            <p:nvPr/>
          </p:nvSpPr>
          <p:spPr>
            <a:xfrm>
              <a:off x="7482240" y="9539640"/>
              <a:ext cx="8537400" cy="14400"/>
            </a:xfrm>
            <a:custGeom>
              <a:avLst/>
              <a:gdLst>
                <a:gd name="textAreaLeft" fmla="*/ 0 w 8537400"/>
                <a:gd name="textAreaRight" fmla="*/ 8556120 w 8537400"/>
                <a:gd name="textAreaTop" fmla="*/ 0 h 14400"/>
                <a:gd name="textAreaBottom" fmla="*/ 1505520 h 144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28"/>
          <p:cNvSpPr/>
          <p:nvPr/>
        </p:nvSpPr>
        <p:spPr>
          <a:xfrm>
            <a:off x="7380000" y="0"/>
            <a:ext cx="1367676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9"/>
              </a:lnSpc>
            </a:pPr>
            <a:r>
              <a:rPr lang="en-US" sz="7200" b="1" u="none" spc="573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000" b="0" u="none" spc="507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640"/>
              </a:lnSpc>
            </a:pPr>
            <a:r>
              <a:rPr lang="en-US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  {{contact_email}}  {{contact_location}}  {{licencia}}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1"/>
          <p:cNvSpPr/>
          <p:nvPr/>
        </p:nvSpPr>
        <p:spPr>
          <a:xfrm>
            <a:off x="7482240" y="8820000"/>
            <a:ext cx="853740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2"/>
          <p:cNvSpPr/>
          <p:nvPr/>
        </p:nvSpPr>
        <p:spPr>
          <a:xfrm>
            <a:off x="7523640" y="4860000"/>
            <a:ext cx="85298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PERFIL PROFESIONAL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3"/>
          <p:cNvSpPr/>
          <p:nvPr/>
        </p:nvSpPr>
        <p:spPr>
          <a:xfrm>
            <a:off x="7523640" y="5791320"/>
            <a:ext cx="119008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27600" y="6104160"/>
            <a:ext cx="5964840" cy="42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 [[SIDEBAR_BLOCK]]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711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8"/>
          <p:cNvSpPr/>
          <p:nvPr/>
        </p:nvSpPr>
        <p:spPr>
          <a:xfrm>
            <a:off x="7431840" y="9315360"/>
            <a:ext cx="12895560" cy="54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64"/>
              </a:lnSpc>
            </a:pPr>
            <a:r>
              <a:rPr lang="en-US" sz="1800" b="1" u="none" spc="74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[[EXPERIENCE_BLOCK]]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400" b="1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{{exp_1_role}}</a:t>
            </a:r>
            <a:r>
              <a:rPr lang="en-US" sz="2400" b="0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 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</a:t>
            </a:r>
            <a:r>
              <a:rPr lang="en-US" sz="2400" b="0" u="none" spc="65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company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}}  {{exp_1_dates}}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400" b="1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{{exp_2_role}</a:t>
            </a:r>
            <a:r>
              <a:rPr lang="en-US" sz="2400" b="0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  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</a:t>
            </a:r>
            <a:r>
              <a:rPr lang="en-US" sz="2400" b="0" u="none" spc="65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company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}}  {{exp_2_dates}}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400" b="1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{{exp_3_role}}</a:t>
            </a:r>
            <a:r>
              <a:rPr lang="en-US" sz="2400" b="0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 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</a:t>
            </a:r>
            <a:r>
              <a:rPr lang="en-US" sz="2400" b="0" u="none" spc="65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company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}} 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400" b="1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{{exp_4_role}</a:t>
            </a:r>
            <a:r>
              <a:rPr lang="en-US" sz="2400" b="0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  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</a:t>
            </a:r>
            <a:r>
              <a:rPr lang="en-US" sz="2400" b="0" u="none" spc="65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company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}}  {{exp_4_dates}}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{{exp_4_bullets_block}}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400" b="1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{{exp_5_role}}</a:t>
            </a:r>
            <a:r>
              <a:rPr lang="en-US" sz="2400" b="0" u="none" spc="60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 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</a:t>
            </a:r>
            <a:r>
              <a:rPr lang="en-US" sz="2400" b="0" u="none" spc="65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company</a:t>
            </a:r>
            <a:r>
              <a:rPr lang="en-US" sz="2400" b="0" u="none" spc="51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}}  {{exp_5_dates}}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spcBef>
                <a:spcPts val="283"/>
              </a:spcBef>
              <a:spcAft>
                <a:spcPts val="283"/>
              </a:spcAft>
            </a:pPr>
            <a:r>
              <a:rPr lang="es-AR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Montserrat"/>
              </a:rPr>
              <a:t>{{exp_5_bullets_block}}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DAG9j3823Dw</dc:identifier>
  <dc:language>es-AR</dc:language>
  <cp:lastModifiedBy/>
  <dcterms:modified xsi:type="dcterms:W3CDTF">2026-03-05T13:48:33Z</dcterms:modified>
  <cp:revision>41</cp:revision>
  <dc:subject/>
  <dc:title>Plantilla_oficial_4.pptx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