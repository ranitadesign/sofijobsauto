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Bold"/>
    </p:embeddedFont>
    <p:embeddedFont>
      <p:font typeface="Montserrat Bold"/>
    </p:embeddedFont>
    <p:embeddedFont>
      <p:font typeface="Poppins Italics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928AB6-7BC4-4001-BE06-A7804582C2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9BE9AA-8DB2-43E9-92BC-1B46A0B77C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120" cy="114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60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120" cy="467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964579-EA27-47F2-B326-6B7A24EE6C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360" cy="55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360" cy="41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360" cy="79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DC1A24-536B-404C-B21E-318FD0D00A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360" cy="14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0B77DA-0E5C-4691-A548-F9E4A9EA17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56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E16E3C-930C-4D48-9945-6159DB9AA7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360" cy="583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880" cy="583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462CC3-F699-4FD6-86BC-FAAF858054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56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A15F3E-4D89-4503-8CD9-387AEC253E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360" cy="134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360" cy="148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58DFCA-5DD9-4C78-83CF-06AED4DDB7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44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44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DBADE1-0910-44DC-AF06-21C53434FA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24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240" cy="393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768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7680" cy="393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FE02E4-787A-47A0-895C-AB188F4421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-48960" y="0"/>
            <a:ext cx="6882480" cy="30241800"/>
            <a:chOff x="-48960" y="0"/>
            <a:chExt cx="6882480" cy="30241800"/>
          </a:xfrm>
        </p:grpSpPr>
        <p:sp>
          <p:nvSpPr>
            <p:cNvPr id="60" name="Freeform 3"/>
            <p:cNvSpPr/>
            <p:nvPr/>
          </p:nvSpPr>
          <p:spPr>
            <a:xfrm>
              <a:off x="-48960" y="0"/>
              <a:ext cx="6882480" cy="30241800"/>
            </a:xfrm>
            <a:custGeom>
              <a:avLst/>
              <a:gdLst>
                <a:gd name="textAreaLeft" fmla="*/ 0 w 6882480"/>
                <a:gd name="textAreaRight" fmla="*/ 6896520 w 6882480"/>
                <a:gd name="textAreaTop" fmla="*/ 0 h 30241800"/>
                <a:gd name="textAreaBottom" fmla="*/ 30255840 h 3024180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34"/>
          <p:cNvSpPr/>
          <p:nvPr/>
        </p:nvSpPr>
        <p:spPr>
          <a:xfrm>
            <a:off x="720000" y="1086480"/>
            <a:ext cx="25574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  <a:spcBef>
                <a:spcPts val="1191"/>
              </a:spcBef>
              <a:spcAft>
                <a:spcPts val="992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5"/>
          <p:cNvGrpSpPr/>
          <p:nvPr/>
        </p:nvGrpSpPr>
        <p:grpSpPr>
          <a:xfrm>
            <a:off x="7198200" y="9619920"/>
            <a:ext cx="13129200" cy="19720080"/>
            <a:chOff x="7198200" y="9619920"/>
            <a:chExt cx="13129200" cy="19720080"/>
          </a:xfrm>
        </p:grpSpPr>
        <p:sp>
          <p:nvSpPr>
            <p:cNvPr id="63" name="TextBox 1"/>
            <p:cNvSpPr/>
            <p:nvPr/>
          </p:nvSpPr>
          <p:spPr>
            <a:xfrm>
              <a:off x="7429680" y="14772960"/>
              <a:ext cx="12895920" cy="342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2"/>
            <p:cNvSpPr/>
            <p:nvPr/>
          </p:nvSpPr>
          <p:spPr>
            <a:xfrm>
              <a:off x="7198200" y="15805080"/>
              <a:ext cx="12461400" cy="2459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3"/>
            <p:cNvSpPr/>
            <p:nvPr/>
          </p:nvSpPr>
          <p:spPr>
            <a:xfrm>
              <a:off x="7621560" y="15960240"/>
              <a:ext cx="6403320" cy="63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7"/>
            <p:cNvSpPr/>
            <p:nvPr/>
          </p:nvSpPr>
          <p:spPr>
            <a:xfrm>
              <a:off x="7429680" y="20282040"/>
              <a:ext cx="12895920" cy="3418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10"/>
            <p:cNvSpPr/>
            <p:nvPr/>
          </p:nvSpPr>
          <p:spPr>
            <a:xfrm>
              <a:off x="7198200" y="21314520"/>
              <a:ext cx="12461400" cy="2459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11"/>
            <p:cNvSpPr/>
            <p:nvPr/>
          </p:nvSpPr>
          <p:spPr>
            <a:xfrm>
              <a:off x="7621560" y="21469680"/>
              <a:ext cx="6403320" cy="63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13"/>
            <p:cNvSpPr/>
            <p:nvPr/>
          </p:nvSpPr>
          <p:spPr>
            <a:xfrm>
              <a:off x="7429680" y="25848360"/>
              <a:ext cx="12895920" cy="342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14"/>
            <p:cNvSpPr/>
            <p:nvPr/>
          </p:nvSpPr>
          <p:spPr>
            <a:xfrm>
              <a:off x="7198200" y="26880480"/>
              <a:ext cx="12461400" cy="2459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17"/>
            <p:cNvSpPr/>
            <p:nvPr/>
          </p:nvSpPr>
          <p:spPr>
            <a:xfrm>
              <a:off x="7621560" y="27035640"/>
              <a:ext cx="6403320" cy="63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18"/>
            <p:cNvSpPr/>
            <p:nvPr/>
          </p:nvSpPr>
          <p:spPr>
            <a:xfrm>
              <a:off x="7431480" y="9619920"/>
              <a:ext cx="12895920" cy="482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35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{{exp_2_role}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35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{{exp_3_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{{exp_3_dates}}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35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{{exp_4_role}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{{exp_4_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{{exp_4_dates}}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{{exp_4_bullets_block}}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35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{{exp_5_role}}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{{exp_5_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{{exp_5_dates}}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{{exp_5_bullets_block}}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21"/>
            <p:cNvSpPr/>
            <p:nvPr/>
          </p:nvSpPr>
          <p:spPr>
            <a:xfrm>
              <a:off x="7324920" y="10652400"/>
              <a:ext cx="12461400" cy="2459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22"/>
            <p:cNvSpPr/>
            <p:nvPr/>
          </p:nvSpPr>
          <p:spPr>
            <a:xfrm>
              <a:off x="7801560" y="10807200"/>
              <a:ext cx="6403320" cy="63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36"/>
          <p:cNvSpPr/>
          <p:nvPr/>
        </p:nvSpPr>
        <p:spPr>
          <a:xfrm>
            <a:off x="7251480" y="25740000"/>
            <a:ext cx="12895920" cy="23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8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7"/>
          <p:cNvSpPr/>
          <p:nvPr/>
        </p:nvSpPr>
        <p:spPr>
          <a:xfrm>
            <a:off x="7020000" y="26461440"/>
            <a:ext cx="12461400" cy="171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8"/>
          <p:cNvSpPr/>
          <p:nvPr/>
        </p:nvSpPr>
        <p:spPr>
          <a:xfrm>
            <a:off x="7443360" y="26569800"/>
            <a:ext cx="640332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720000" y="900000"/>
            <a:ext cx="503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4"/>
          <p:cNvGrpSpPr/>
          <p:nvPr/>
        </p:nvGrpSpPr>
        <p:grpSpPr>
          <a:xfrm>
            <a:off x="7523640" y="5679720"/>
            <a:ext cx="8537760" cy="360"/>
            <a:chOff x="7523640" y="5679720"/>
            <a:chExt cx="8537760" cy="360"/>
          </a:xfrm>
        </p:grpSpPr>
        <p:sp>
          <p:nvSpPr>
            <p:cNvPr id="80" name="Freeform 1"/>
            <p:cNvSpPr/>
            <p:nvPr/>
          </p:nvSpPr>
          <p:spPr>
            <a:xfrm>
              <a:off x="7523640" y="5679720"/>
              <a:ext cx="8537760" cy="360"/>
            </a:xfrm>
            <a:custGeom>
              <a:avLst/>
              <a:gdLst>
                <a:gd name="textAreaLeft" fmla="*/ 0 w 8537760"/>
                <a:gd name="textAreaRight" fmla="*/ 8556120 w 8537760"/>
                <a:gd name="textAreaTop" fmla="*/ 0 h 360"/>
                <a:gd name="textAreaBottom" fmla="*/ 3672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6"/>
          <p:cNvGrpSpPr/>
          <p:nvPr/>
        </p:nvGrpSpPr>
        <p:grpSpPr>
          <a:xfrm>
            <a:off x="7482240" y="9539640"/>
            <a:ext cx="8537760" cy="360"/>
            <a:chOff x="7482240" y="9539640"/>
            <a:chExt cx="8537760" cy="360"/>
          </a:xfrm>
        </p:grpSpPr>
        <p:sp>
          <p:nvSpPr>
            <p:cNvPr id="82" name="Freeform 7"/>
            <p:cNvSpPr/>
            <p:nvPr/>
          </p:nvSpPr>
          <p:spPr>
            <a:xfrm>
              <a:off x="7482240" y="9539640"/>
              <a:ext cx="8537760" cy="360"/>
            </a:xfrm>
            <a:custGeom>
              <a:avLst/>
              <a:gdLst>
                <a:gd name="textAreaLeft" fmla="*/ 0 w 8537760"/>
                <a:gd name="textAreaRight" fmla="*/ 8556120 w 8537760"/>
                <a:gd name="textAreaTop" fmla="*/ 0 h 360"/>
                <a:gd name="textAreaBottom" fmla="*/ 3672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28"/>
          <p:cNvSpPr/>
          <p:nvPr/>
        </p:nvSpPr>
        <p:spPr>
          <a:xfrm>
            <a:off x="7380000" y="0"/>
            <a:ext cx="13677120" cy="26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7200" b="1" u="none" spc="573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000" b="0" u="none" spc="507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  {{contact_email}}  {{contact_location}}  {{licencia}}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1"/>
          <p:cNvSpPr/>
          <p:nvPr/>
        </p:nvSpPr>
        <p:spPr>
          <a:xfrm>
            <a:off x="7482240" y="8820000"/>
            <a:ext cx="853776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2"/>
          <p:cNvSpPr/>
          <p:nvPr/>
        </p:nvSpPr>
        <p:spPr>
          <a:xfrm>
            <a:off x="7523640" y="4860000"/>
            <a:ext cx="85302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PERFIL PROFESIONAL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3"/>
          <p:cNvSpPr/>
          <p:nvPr/>
        </p:nvSpPr>
        <p:spPr>
          <a:xfrm>
            <a:off x="7523640" y="5791320"/>
            <a:ext cx="1190124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27600" y="6104160"/>
            <a:ext cx="596520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711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2026-03-02T18:58:38Z</dcterms:modified>
  <cp:revision>40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