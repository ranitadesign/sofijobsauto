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Montserrat"/>
      <p:regular r:id="rId5"/>
      <p:bold r:id="rId5"/>
    </p:embeddedFont>
    <p:embeddedFont>
      <p:font typeface="Microsoft YaHei"/>
      <p:regular r:id="rId6"/>
    </p:embeddedFont>
    <p:embeddedFont>
      <p:font typeface="Poppins Italics"/>
    </p:embeddedFont>
    <p:embeddedFont>
      <p:font typeface="Poppins Bold"/>
    </p:embeddedFont>
    <p:embeddedFont>
      <p:font typeface="Montserrat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ontserrat_Regular.fntdata"/><Relationship Id="rId6" Type="http://schemas.openxmlformats.org/officeDocument/2006/relationships/font" Target="fonts/Font_3_Microsoft_YaHei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4840" cy="112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4840" cy="451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9940C49-2DE2-40EE-A730-508B6B109AB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2640" cy="583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5160" cy="583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C33928C-FE6C-4899-B450-01F8F9CE22A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4840" cy="112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4840" cy="451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22921A9-86BD-4A7F-9DC1-EBFFA28A783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7640" cy="134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7640" cy="1485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3E0B7DE-B9A1-43C1-A3B2-EDBEF831E26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4840" cy="112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3720" cy="451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3720" cy="451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F0B184E-F92B-43CA-9D29-F1A41F5069C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4840" cy="112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5520" cy="62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5520" cy="3936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6960" cy="62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6960" cy="3936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7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8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F483E02-EBA3-4547-9977-20D639C96B1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4840" cy="112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409403F-8C73-4582-BBCF-0AB5479CD54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A93851C-0911-4764-9C80-70DAA213213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3400" cy="1147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6880" cy="583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3400" cy="467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19D0C25-6881-4784-AB6A-84E35F48EDC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1640" cy="55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1640" cy="410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1640" cy="79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00A37C6-E5A8-4AB3-BC01-FE2A297F3D4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7640" cy="145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7CB2D26-DD79-4C7A-A67A-4B83D3E96B9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-48960" y="0"/>
            <a:ext cx="6881760" cy="30241080"/>
            <a:chOff x="-48960" y="0"/>
            <a:chExt cx="6881760" cy="30241080"/>
          </a:xfrm>
        </p:grpSpPr>
        <p:sp>
          <p:nvSpPr>
            <p:cNvPr id="60" name="Freeform 3"/>
            <p:cNvSpPr/>
            <p:nvPr/>
          </p:nvSpPr>
          <p:spPr>
            <a:xfrm>
              <a:off x="-48960" y="0"/>
              <a:ext cx="6881760" cy="30241080"/>
            </a:xfrm>
            <a:custGeom>
              <a:avLst/>
              <a:gdLst>
                <a:gd name="textAreaLeft" fmla="*/ 0 w 6881760"/>
                <a:gd name="textAreaRight" fmla="*/ 6896520 w 6881760"/>
                <a:gd name="textAreaTop" fmla="*/ 0 h 30241080"/>
                <a:gd name="textAreaBottom" fmla="*/ 30255840 h 30241080"/>
              </a:gdLst>
              <a:ahLst/>
              <a:cxnLst/>
              <a:rect l="textAreaLeft" t="textAreaTop" r="textAreaRight" b="textAreaBottom"/>
              <a:pathLst>
                <a:path w="9195181" h="40341042">
                  <a:moveTo>
                    <a:pt x="0" y="0"/>
                  </a:moveTo>
                  <a:lnTo>
                    <a:pt x="9195181" y="0"/>
                  </a:lnTo>
                  <a:lnTo>
                    <a:pt x="9195181" y="40341042"/>
                  </a:lnTo>
                  <a:lnTo>
                    <a:pt x="0" y="40341042"/>
                  </a:lnTo>
                  <a:close/>
                </a:path>
              </a:pathLst>
            </a:custGeom>
            <a:solidFill>
              <a:srgbClr val="c0504d"/>
            </a:solidFill>
            <a:ln w="127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1" name="TextBox 34"/>
          <p:cNvSpPr/>
          <p:nvPr/>
        </p:nvSpPr>
        <p:spPr>
          <a:xfrm>
            <a:off x="720000" y="1086480"/>
            <a:ext cx="2556720" cy="39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141"/>
              </a:lnSpc>
              <a:spcBef>
                <a:spcPts val="1191"/>
              </a:spcBef>
              <a:spcAft>
                <a:spcPts val="992"/>
              </a:spcAft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"/>
          <p:cNvSpPr/>
          <p:nvPr/>
        </p:nvSpPr>
        <p:spPr>
          <a:xfrm>
            <a:off x="720000" y="900000"/>
            <a:ext cx="503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3" name="Group 4"/>
          <p:cNvGrpSpPr/>
          <p:nvPr/>
        </p:nvGrpSpPr>
        <p:grpSpPr>
          <a:xfrm>
            <a:off x="7523640" y="5679720"/>
            <a:ext cx="8537040" cy="14040"/>
            <a:chOff x="7523640" y="5679720"/>
            <a:chExt cx="8537040" cy="14040"/>
          </a:xfrm>
        </p:grpSpPr>
        <p:sp>
          <p:nvSpPr>
            <p:cNvPr id="64" name="Freeform 1"/>
            <p:cNvSpPr/>
            <p:nvPr/>
          </p:nvSpPr>
          <p:spPr>
            <a:xfrm>
              <a:off x="7523640" y="5679720"/>
              <a:ext cx="8537040" cy="14040"/>
            </a:xfrm>
            <a:custGeom>
              <a:avLst/>
              <a:gdLst>
                <a:gd name="textAreaLeft" fmla="*/ 0 w 8537040"/>
                <a:gd name="textAreaRight" fmla="*/ 8556120 w 8537040"/>
                <a:gd name="textAreaTop" fmla="*/ 0 h 14040"/>
                <a:gd name="textAreaBottom" fmla="*/ 1505520 h 14040"/>
              </a:gdLst>
              <a:ahLst/>
              <a:cxnLst/>
              <a:rect l="textAreaLeft" t="textAreaTop" r="textAreaRight" b="textAreaBottom"/>
              <a:pathLst>
                <a:path w="11408156" h="71882">
                  <a:moveTo>
                    <a:pt x="11408156" y="71882"/>
                  </a:moveTo>
                  <a:lnTo>
                    <a:pt x="0" y="71882"/>
                  </a:lnTo>
                  <a:lnTo>
                    <a:pt x="0" y="0"/>
                  </a:lnTo>
                  <a:lnTo>
                    <a:pt x="11408156" y="0"/>
                  </a:lnTo>
                  <a:close/>
                </a:path>
              </a:pathLst>
            </a:custGeom>
            <a:solidFill>
              <a:srgbClr val="696969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6640" bIns="-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5" name="Group 6"/>
          <p:cNvGrpSpPr/>
          <p:nvPr/>
        </p:nvGrpSpPr>
        <p:grpSpPr>
          <a:xfrm>
            <a:off x="7482240" y="9539640"/>
            <a:ext cx="8537040" cy="14040"/>
            <a:chOff x="7482240" y="9539640"/>
            <a:chExt cx="8537040" cy="14040"/>
          </a:xfrm>
        </p:grpSpPr>
        <p:sp>
          <p:nvSpPr>
            <p:cNvPr id="66" name="Freeform 7"/>
            <p:cNvSpPr/>
            <p:nvPr/>
          </p:nvSpPr>
          <p:spPr>
            <a:xfrm>
              <a:off x="7482240" y="9539640"/>
              <a:ext cx="8537040" cy="14040"/>
            </a:xfrm>
            <a:custGeom>
              <a:avLst/>
              <a:gdLst>
                <a:gd name="textAreaLeft" fmla="*/ 0 w 8537040"/>
                <a:gd name="textAreaRight" fmla="*/ 8556120 w 8537040"/>
                <a:gd name="textAreaTop" fmla="*/ 0 h 14040"/>
                <a:gd name="textAreaBottom" fmla="*/ 1505520 h 14040"/>
              </a:gdLst>
              <a:ahLst/>
              <a:cxnLst/>
              <a:rect l="textAreaLeft" t="textAreaTop" r="textAreaRight" b="textAreaBottom"/>
              <a:pathLst>
                <a:path w="11408156" h="71882">
                  <a:moveTo>
                    <a:pt x="11408156" y="71882"/>
                  </a:moveTo>
                  <a:lnTo>
                    <a:pt x="0" y="71882"/>
                  </a:lnTo>
                  <a:lnTo>
                    <a:pt x="0" y="0"/>
                  </a:lnTo>
                  <a:lnTo>
                    <a:pt x="11408156" y="0"/>
                  </a:lnTo>
                  <a:close/>
                </a:path>
              </a:pathLst>
            </a:custGeom>
            <a:solidFill>
              <a:srgbClr val="696969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6640" bIns="-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7" name="TextBox 28"/>
          <p:cNvSpPr/>
          <p:nvPr/>
        </p:nvSpPr>
        <p:spPr>
          <a:xfrm>
            <a:off x="7380000" y="0"/>
            <a:ext cx="13676400" cy="262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1489"/>
              </a:lnSpc>
            </a:pPr>
            <a:r>
              <a:rPr lang="en-US" sz="7200" b="1" u="none" spc="573" strike="noStrike">
                <a:solidFill>
                  <a:srgbClr val="c0504d"/>
                </a:solidFill>
                <a:effectLst/>
                <a:uFillTx/>
                <a:latin typeface="Poppins"/>
                <a:ea typeface="Poppins Bold"/>
              </a:rPr>
              <a:t>{{name}}</a:t>
            </a:r>
            <a:endParaRPr lang="es-AR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547"/>
              </a:lnSpc>
            </a:pPr>
            <a:r>
              <a:rPr lang="en-US" sz="3000" b="0" u="none" spc="507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640"/>
              </a:lnSpc>
            </a:pPr>
            <a:r>
              <a:rPr lang="en-US" sz="2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{{contact_phone}}  {{contact_email}}  {{contact_location}}  {{licencia}}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31"/>
          <p:cNvSpPr/>
          <p:nvPr/>
        </p:nvSpPr>
        <p:spPr>
          <a:xfrm>
            <a:off x="7482240" y="8820000"/>
            <a:ext cx="8537040" cy="60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4"/>
              </a:lnSpc>
            </a:pPr>
            <a:r>
              <a:rPr lang="en-US" sz="3400" b="1" u="none" spc="145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EXPERIENCIA LABORAL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32"/>
          <p:cNvSpPr/>
          <p:nvPr/>
        </p:nvSpPr>
        <p:spPr>
          <a:xfrm>
            <a:off x="7523640" y="4860000"/>
            <a:ext cx="8529480" cy="60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4"/>
              </a:lnSpc>
            </a:pPr>
            <a:r>
              <a:rPr lang="en-US" sz="3400" b="1" u="none" spc="145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PERFIL PROFESIONAL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33"/>
          <p:cNvSpPr/>
          <p:nvPr/>
        </p:nvSpPr>
        <p:spPr>
          <a:xfrm>
            <a:off x="7523640" y="5791320"/>
            <a:ext cx="11900520" cy="44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487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Italic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/>
          <p:nvPr/>
        </p:nvSpPr>
        <p:spPr>
          <a:xfrm>
            <a:off x="327600" y="6104160"/>
            <a:ext cx="5964480" cy="425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1" u="none" strike="noStrike">
                <a:solidFill>
                  <a:srgbClr val="543f3f"/>
                </a:solidFill>
                <a:effectLst/>
                <a:uFillTx/>
                <a:latin typeface="Poppins"/>
              </a:rPr>
              <a:t> [[SIDEBAR_BLOCK]]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</a:rPr>
              <a:t>{{#sidebar_sections}}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835"/>
              </a:lnSpc>
            </a:pPr>
            <a:r>
              <a:rPr lang="en-US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118"/>
              </a:lnSpc>
            </a:pPr>
            <a:r>
              <a:rPr lang="es-AR" sz="3000" b="0" u="none" spc="-711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</a:pPr>
            <a:r>
              <a:rPr lang="es-AR" sz="220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{{body}}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8"/>
          <p:cNvSpPr/>
          <p:nvPr/>
        </p:nvSpPr>
        <p:spPr>
          <a:xfrm>
            <a:off x="7431840" y="9459360"/>
            <a:ext cx="12895200" cy="543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564"/>
              </a:lnSpc>
            </a:pPr>
            <a:r>
              <a:rPr lang="en-US" sz="1800" b="1" u="none" spc="74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[[EXPERIENCE_BLOCK]]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  <a:spcBef>
                <a:spcPts val="283"/>
              </a:spcBef>
              <a:spcAft>
                <a:spcPts val="283"/>
              </a:spcAft>
            </a:pPr>
            <a:r>
              <a:rPr lang="en-US" sz="2400" b="1" u="none" spc="60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{{exp_1_role}}</a:t>
            </a:r>
            <a:r>
              <a:rPr lang="en-US" sz="2400" b="0" u="none" spc="60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  </a:t>
            </a:r>
            <a:r>
              <a:rPr lang="en-US" sz="2400" b="0" u="none" spc="51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{{exp_1_</a:t>
            </a:r>
            <a:r>
              <a:rPr lang="en-US" sz="2400" b="0" u="none" spc="65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company</a:t>
            </a:r>
            <a:r>
              <a:rPr lang="en-US" sz="2400" b="0" u="none" spc="51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}}  {{exp_1_dates}}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  <a:spcBef>
                <a:spcPts val="283"/>
              </a:spcBef>
              <a:spcAft>
                <a:spcPts val="283"/>
              </a:spcAft>
            </a:pPr>
            <a:r>
              <a:rPr lang="es-AR" sz="2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Montserrat"/>
              </a:rPr>
              <a:t>{{exp_1_bullets_block}}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  <a:spcBef>
                <a:spcPts val="283"/>
              </a:spcBef>
              <a:spcAft>
                <a:spcPts val="283"/>
              </a:spcAft>
            </a:pPr>
            <a:r>
              <a:rPr lang="en-US" sz="2400" b="1" u="none" spc="60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{{exp_2_role}</a:t>
            </a:r>
            <a:r>
              <a:rPr lang="en-US" sz="2400" b="0" u="none" spc="60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}  </a:t>
            </a:r>
            <a:r>
              <a:rPr lang="en-US" sz="2400" b="0" u="none" spc="51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{{exp_2_</a:t>
            </a:r>
            <a:r>
              <a:rPr lang="en-US" sz="2400" b="0" u="none" spc="65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company</a:t>
            </a:r>
            <a:r>
              <a:rPr lang="en-US" sz="2400" b="0" u="none" spc="51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}}  {{exp_2_dates}}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  <a:spcBef>
                <a:spcPts val="283"/>
              </a:spcBef>
              <a:spcAft>
                <a:spcPts val="283"/>
              </a:spcAft>
            </a:pPr>
            <a:r>
              <a:rPr lang="es-AR" sz="2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Montserrat"/>
              </a:rPr>
              <a:t>{{exp_2_bullets_block}}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  <a:spcBef>
                <a:spcPts val="283"/>
              </a:spcBef>
              <a:spcAft>
                <a:spcPts val="283"/>
              </a:spcAft>
            </a:pPr>
            <a:r>
              <a:rPr lang="en-US" sz="2400" b="1" u="none" spc="60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{{exp_3_role}}</a:t>
            </a:r>
            <a:r>
              <a:rPr lang="en-US" sz="2400" b="0" u="none" spc="60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  </a:t>
            </a:r>
            <a:r>
              <a:rPr lang="en-US" sz="2400" b="0" u="none" spc="51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{{exp_3_</a:t>
            </a:r>
            <a:r>
              <a:rPr lang="en-US" sz="2400" b="0" u="none" spc="65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company</a:t>
            </a:r>
            <a:r>
              <a:rPr lang="en-US" sz="2400" b="0" u="none" spc="51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}}  {{exp_3_dates}}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  <a:spcBef>
                <a:spcPts val="283"/>
              </a:spcBef>
              <a:spcAft>
                <a:spcPts val="283"/>
              </a:spcAft>
            </a:pPr>
            <a:r>
              <a:rPr lang="es-AR" sz="2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Montserrat"/>
              </a:rPr>
              <a:t>{{exp_3_bullets_block}}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  <a:spcBef>
                <a:spcPts val="283"/>
              </a:spcBef>
              <a:spcAft>
                <a:spcPts val="283"/>
              </a:spcAft>
            </a:pPr>
            <a:r>
              <a:rPr lang="en-US" sz="2400" b="1" u="none" spc="60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{{exp_4_role}</a:t>
            </a:r>
            <a:r>
              <a:rPr lang="en-US" sz="2400" b="0" u="none" spc="60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}  </a:t>
            </a:r>
            <a:r>
              <a:rPr lang="en-US" sz="2400" b="0" u="none" spc="51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{{exp_4_</a:t>
            </a:r>
            <a:r>
              <a:rPr lang="en-US" sz="2400" b="0" u="none" spc="65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company</a:t>
            </a:r>
            <a:r>
              <a:rPr lang="en-US" sz="2400" b="0" u="none" spc="51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}}  {{exp_4_dates}}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  <a:spcBef>
                <a:spcPts val="283"/>
              </a:spcBef>
              <a:spcAft>
                <a:spcPts val="283"/>
              </a:spcAft>
            </a:pPr>
            <a:r>
              <a:rPr lang="es-AR" sz="2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Montserrat"/>
              </a:rPr>
              <a:t>{{exp_4_bullets_block}}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5"/>
              </a:lnSpc>
              <a:spcBef>
                <a:spcPts val="283"/>
              </a:spcBef>
              <a:spcAft>
                <a:spcPts val="283"/>
              </a:spcAft>
            </a:pPr>
            <a:r>
              <a:rPr lang="en-US" sz="2400" b="1" u="none" spc="60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{{exp_5_role}}</a:t>
            </a:r>
            <a:r>
              <a:rPr lang="en-US" sz="2400" b="0" u="none" spc="60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  </a:t>
            </a:r>
            <a:r>
              <a:rPr lang="en-US" sz="2400" b="0" u="none" spc="51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{{exp_5_</a:t>
            </a:r>
            <a:r>
              <a:rPr lang="en-US" sz="2400" b="0" u="none" spc="65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company</a:t>
            </a:r>
            <a:r>
              <a:rPr lang="en-US" sz="2400" b="0" u="none" spc="51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}}  {{exp_5_dates}}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  <a:spcBef>
                <a:spcPts val="283"/>
              </a:spcBef>
              <a:spcAft>
                <a:spcPts val="283"/>
              </a:spcAft>
            </a:pPr>
            <a:r>
              <a:rPr lang="es-AR" sz="2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Montserrat"/>
              </a:rPr>
              <a:t>{{exp_5_bullets_block}}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DAG9j3823Dw</dc:identifier>
  <dc:language>es-AR</dc:language>
  <cp:lastModifiedBy/>
  <dcterms:modified xsi:type="dcterms:W3CDTF">2026-03-09T19:52:38Z</dcterms:modified>
  <cp:revision>42</cp:revision>
  <dc:subject/>
  <dc:title>Plantilla_oficial_4.pptx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