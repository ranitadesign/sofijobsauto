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Lato"/>
      <p:regular r:id="rId4"/>
      <p:bold r:id="rId4"/>
    </p:embeddedFont>
    <p:embeddedFont>
      <p:font typeface="Lato Bold"/>
    </p:embeddedFont>
    <p:embeddedFont>
      <p:font typeface="Poppins"/>
      <p:regular r:id="rId5"/>
      <p:bold r:id="rId5"/>
    </p:embeddedFont>
    <p:embeddedFont>
      <p:font typeface="Microsoft YaHei"/>
      <p:regular r:id="rId6"/>
    </p:embeddedFont>
    <p:embeddedFont>
      <p:font typeface="Montserrat Bold"/>
    </p:embeddedFont>
    <p:embeddedFont>
      <p:font typeface="Now Bold"/>
    </p:embeddedFont>
    <p:embeddedFont>
      <p:font typeface="Montserrat"/>
      <p:regular r:id="rId7"/>
      <p:bold r:id="rId7"/>
    </p:embeddedFont>
    <p:embeddedFont>
      <p:font typeface="Now"/>
      <p:regular r:id="rId8"/>
      <p:bold r:id="rId8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Lato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Montserrat_Regular.fntdata"/><Relationship Id="rId8" Type="http://schemas.openxmlformats.org/officeDocument/2006/relationships/font" Target="fonts/Font_5_Now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4120" cy="14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BF8D27-A887-426D-AE4C-73BCE6E156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32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1F4A38-3CF6-4EDC-AD04-D944835873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9120" cy="58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1640" cy="58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7D2A69-1DE8-4B1F-B231-B9E9F87511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132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D56FD5-9858-49B1-B8A8-B4B5D072C6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4120" cy="135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4120" cy="149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5B75EA-673E-4362-8DE7-A4576F13EA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020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0200" cy="451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C3FB45-52E0-478D-BEA4-E5BDD0FECC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2000" cy="6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2000" cy="39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3440" cy="6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3440" cy="39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0DF828-CF3D-473F-9C74-02CF41ADA5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132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AFE382-E4D8-4FEC-A6A2-0C950F841D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872723-B4FC-42BA-ADB0-50B99B6624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9880" cy="11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336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9880" cy="468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BFC103-D181-4D6C-B1AB-6DD774A6FD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8120" cy="55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8120" cy="410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8120" cy="79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720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54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75AC74-43C3-4494-BCFC-B9678C9B7C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-28440" y="0"/>
            <a:ext cx="7012440" cy="30304800"/>
          </a:xfrm>
          <a:custGeom>
            <a:avLst/>
            <a:gdLst>
              <a:gd name="textAreaLeft" fmla="*/ 0 w 7012440"/>
              <a:gd name="textAreaRight" fmla="*/ 7020360 w 7012440"/>
              <a:gd name="textAreaTop" fmla="*/ 0 h 30304800"/>
              <a:gd name="textAreaBottom" fmla="*/ 30312360 h 30304800"/>
            </a:gdLst>
            <a:ahLst/>
            <a:cxnLst/>
            <a:rect l="textAreaLeft" t="textAreaTop" r="textAreaRight" b="textAreaBottom"/>
            <a:pathLst>
              <a:path w="8625412" h="31806316">
                <a:moveTo>
                  <a:pt x="0" y="0"/>
                </a:moveTo>
                <a:lnTo>
                  <a:pt x="8625412" y="0"/>
                </a:lnTo>
                <a:lnTo>
                  <a:pt x="8625412" y="31806316"/>
                </a:lnTo>
                <a:lnTo>
                  <a:pt x="0" y="31806316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7767000" y="2985480"/>
            <a:ext cx="1751400" cy="10440"/>
            <a:chOff x="7767000" y="2985480"/>
            <a:chExt cx="1751400" cy="10440"/>
          </a:xfrm>
        </p:grpSpPr>
        <p:sp>
          <p:nvSpPr>
            <p:cNvPr id="61" name="Freeform 4"/>
            <p:cNvSpPr/>
            <p:nvPr/>
          </p:nvSpPr>
          <p:spPr>
            <a:xfrm>
              <a:off x="7767000" y="2985480"/>
              <a:ext cx="1751400" cy="10440"/>
            </a:xfrm>
            <a:custGeom>
              <a:avLst/>
              <a:gdLst>
                <a:gd name="textAreaLeft" fmla="*/ 0 w 1751400"/>
                <a:gd name="textAreaRight" fmla="*/ 1759680 w 1751400"/>
                <a:gd name="textAreaTop" fmla="*/ 0 h 10440"/>
                <a:gd name="textAreaBottom" fmla="*/ 18360 h 10440"/>
              </a:gdLst>
              <a:ahLst/>
              <a:cxnLst/>
              <a:rect l="textAreaLeft" t="textAreaTop" r="textAreaRight" b="textAreaBottom"/>
              <a:pathLst>
                <a:path w="2346198" h="143764">
                  <a:moveTo>
                    <a:pt x="0" y="0"/>
                  </a:moveTo>
                  <a:lnTo>
                    <a:pt x="2346198" y="0"/>
                  </a:lnTo>
                  <a:lnTo>
                    <a:pt x="2346198" y="143764"/>
                  </a:lnTo>
                  <a:lnTo>
                    <a:pt x="0" y="143764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Freeform 5"/>
          <p:cNvSpPr/>
          <p:nvPr/>
        </p:nvSpPr>
        <p:spPr>
          <a:xfrm>
            <a:off x="619920" y="8272080"/>
            <a:ext cx="345960" cy="376560"/>
          </a:xfrm>
          <a:custGeom>
            <a:avLst/>
            <a:gdLst>
              <a:gd name="textAreaLeft" fmla="*/ 0 w 345960"/>
              <a:gd name="textAreaRight" fmla="*/ 354240 w 345960"/>
              <a:gd name="textAreaTop" fmla="*/ 0 h 376560"/>
              <a:gd name="textAreaBottom" fmla="*/ 384840 h 376560"/>
            </a:gdLst>
            <a:ahLst/>
            <a:cxnLst/>
            <a:rect l="textAreaLeft" t="textAreaTop" r="textAreaRight" b="textAreaBottom"/>
            <a:pathLst>
              <a:path w="354311" h="384829">
                <a:moveTo>
                  <a:pt x="0" y="0"/>
                </a:moveTo>
                <a:lnTo>
                  <a:pt x="354311" y="0"/>
                </a:lnTo>
                <a:lnTo>
                  <a:pt x="354311" y="384829"/>
                </a:lnTo>
                <a:lnTo>
                  <a:pt x="0" y="38482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reeform 6"/>
          <p:cNvSpPr/>
          <p:nvPr/>
        </p:nvSpPr>
        <p:spPr>
          <a:xfrm>
            <a:off x="614160" y="9246240"/>
            <a:ext cx="357840" cy="254160"/>
          </a:xfrm>
          <a:custGeom>
            <a:avLst/>
            <a:gdLst>
              <a:gd name="textAreaLeft" fmla="*/ 0 w 357840"/>
              <a:gd name="textAreaRight" fmla="*/ 366120 w 357840"/>
              <a:gd name="textAreaTop" fmla="*/ 0 h 254160"/>
              <a:gd name="textAreaBottom" fmla="*/ 262440 h 254160"/>
            </a:gdLst>
            <a:ahLst/>
            <a:cxnLst/>
            <a:rect l="textAreaLeft" t="textAreaTop" r="textAreaRight" b="textAreaBottom"/>
            <a:pathLst>
              <a:path w="366160" h="262585">
                <a:moveTo>
                  <a:pt x="0" y="0"/>
                </a:moveTo>
                <a:lnTo>
                  <a:pt x="366160" y="0"/>
                </a:lnTo>
                <a:lnTo>
                  <a:pt x="366160" y="262585"/>
                </a:lnTo>
                <a:lnTo>
                  <a:pt x="0" y="2625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reeform 7"/>
          <p:cNvSpPr/>
          <p:nvPr/>
        </p:nvSpPr>
        <p:spPr>
          <a:xfrm>
            <a:off x="653400" y="10054080"/>
            <a:ext cx="290880" cy="451080"/>
          </a:xfrm>
          <a:custGeom>
            <a:avLst/>
            <a:gdLst>
              <a:gd name="textAreaLeft" fmla="*/ 0 w 290880"/>
              <a:gd name="textAreaRight" fmla="*/ 299160 w 290880"/>
              <a:gd name="textAreaTop" fmla="*/ 0 h 451080"/>
              <a:gd name="textAreaBottom" fmla="*/ 459360 h 451080"/>
            </a:gdLst>
            <a:ahLst/>
            <a:cxnLst/>
            <a:rect l="textAreaLeft" t="textAreaTop" r="textAreaRight" b="textAreaBottom"/>
            <a:pathLst>
              <a:path w="299285" h="459181">
                <a:moveTo>
                  <a:pt x="0" y="0"/>
                </a:moveTo>
                <a:lnTo>
                  <a:pt x="299285" y="0"/>
                </a:lnTo>
                <a:lnTo>
                  <a:pt x="299285" y="459181"/>
                </a:lnTo>
                <a:lnTo>
                  <a:pt x="0" y="4591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" name="Group 17"/>
          <p:cNvGrpSpPr/>
          <p:nvPr/>
        </p:nvGrpSpPr>
        <p:grpSpPr>
          <a:xfrm>
            <a:off x="7380000" y="8619480"/>
            <a:ext cx="12512520" cy="22320"/>
            <a:chOff x="7380000" y="8619480"/>
            <a:chExt cx="12512520" cy="22320"/>
          </a:xfrm>
        </p:grpSpPr>
        <p:sp>
          <p:nvSpPr>
            <p:cNvPr id="66" name="Freeform 18"/>
            <p:cNvSpPr/>
            <p:nvPr/>
          </p:nvSpPr>
          <p:spPr>
            <a:xfrm>
              <a:off x="7380000" y="8619480"/>
              <a:ext cx="12512520" cy="22320"/>
            </a:xfrm>
            <a:custGeom>
              <a:avLst/>
              <a:gdLst>
                <a:gd name="textAreaLeft" fmla="*/ 0 w 12512520"/>
                <a:gd name="textAreaRight" fmla="*/ 12520800 w 12512520"/>
                <a:gd name="textAreaTop" fmla="*/ 0 h 22320"/>
                <a:gd name="textAreaBottom" fmla="*/ 30600 h 2232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" name="Group 19"/>
          <p:cNvGrpSpPr/>
          <p:nvPr/>
        </p:nvGrpSpPr>
        <p:grpSpPr>
          <a:xfrm>
            <a:off x="7825680" y="4489200"/>
            <a:ext cx="12480840" cy="22320"/>
            <a:chOff x="7825680" y="4489200"/>
            <a:chExt cx="12480840" cy="22320"/>
          </a:xfrm>
        </p:grpSpPr>
        <p:sp>
          <p:nvSpPr>
            <p:cNvPr id="68" name="Freeform 20"/>
            <p:cNvSpPr/>
            <p:nvPr/>
          </p:nvSpPr>
          <p:spPr>
            <a:xfrm>
              <a:off x="7825680" y="4489200"/>
              <a:ext cx="12480840" cy="22320"/>
            </a:xfrm>
            <a:custGeom>
              <a:avLst/>
              <a:gdLst>
                <a:gd name="textAreaLeft" fmla="*/ 0 w 12480840"/>
                <a:gd name="textAreaRight" fmla="*/ 12489120 w 12480840"/>
                <a:gd name="textAreaTop" fmla="*/ 0 h 22320"/>
                <a:gd name="textAreaBottom" fmla="*/ 30600 h 2232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Group 21"/>
          <p:cNvGrpSpPr/>
          <p:nvPr/>
        </p:nvGrpSpPr>
        <p:grpSpPr>
          <a:xfrm>
            <a:off x="7503840" y="9081360"/>
            <a:ext cx="39600" cy="19651680"/>
            <a:chOff x="7503840" y="9081360"/>
            <a:chExt cx="39600" cy="19651680"/>
          </a:xfrm>
        </p:grpSpPr>
        <p:sp>
          <p:nvSpPr>
            <p:cNvPr id="70" name="Freeform 22"/>
            <p:cNvSpPr/>
            <p:nvPr/>
          </p:nvSpPr>
          <p:spPr>
            <a:xfrm rot="5400000">
              <a:off x="-2302200" y="18887400"/>
              <a:ext cx="19651680" cy="39600"/>
            </a:xfrm>
            <a:custGeom>
              <a:avLst/>
              <a:gdLst>
                <a:gd name="textAreaLeft" fmla="*/ 0 w 19651680"/>
                <a:gd name="textAreaRight" fmla="*/ 19659960 w 19651680"/>
                <a:gd name="textAreaTop" fmla="*/ 0 h 39600"/>
                <a:gd name="textAreaBottom" fmla="*/ 47880 h 39600"/>
              </a:gdLst>
              <a:ahLst/>
              <a:cxnLst/>
              <a:rect l="textAreaLeft" t="textAreaTop" r="textAreaRight" b="textAreaBottom"/>
              <a:pathLst>
                <a:path w="26213308" h="63754">
                  <a:moveTo>
                    <a:pt x="25947751" y="0"/>
                  </a:moveTo>
                  <a:lnTo>
                    <a:pt x="0" y="0"/>
                  </a:lnTo>
                  <a:lnTo>
                    <a:pt x="0" y="63754"/>
                  </a:lnTo>
                  <a:lnTo>
                    <a:pt x="26213308" y="63754"/>
                  </a:lnTo>
                  <a:lnTo>
                    <a:pt x="26213308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TextBox 26"/>
          <p:cNvSpPr/>
          <p:nvPr/>
        </p:nvSpPr>
        <p:spPr>
          <a:xfrm>
            <a:off x="7767000" y="681120"/>
            <a:ext cx="12747960" cy="9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645"/>
              </a:lnSpc>
            </a:pPr>
            <a:r>
              <a:rPr lang="en-US" sz="765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7"/>
          <p:cNvSpPr/>
          <p:nvPr/>
        </p:nvSpPr>
        <p:spPr>
          <a:xfrm>
            <a:off x="7767000" y="1932480"/>
            <a:ext cx="120373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5941"/>
              </a:lnSpc>
            </a:pPr>
            <a:r>
              <a:rPr lang="en-US" sz="3200" b="0" u="none" strike="noStrike">
                <a:solidFill>
                  <a:srgbClr val="1c1c1c"/>
                </a:solidFill>
                <a:effectLst/>
                <a:uFillTx/>
                <a:latin typeface="Lato"/>
                <a:ea typeface="Now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9"/>
          <p:cNvSpPr/>
          <p:nvPr/>
        </p:nvSpPr>
        <p:spPr>
          <a:xfrm>
            <a:off x="1260000" y="8161920"/>
            <a:ext cx="467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960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Lato"/>
                <a:ea typeface="Lato"/>
              </a:rPr>
              <a:t>+{{contact_phone}}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0"/>
          <p:cNvSpPr/>
          <p:nvPr/>
        </p:nvSpPr>
        <p:spPr>
          <a:xfrm>
            <a:off x="1260000" y="9060120"/>
            <a:ext cx="58748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57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Lato"/>
                <a:ea typeface="Lato"/>
              </a:rPr>
              <a:t>{{contact_email}}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1"/>
          <p:cNvSpPr/>
          <p:nvPr/>
        </p:nvSpPr>
        <p:spPr>
          <a:xfrm>
            <a:off x="1105920" y="10087920"/>
            <a:ext cx="302832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95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Lato"/>
                <a:ea typeface="Lato"/>
              </a:rPr>
              <a:t>{{contact_location}}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7"/>
          <p:cNvSpPr/>
          <p:nvPr/>
        </p:nvSpPr>
        <p:spPr>
          <a:xfrm>
            <a:off x="7767000" y="7687440"/>
            <a:ext cx="1253952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7"/>
              </a:lnSpc>
            </a:pPr>
            <a:r>
              <a:rPr lang="en-US" sz="3959" b="0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8"/>
          <p:cNvSpPr/>
          <p:nvPr/>
        </p:nvSpPr>
        <p:spPr>
          <a:xfrm>
            <a:off x="7825680" y="3617640"/>
            <a:ext cx="124808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0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9"/>
          <p:cNvSpPr/>
          <p:nvPr/>
        </p:nvSpPr>
        <p:spPr>
          <a:xfrm>
            <a:off x="7825680" y="4489200"/>
            <a:ext cx="124808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201"/>
              </a:lnSpc>
            </a:pP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0"/>
          <p:cNvSpPr/>
          <p:nvPr/>
        </p:nvSpPr>
        <p:spPr>
          <a:xfrm>
            <a:off x="7878600" y="8892720"/>
            <a:ext cx="13177440" cy="56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86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{{exp_1_role}}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{{exp_1_company}}  {{exp_1_dates}} 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86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19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19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19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86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{{exp_2_role}}</a:t>
            </a: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Lato Bold"/>
                <a:ea typeface="Lato Bold"/>
              </a:rPr>
              <a:t>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{{exp_2_company}} {{exp_2_dates}}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06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{{exp_2_bullets_block}}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06"/>
              </a:lnSpc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900000" y="1255320"/>
            <a:ext cx="503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60000" y="11700000"/>
            <a:ext cx="597276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2" name="Group 8"/>
          <p:cNvGrpSpPr/>
          <p:nvPr/>
        </p:nvGrpSpPr>
        <p:grpSpPr>
          <a:xfrm>
            <a:off x="470520" y="7646760"/>
            <a:ext cx="5109480" cy="23040"/>
            <a:chOff x="470520" y="7646760"/>
            <a:chExt cx="5109480" cy="23040"/>
          </a:xfrm>
        </p:grpSpPr>
        <p:sp>
          <p:nvSpPr>
            <p:cNvPr id="83" name="Freeform 1"/>
            <p:cNvSpPr/>
            <p:nvPr/>
          </p:nvSpPr>
          <p:spPr>
            <a:xfrm>
              <a:off x="470520" y="7646760"/>
              <a:ext cx="5109480" cy="23040"/>
            </a:xfrm>
            <a:custGeom>
              <a:avLst/>
              <a:gdLst>
                <a:gd name="textAreaLeft" fmla="*/ 0 w 5109480"/>
                <a:gd name="textAreaRight" fmla="*/ 5117040 w 5109480"/>
                <a:gd name="textAreaTop" fmla="*/ 0 h 23040"/>
                <a:gd name="textAreaBottom" fmla="*/ 30600 h 23040"/>
              </a:gdLst>
              <a:ahLst/>
              <a:cxnLst/>
              <a:rect l="textAreaLeft" t="textAreaTop" r="textAreaRight" b="textAreaBottom"/>
              <a:pathLst>
                <a:path w="6822694" h="40640">
                  <a:moveTo>
                    <a:pt x="6653530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6822694" y="40640"/>
                  </a:lnTo>
                  <a:lnTo>
                    <a:pt x="6822694" y="0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" name=""/>
          <p:cNvSpPr txBox="1"/>
          <p:nvPr/>
        </p:nvSpPr>
        <p:spPr>
          <a:xfrm>
            <a:off x="360000" y="7046280"/>
            <a:ext cx="3780000" cy="69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Contacto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DAG9j18jp5c</dc:identifier>
  <dc:language>es-AR</dc:language>
  <cp:lastModifiedBy/>
  <dcterms:modified xsi:type="dcterms:W3CDTF">2026-01-14T16:31:10Z</dcterms:modified>
  <cp:revision>24</cp:revision>
  <dc:subject/>
  <dc:title>Plantilla_oficial_3.pptx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