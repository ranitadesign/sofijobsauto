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7556500" cy="10693400"/>
  <p:notesSz cx="7559675" cy="10691813"/>
  <p:embeddedFontLst>
    <p:embeddedFont>
      <p:font typeface="Montserrat"/>
      <p:regular r:id="rId4"/>
      <p:bold r:id="rId4"/>
    </p:embeddedFont>
    <p:embeddedFont>
      <p:font typeface="montserrat "/>
    </p:embeddedFont>
    <p:embeddedFont>
      <p:font typeface="Microsoft YaHei"/>
      <p:regular r:id="rId5"/>
    </p:embeddedFont>
    <p:embeddedFont>
      <p:font typeface="Montserrat Semi-Bold"/>
    </p:embeddedFont>
    <p:embeddedFont>
      <p:font typeface="Montserrat Medium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Microsoft_YaHei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600" cy="112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E4BD01-CE39-424C-95E7-1021969456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3875E2-650B-454A-B9E8-2029122D5E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0160" cy="114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3640" cy="583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0160" cy="467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730DE1-E26D-4758-8CA2-5364D69258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68400" cy="54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68400" cy="409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68400" cy="78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56E6DF-03EA-400B-99AC-BA0E5F9E2C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4400" cy="145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A55D5B-9A71-492D-8AF6-AFA94916DE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600" cy="112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1600" cy="450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E3731F-3E4F-445A-A7EC-335E8F1C88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39400" cy="583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1920" cy="583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C061D7-39F1-477C-AC88-5D3B273323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600" cy="112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1600" cy="450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C11C38-4968-44CC-8137-CBB9007B1A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4400" cy="13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440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A45B03-4466-4DEE-9509-F6790F06B5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600" cy="112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0480" cy="450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0480" cy="450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181CDC-354D-49F3-8A88-5A238B76B7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600" cy="112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2280" cy="62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2280" cy="39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3720" cy="62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3720" cy="39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7748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57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3426EF-E022-450D-87B5-63EB124F32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5422800">
            <a:off x="78840" y="-87840"/>
            <a:ext cx="2893680" cy="3049200"/>
          </a:xfrm>
          <a:prstGeom prst="rtTriangle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560520" y="379800"/>
            <a:ext cx="1772640" cy="1772640"/>
            <a:chOff x="560520" y="379800"/>
            <a:chExt cx="1772640" cy="1772640"/>
          </a:xfrm>
        </p:grpSpPr>
        <p:sp>
          <p:nvSpPr>
            <p:cNvPr id="61" name="Freeform 4"/>
            <p:cNvSpPr/>
            <p:nvPr/>
          </p:nvSpPr>
          <p:spPr>
            <a:xfrm>
              <a:off x="560520" y="379800"/>
              <a:ext cx="1772640" cy="1772640"/>
            </a:xfrm>
            <a:custGeom>
              <a:avLst/>
              <a:gdLst>
                <a:gd name="textAreaLeft" fmla="*/ 0 w 1772640"/>
                <a:gd name="textAreaRight" fmla="*/ 1790640 w 1772640"/>
                <a:gd name="textAreaTop" fmla="*/ 0 h 1772640"/>
                <a:gd name="textAreaBottom" fmla="*/ 1790640 h 17726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TextBox 5"/>
            <p:cNvSpPr/>
            <p:nvPr/>
          </p:nvSpPr>
          <p:spPr>
            <a:xfrm>
              <a:off x="728640" y="484560"/>
              <a:ext cx="1436760" cy="14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4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3" name="AutoShape 9"/>
          <p:cNvSpPr/>
          <p:nvPr/>
        </p:nvSpPr>
        <p:spPr>
          <a:xfrm>
            <a:off x="3114360" y="325080"/>
            <a:ext cx="394848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9"/>
          <p:cNvSpPr/>
          <p:nvPr/>
        </p:nvSpPr>
        <p:spPr>
          <a:xfrm>
            <a:off x="437760" y="2386440"/>
            <a:ext cx="228924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3"/>
              </a:lnSpc>
            </a:pPr>
            <a:r>
              <a:rPr lang="en-US" sz="240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Medium"/>
              </a:rPr>
              <a:t>{{name}}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78"/>
              </a:lnSpc>
            </a:pP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{{title}}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653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0"/>
          <p:cNvSpPr/>
          <p:nvPr/>
        </p:nvSpPr>
        <p:spPr>
          <a:xfrm>
            <a:off x="180000" y="3027240"/>
            <a:ext cx="286272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1678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3"/>
          <p:cNvSpPr/>
          <p:nvPr/>
        </p:nvSpPr>
        <p:spPr>
          <a:xfrm>
            <a:off x="3114360" y="397080"/>
            <a:ext cx="4255560" cy="20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r>
              <a:rPr lang="en-US" sz="105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[[EXPERIENCE_BLOCK]]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n-US" sz="9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{{exp_1_role}} </a:t>
            </a: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{{exp_1_company}} {{exp_1_dates}}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{{exp_1_bullets_block}}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n-US" sz="9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{{exp_2_role}}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{{exp_2_company}} {{exp_2_dates}</a:t>
            </a: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{{exp_2_bullets_block}}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n-US" sz="9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{{exp_3_role}} </a:t>
            </a: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{{exp_3_company}} {{exp_3_dates}}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{{exp_3_bullets_block}}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n-US" sz="9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{{exp_4_role}} </a:t>
            </a: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{{exp_4_company}} {{exp_4_dates}}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{{exp_4_bullets_block}}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n-US" sz="9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{{exp_5_role}} </a:t>
            </a: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{{exp_5_company}} {{exp_5_dates}}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{{exp_5_bullets_block}}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5"/>
          <p:cNvSpPr/>
          <p:nvPr/>
        </p:nvSpPr>
        <p:spPr>
          <a:xfrm>
            <a:off x="3114720" y="0"/>
            <a:ext cx="2591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 "/>
                <a:ea typeface="Montserrat Semi-Bold"/>
              </a:rPr>
              <a:t>Experiencia laboral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"/>
          <p:cNvSpPr/>
          <p:nvPr/>
        </p:nvSpPr>
        <p:spPr>
          <a:xfrm>
            <a:off x="3110040" y="1936080"/>
            <a:ext cx="4079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3105720" y="3544560"/>
            <a:ext cx="4079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3105720" y="6424560"/>
            <a:ext cx="4079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60000" y="312840"/>
            <a:ext cx="17866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A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AutoShape 8"/>
          <p:cNvSpPr/>
          <p:nvPr/>
        </p:nvSpPr>
        <p:spPr>
          <a:xfrm>
            <a:off x="326160" y="535788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1"/>
          <p:cNvSpPr/>
          <p:nvPr/>
        </p:nvSpPr>
        <p:spPr>
          <a:xfrm>
            <a:off x="326160" y="5040000"/>
            <a:ext cx="138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Sobre mi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2"/>
          <p:cNvSpPr/>
          <p:nvPr/>
        </p:nvSpPr>
        <p:spPr>
          <a:xfrm>
            <a:off x="326160" y="5463360"/>
            <a:ext cx="223848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23"/>
              </a:lnSpc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{{about}}</a:t>
            </a:r>
            <a:br>
              <a:rPr sz="800"/>
            </a:b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223560" y="3744360"/>
            <a:ext cx="265356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600" b="1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{{#sidebar_contact}}</a:t>
            </a:r>
            <a:endParaRPr lang="es-A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500" b="1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{{title}}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pc="-300" strike="noStrike">
                <a:solidFill>
                  <a:srgbClr val="c0504d"/>
                </a:solidFill>
                <a:effectLst/>
                <a:uFillTx/>
                <a:latin typeface="Montserrat"/>
                <a:ea typeface="Montserrat"/>
              </a:rPr>
              <a:t>{{line}}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600" b="1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{{/sidebar_contact}}</a:t>
            </a:r>
            <a:endParaRPr lang="es-A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16360" y="4140360"/>
            <a:ext cx="2482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{{#contact_rows}}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701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{{text}}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{{/contact_rows}}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AutoShape 10"/>
          <p:cNvSpPr/>
          <p:nvPr/>
        </p:nvSpPr>
        <p:spPr>
          <a:xfrm>
            <a:off x="333720" y="798516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2"/>
          <p:cNvSpPr/>
          <p:nvPr/>
        </p:nvSpPr>
        <p:spPr>
          <a:xfrm>
            <a:off x="319320" y="7666560"/>
            <a:ext cx="1713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Competencias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3"/>
          <p:cNvSpPr/>
          <p:nvPr/>
        </p:nvSpPr>
        <p:spPr>
          <a:xfrm>
            <a:off x="318600" y="7999200"/>
            <a:ext cx="225360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{{skill_1}}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{{skill_2}}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{{skill_3}}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{{skill_4}}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{{skill_5}}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{{skill_6}}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AutoShape 42"/>
          <p:cNvSpPr/>
          <p:nvPr/>
        </p:nvSpPr>
        <p:spPr>
          <a:xfrm>
            <a:off x="340920" y="979236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43"/>
          <p:cNvSpPr/>
          <p:nvPr/>
        </p:nvSpPr>
        <p:spPr>
          <a:xfrm>
            <a:off x="326160" y="9473400"/>
            <a:ext cx="1713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Informática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4"/>
          <p:cNvSpPr/>
          <p:nvPr/>
        </p:nvSpPr>
        <p:spPr>
          <a:xfrm>
            <a:off x="360000" y="9807120"/>
            <a:ext cx="225360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{{it_1}}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 Medium"/>
              </a:rPr>
              <a:t>{{it_2}}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{{it_3}}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{{it_4}}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081960" y="7840440"/>
            <a:ext cx="4156920" cy="23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[[SIDEBAR_BLOCK]]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{{#sidebar_sections_eduycursos}}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{{title}}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900" b="0" u="none" spc="-300" strike="noStrike">
                <a:solidFill>
                  <a:srgbClr val="c0504d"/>
                </a:solidFill>
                <a:effectLst/>
                <a:uFillTx/>
                <a:latin typeface="Montserrat"/>
                <a:ea typeface="Montserrat"/>
              </a:rPr>
              <a:t>{{line}}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{{body}}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{{/sidebar_sections_eduycursos}}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DAG7rZJGnrs</dc:identifier>
  <dc:language>es-AR</dc:language>
  <cp:lastModifiedBy/>
  <dcterms:modified xsi:type="dcterms:W3CDTF">2026-03-09T19:55:06Z</dcterms:modified>
  <cp:revision>73</cp:revision>
  <dc:subject/>
  <dc:title>Plantillas originales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