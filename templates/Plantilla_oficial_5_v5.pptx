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 "/>
    </p:embeddedFont>
    <p:embeddedFont>
      <p:font typeface="Montserrat"/>
      <p:regular r:id="rId4"/>
      <p:bold r:id="rId4"/>
    </p:embeddedFont>
    <p:embeddedFont>
      <p:font typeface="Montserrat Medium"/>
    </p:embeddedFont>
    <p:embeddedFont>
      <p:font typeface="Microsoft YaHei"/>
      <p:regular r:id="rId5"/>
    </p:embeddedFont>
    <p:embeddedFont>
      <p:font typeface="Montserrat Semi-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0120" cy="583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2640" cy="583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E149B4-33C6-4C71-B445-53DE0E7349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320" cy="112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2320" cy="450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CFE0A7-4A33-435C-8213-BFBFDE3979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5120" cy="13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5120" cy="1482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FE6AF0-1C88-4C9B-B474-85FECC5C12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320" cy="112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1200" cy="450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1200" cy="450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84AB04-85B0-43D6-8739-CC1570E060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320" cy="112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3000" cy="62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3000" cy="393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4440" cy="62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4440" cy="393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81A651-7169-4B91-9F22-66DF403ECC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320" cy="112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D5A7F1-461B-4511-9204-15988C8682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7FBD49-7611-4A15-A97F-C4AFEF16EB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0880" cy="114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4360" cy="583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0880" cy="467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B36FCB-78D1-4082-A088-96CCA1C21F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9120" cy="54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9120" cy="4097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9120" cy="78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5FFAB8-F181-44E0-8B34-DFC01AFB28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5120" cy="145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E6FDE1-9B13-4B97-855E-FFFA7B3C83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320" cy="112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2320" cy="450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820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6440" cy="34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F48975-66BF-4AC4-BA31-E202027AE9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78120" y="-87840"/>
            <a:ext cx="2894400" cy="304992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73360" cy="1773360"/>
            <a:chOff x="560520" y="379800"/>
            <a:chExt cx="1773360" cy="177336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73360" cy="1773360"/>
            </a:xfrm>
            <a:custGeom>
              <a:avLst/>
              <a:gdLst>
                <a:gd name="textAreaLeft" fmla="*/ 0 w 1773360"/>
                <a:gd name="textAreaRight" fmla="*/ 1790640 w 1773360"/>
                <a:gd name="textAreaTop" fmla="*/ 0 h 1773360"/>
                <a:gd name="textAreaBottom" fmla="*/ 1790640 h 177336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37480" cy="150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9"/>
          <p:cNvSpPr/>
          <p:nvPr/>
        </p:nvSpPr>
        <p:spPr>
          <a:xfrm>
            <a:off x="3114360" y="32508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9"/>
          <p:cNvSpPr/>
          <p:nvPr/>
        </p:nvSpPr>
        <p:spPr>
          <a:xfrm>
            <a:off x="437760" y="2386440"/>
            <a:ext cx="2289960" cy="88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4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Medium"/>
              </a:rPr>
              <a:t>{{name}}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0"/>
          <p:cNvSpPr/>
          <p:nvPr/>
        </p:nvSpPr>
        <p:spPr>
          <a:xfrm>
            <a:off x="180000" y="3027240"/>
            <a:ext cx="286344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1678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3"/>
          <p:cNvSpPr/>
          <p:nvPr/>
        </p:nvSpPr>
        <p:spPr>
          <a:xfrm>
            <a:off x="3114360" y="371520"/>
            <a:ext cx="4256280" cy="34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{{exp_1_role}}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{{exp_1_company}} {{exp_1_dates}}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{{exp_2_role}}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{{exp_2_company}} {{exp_2_dates}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{{exp_3_role}}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{{exp_3_company}} {{exp_3_dates}}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{{exp_3_bullets_block}}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{{exp_4_role}}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{{exp_4_company}} {{exp_4_dates}}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{{exp_4_bullets_block}}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{{exp_5_role}}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{{exp_5_company}} {{exp_5_dates}}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{{exp_5_bullets_block}}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{{#sidebar_sections_eduycursos}}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{{body}}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{{/sidebar_sections_eduycursos}}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5"/>
          <p:cNvSpPr/>
          <p:nvPr/>
        </p:nvSpPr>
        <p:spPr>
          <a:xfrm>
            <a:off x="3114720" y="0"/>
            <a:ext cx="25923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 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"/>
          <p:cNvSpPr/>
          <p:nvPr/>
        </p:nvSpPr>
        <p:spPr>
          <a:xfrm>
            <a:off x="3110040" y="1936080"/>
            <a:ext cx="407988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3105720" y="3544560"/>
            <a:ext cx="407988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8"/>
          <p:cNvSpPr/>
          <p:nvPr/>
        </p:nvSpPr>
        <p:spPr>
          <a:xfrm>
            <a:off x="3105720" y="6424560"/>
            <a:ext cx="407988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360000" y="312840"/>
            <a:ext cx="1787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AutoShape 8"/>
          <p:cNvSpPr/>
          <p:nvPr/>
        </p:nvSpPr>
        <p:spPr>
          <a:xfrm>
            <a:off x="326160" y="535788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1"/>
          <p:cNvSpPr/>
          <p:nvPr/>
        </p:nvSpPr>
        <p:spPr>
          <a:xfrm>
            <a:off x="326160" y="5040000"/>
            <a:ext cx="13831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2"/>
          <p:cNvSpPr/>
          <p:nvPr/>
        </p:nvSpPr>
        <p:spPr>
          <a:xfrm>
            <a:off x="326160" y="5463360"/>
            <a:ext cx="223920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223560" y="3744360"/>
            <a:ext cx="265428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6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6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{{/sidebar_contact}}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16360" y="4140360"/>
            <a:ext cx="248292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70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{{text}}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{{/contact_rows}}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AutoShape 10"/>
          <p:cNvSpPr/>
          <p:nvPr/>
        </p:nvSpPr>
        <p:spPr>
          <a:xfrm>
            <a:off x="333720" y="79851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2"/>
          <p:cNvSpPr/>
          <p:nvPr/>
        </p:nvSpPr>
        <p:spPr>
          <a:xfrm>
            <a:off x="319320" y="7666560"/>
            <a:ext cx="1714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3"/>
          <p:cNvSpPr/>
          <p:nvPr/>
        </p:nvSpPr>
        <p:spPr>
          <a:xfrm>
            <a:off x="318600" y="7999200"/>
            <a:ext cx="22543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AutoShape 42"/>
          <p:cNvSpPr/>
          <p:nvPr/>
        </p:nvSpPr>
        <p:spPr>
          <a:xfrm>
            <a:off x="340920" y="97923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3"/>
          <p:cNvSpPr/>
          <p:nvPr/>
        </p:nvSpPr>
        <p:spPr>
          <a:xfrm>
            <a:off x="326160" y="9473400"/>
            <a:ext cx="1714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44"/>
          <p:cNvSpPr/>
          <p:nvPr/>
        </p:nvSpPr>
        <p:spPr>
          <a:xfrm>
            <a:off x="360000" y="9807120"/>
            <a:ext cx="22543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2026-02-13T01:44:31Z</dcterms:modified>
  <cp:revision>71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