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7556500" cy="10693400"/>
  <p:notesSz cx="7559675" cy="10691813"/>
  <p:embeddedFontLst>
    <p:embeddedFont>
      <p:font typeface="montserrat "/>
    </p:embeddedFont>
    <p:embeddedFont>
      <p:font typeface="Montserrat"/>
      <p:regular r:id="rId4"/>
      <p:bold r:id="rId4"/>
    </p:embeddedFont>
    <p:embeddedFont>
      <p:font typeface="Microsoft YaHei"/>
      <p:regular r:id="rId5"/>
    </p:embeddedFont>
    <p:embeddedFont>
      <p:font typeface="Montserrat Semi-Bold"/>
    </p:embeddedFont>
    <p:embeddedFont>
      <p:font typeface="Montserrat Medium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68760" cy="54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68760" cy="4097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68760" cy="78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7784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1FA1B0-EC06-4A92-B200-98D4951217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4760" cy="1452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7784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C91941-C344-4828-AA20-F00FBD6B734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960" cy="112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1960" cy="450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7784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583FCE-35BA-4EF5-B9B4-4E486F23D78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39760" cy="583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2280" cy="583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7784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AEBE9C-230F-44B3-892C-C031EC63628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960" cy="112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1960" cy="450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7784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357856-3189-4D92-A889-DCA0247B6D5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4760" cy="134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4760" cy="1482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7784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E8AE56A-0DB8-4F35-AA18-3EF902B8C61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960" cy="112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0840" cy="450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0840" cy="450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7784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D6B0573-FCF2-424F-8A44-3CD30B71988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960" cy="112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2640" cy="62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2640" cy="393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4080" cy="62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4080" cy="3933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7784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8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638D905-2374-4F24-AD58-C99249008D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1960" cy="112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7784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F78D85-832E-4D42-8953-46CC8DD475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7784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5638A6-C997-4650-AB05-244BBBD1231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0520" cy="114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4000" cy="583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0520" cy="467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7784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6080" cy="347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DA59F20-4B16-42FE-9CD0-CEDF345D12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5422800">
            <a:off x="78480" y="-87840"/>
            <a:ext cx="2894040" cy="3049560"/>
          </a:xfrm>
          <a:prstGeom prst="rtTriangle">
            <a:avLst/>
          </a:pr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560520" y="379800"/>
            <a:ext cx="1773000" cy="1773000"/>
            <a:chOff x="560520" y="379800"/>
            <a:chExt cx="1773000" cy="1773000"/>
          </a:xfrm>
        </p:grpSpPr>
        <p:sp>
          <p:nvSpPr>
            <p:cNvPr id="61" name="Freeform 4"/>
            <p:cNvSpPr/>
            <p:nvPr/>
          </p:nvSpPr>
          <p:spPr>
            <a:xfrm>
              <a:off x="560520" y="379800"/>
              <a:ext cx="1773000" cy="1773000"/>
            </a:xfrm>
            <a:custGeom>
              <a:avLst/>
              <a:gdLst>
                <a:gd name="textAreaLeft" fmla="*/ 0 w 1773000"/>
                <a:gd name="textAreaRight" fmla="*/ 1790640 w 1773000"/>
                <a:gd name="textAreaTop" fmla="*/ 0 h 1773000"/>
                <a:gd name="textAreaBottom" fmla="*/ 1790640 h 177300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5"/>
            <p:cNvSpPr/>
            <p:nvPr/>
          </p:nvSpPr>
          <p:spPr>
            <a:xfrm>
              <a:off x="728640" y="484560"/>
              <a:ext cx="1437120" cy="1500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1400"/>
                </a:lnSpc>
              </a:pPr>
              <a:endPara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63" name="AutoShape 9"/>
          <p:cNvSpPr/>
          <p:nvPr/>
        </p:nvSpPr>
        <p:spPr>
          <a:xfrm>
            <a:off x="3114360" y="325080"/>
            <a:ext cx="394848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9"/>
          <p:cNvSpPr/>
          <p:nvPr/>
        </p:nvSpPr>
        <p:spPr>
          <a:xfrm>
            <a:off x="437760" y="2386440"/>
            <a:ext cx="2289600" cy="88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2653"/>
              </a:lnSpc>
            </a:pPr>
            <a:r>
              <a:rPr lang="en-US" sz="24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Medium"/>
              </a:rPr>
              <a:t>{{name}}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678"/>
              </a:lnSpc>
            </a:pP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2653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0"/>
          <p:cNvSpPr/>
          <p:nvPr/>
        </p:nvSpPr>
        <p:spPr>
          <a:xfrm>
            <a:off x="180000" y="3027240"/>
            <a:ext cx="2863080" cy="20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 anchorCtr="1">
            <a:spAutoFit/>
          </a:bodyPr>
          <a:p>
            <a:pPr algn="ctr" defTabSz="914400">
              <a:lnSpc>
                <a:spcPts val="1678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3"/>
          <p:cNvSpPr/>
          <p:nvPr/>
        </p:nvSpPr>
        <p:spPr>
          <a:xfrm>
            <a:off x="3114360" y="325080"/>
            <a:ext cx="4255920" cy="20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r>
              <a:rPr lang="en-US" sz="105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[[EXPERIENCE_BLOCK]]</a:t>
            </a:r>
            <a:endParaRPr lang="es-A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{{exp_1_role}}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{{exp_1_company}} {{exp_1_dates}}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{{exp_2_role}}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{{exp_2_company}} {{exp_2_dates}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{{exp_2_bullets_block}}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{{exp_3_role}}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{{exp_3_company}} {{exp_3_dates}}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{{exp_3_bullets_block}}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{{exp_4_role}}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{{exp_4_company}} {{exp_4_dates}}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{{exp_4_bullets_block}}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134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n-US" sz="9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{{exp_5_role}} </a:t>
            </a:r>
            <a:r>
              <a:rPr lang="en-US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</a:t>
            </a:r>
            <a:r>
              <a:rPr lang="en-US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{{exp_5_company}} {{exp_5_dates}}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{{exp_5_bullets_block}}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5"/>
          <p:cNvSpPr/>
          <p:nvPr/>
        </p:nvSpPr>
        <p:spPr>
          <a:xfrm>
            <a:off x="3114720" y="0"/>
            <a:ext cx="259200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 "/>
                <a:ea typeface="Montserrat Semi-Bold"/>
              </a:rPr>
              <a:t>Experiencia laboral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"/>
          <p:cNvSpPr/>
          <p:nvPr/>
        </p:nvSpPr>
        <p:spPr>
          <a:xfrm>
            <a:off x="3110040" y="1936080"/>
            <a:ext cx="407952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"/>
          <p:cNvSpPr/>
          <p:nvPr/>
        </p:nvSpPr>
        <p:spPr>
          <a:xfrm>
            <a:off x="3105720" y="3544560"/>
            <a:ext cx="407952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8"/>
          <p:cNvSpPr/>
          <p:nvPr/>
        </p:nvSpPr>
        <p:spPr>
          <a:xfrm>
            <a:off x="3105720" y="6424560"/>
            <a:ext cx="4079520" cy="14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6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360000" y="312840"/>
            <a:ext cx="178704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</a:pPr>
            <a:r>
              <a:rPr lang="es-AR" sz="9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AutoShape 8"/>
          <p:cNvSpPr/>
          <p:nvPr/>
        </p:nvSpPr>
        <p:spPr>
          <a:xfrm>
            <a:off x="326160" y="535788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1"/>
          <p:cNvSpPr/>
          <p:nvPr/>
        </p:nvSpPr>
        <p:spPr>
          <a:xfrm>
            <a:off x="326160" y="5040000"/>
            <a:ext cx="138276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Sobre mi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22"/>
          <p:cNvSpPr/>
          <p:nvPr/>
        </p:nvSpPr>
        <p:spPr>
          <a:xfrm>
            <a:off x="326160" y="5463360"/>
            <a:ext cx="2238840" cy="23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1423"/>
              </a:lnSpc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br>
              <a:rPr sz="800"/>
            </a:b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1423"/>
              </a:lnSpc>
            </a:pP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223560" y="3744360"/>
            <a:ext cx="2653920" cy="6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6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60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{{/sidebar_contact}}</a:t>
            </a:r>
            <a:endParaRPr lang="es-AR" sz="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216360" y="4140360"/>
            <a:ext cx="248256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{{#contact_rows}}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1701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{{text}}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</a:rPr>
              <a:t>{{/contact_rows}}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AutoShape 10"/>
          <p:cNvSpPr/>
          <p:nvPr/>
        </p:nvSpPr>
        <p:spPr>
          <a:xfrm>
            <a:off x="333720" y="79851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2"/>
          <p:cNvSpPr/>
          <p:nvPr/>
        </p:nvSpPr>
        <p:spPr>
          <a:xfrm>
            <a:off x="319320" y="7666560"/>
            <a:ext cx="17143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Competencias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33"/>
          <p:cNvSpPr/>
          <p:nvPr/>
        </p:nvSpPr>
        <p:spPr>
          <a:xfrm>
            <a:off x="318600" y="7999200"/>
            <a:ext cx="2253960" cy="12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{{skill_1}}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{{skill_2}}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{{skill_3}}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{{skill_4}}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{{skill_5}}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0" indent="-54000" defTabSz="914400">
              <a:lnSpc>
                <a:spcPts val="1701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{{skill_6}}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AutoShape 42"/>
          <p:cNvSpPr/>
          <p:nvPr/>
        </p:nvSpPr>
        <p:spPr>
          <a:xfrm>
            <a:off x="340920" y="9792360"/>
            <a:ext cx="2251440" cy="360"/>
          </a:xfrm>
          <a:prstGeom prst="line">
            <a:avLst/>
          </a:prstGeom>
          <a:ln w="9525">
            <a:solidFill>
              <a:srgbClr val="c050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43"/>
          <p:cNvSpPr/>
          <p:nvPr/>
        </p:nvSpPr>
        <p:spPr>
          <a:xfrm>
            <a:off x="326160" y="9473400"/>
            <a:ext cx="17143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100"/>
              </a:lnSpc>
            </a:pPr>
            <a:r>
              <a:rPr lang="en-US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 Semi-Bold"/>
              </a:rPr>
              <a:t>Informática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44"/>
          <p:cNvSpPr/>
          <p:nvPr/>
        </p:nvSpPr>
        <p:spPr>
          <a:xfrm>
            <a:off x="360000" y="9807120"/>
            <a:ext cx="2253960" cy="63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n-US" sz="800" b="0" u="none" spc="11" strike="noStrike">
                <a:solidFill>
                  <a:srgbClr val="292d2d"/>
                </a:solidFill>
                <a:effectLst/>
                <a:uFillTx/>
                <a:latin typeface="Montserrat"/>
                <a:ea typeface="Montserrat Medium"/>
              </a:rPr>
              <a:t>{{it_1}}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Medium"/>
              </a:rPr>
              <a:t>{{it_2}}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{{it_3}}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0000" indent="-90000" defTabSz="914400">
              <a:lnSpc>
                <a:spcPts val="1247"/>
              </a:lnSpc>
              <a:buClr>
                <a:srgbClr val="000000"/>
              </a:buClr>
              <a:buSzPct val="25000"/>
              <a:buFont typeface="Wingdings" charset="2"/>
              <a:buChar char=""/>
            </a:pPr>
            <a:r>
              <a:rPr lang="es-AR" sz="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icrosoft YaHei"/>
              </a:rPr>
              <a:t>{{it_4}} 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3081960" y="7840440"/>
            <a:ext cx="4157280" cy="2388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 [[SIDEBAR_BLOCK]]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{{#sidebar_sections_eduycursos}}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1500" b="1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{{title}}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pc="-300" strike="noStrike">
                <a:solidFill>
                  <a:srgbClr val="c0504d"/>
                </a:solidFill>
                <a:effectLst/>
                <a:uFillTx/>
                <a:latin typeface="Montserrat"/>
                <a:ea typeface="Montserrat"/>
              </a:rPr>
              <a:t>{{line}}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8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{{body}}</a:t>
            </a:r>
            <a:endParaRPr lang="es-A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es-AR" sz="900" b="0" u="none" strike="noStrike">
                <a:solidFill>
                  <a:srgbClr val="292d2d"/>
                </a:solidFill>
                <a:effectLst/>
                <a:uFillTx/>
                <a:latin typeface="Montserrat"/>
                <a:ea typeface="Montserrat"/>
              </a:rPr>
              <a:t>{{/sidebar_sections_eduycursos}}</a:t>
            </a:r>
            <a:endParaRPr lang="es-AR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DAG7rZJGnrs</dc:identifier>
  <dc:language>es-AR</dc:language>
  <cp:lastModifiedBy/>
  <dcterms:modified xsi:type="dcterms:W3CDTF">2026-03-05T13:53:47Z</dcterms:modified>
  <cp:revision>72</cp:revision>
  <dc:subject/>
  <dc:title>Plantillas originales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