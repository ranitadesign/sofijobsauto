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roxima Nova"/>
      <p:regular r:id="rId4"/>
      <p:bold r:id="rId4"/>
    </p:embeddedFont>
    <p:embeddedFont>
      <p:font typeface="Proxima Nova Bold"/>
    </p:embeddedFont>
    <p:embeddedFont>
      <p:font typeface="Montserrat Bold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The Seasons"/>
      <p:regular r:id="rId7"/>
      <p:bold r:id="rId7"/>
    </p:embeddedFont>
    <p:embeddedFont>
      <p:font typeface="Proxima Nova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The_Seaso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EE331D-3FDF-4577-B1C4-4B47E246A8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60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12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93B1CA-BD78-4379-BD43-B037547421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9F1404-3980-4061-B8D2-0055EC422E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600" cy="13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600" cy="14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BA3865-6F1A-43D7-BF9A-22A6438B06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93C033-D32D-4816-B071-A2058B0F84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48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48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92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92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FEB83E-AD8D-4219-B4BA-35445C5E42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B46CBE-D20C-42BA-9D36-42E2BEB8BD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02DD63-3006-4803-9978-153D4B1A63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360" cy="115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84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360" cy="468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86F4CF-F0B1-4ED6-8781-0A0B5D077E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600" cy="5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600" cy="41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600" cy="79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B2FF7D-3CFF-437D-ADE0-F90D0A2EB6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600" cy="14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A50C61-61C3-428C-89AB-BBD4889021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1040" cy="16200"/>
            <a:chOff x="635760" y="7526880"/>
            <a:chExt cx="11111040" cy="1620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1040" cy="16200"/>
            </a:xfrm>
            <a:custGeom>
              <a:avLst/>
              <a:gdLst>
                <a:gd name="textAreaLeft" fmla="*/ 0 w 11111040"/>
                <a:gd name="textAreaRight" fmla="*/ 11121840 w 1111104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35760" y="7920000"/>
            <a:ext cx="11055240" cy="73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{{exp_3_role}}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 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{exp_3_company}} {{exp_3_dates}}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{{exp_4_role}}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{exp_4_company}} {{exp_4_dates}}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1"/>
          <p:cNvSpPr/>
          <p:nvPr/>
        </p:nvSpPr>
        <p:spPr>
          <a:xfrm>
            <a:off x="649440" y="16386120"/>
            <a:ext cx="12423960" cy="13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468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4580720" y="540360"/>
            <a:ext cx="413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540000" y="900360"/>
            <a:ext cx="1196136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54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672480" y="3112920"/>
            <a:ext cx="13393080" cy="13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18"/>
          <p:cNvGrpSpPr/>
          <p:nvPr/>
        </p:nvGrpSpPr>
        <p:grpSpPr>
          <a:xfrm>
            <a:off x="13685040" y="7552440"/>
            <a:ext cx="5374800" cy="15480"/>
            <a:chOff x="13685040" y="7552440"/>
            <a:chExt cx="5374800" cy="15480"/>
          </a:xfrm>
        </p:grpSpPr>
        <p:sp>
          <p:nvSpPr>
            <p:cNvPr id="67" name="Freeform 1"/>
            <p:cNvSpPr/>
            <p:nvPr/>
          </p:nvSpPr>
          <p:spPr>
            <a:xfrm>
              <a:off x="13685040" y="7552440"/>
              <a:ext cx="5374800" cy="15480"/>
            </a:xfrm>
            <a:custGeom>
              <a:avLst/>
              <a:gdLst>
                <a:gd name="textAreaLeft" fmla="*/ 0 w 5374800"/>
                <a:gd name="textAreaRight" fmla="*/ 5386680 w 5374800"/>
                <a:gd name="textAreaTop" fmla="*/ 0 h 15480"/>
                <a:gd name="textAreaBottom" fmla="*/ 24480 h 1548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2"/>
          <p:cNvSpPr/>
          <p:nvPr/>
        </p:nvSpPr>
        <p:spPr>
          <a:xfrm>
            <a:off x="13860360" y="7751520"/>
            <a:ext cx="593820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55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55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55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55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14478120" y="10166040"/>
            <a:ext cx="646704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4"/>
          <p:cNvSpPr/>
          <p:nvPr/>
        </p:nvSpPr>
        <p:spPr>
          <a:xfrm>
            <a:off x="14478120" y="9083520"/>
            <a:ext cx="52527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5"/>
          <p:cNvSpPr/>
          <p:nvPr/>
        </p:nvSpPr>
        <p:spPr>
          <a:xfrm>
            <a:off x="14478120" y="10888560"/>
            <a:ext cx="419184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3680360" y="10260360"/>
            <a:ext cx="5967000" cy="34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"/>
          <p:cNvSpPr/>
          <p:nvPr/>
        </p:nvSpPr>
        <p:spPr>
          <a:xfrm>
            <a:off x="13680360" y="6861960"/>
            <a:ext cx="37285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1"/>
          <p:cNvSpPr/>
          <p:nvPr/>
        </p:nvSpPr>
        <p:spPr>
          <a:xfrm>
            <a:off x="635760" y="6861600"/>
            <a:ext cx="78044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2026-02-14T18:11:46Z</dcterms:modified>
  <cp:revision>31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