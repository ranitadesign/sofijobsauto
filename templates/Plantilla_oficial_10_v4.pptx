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roxima Nova"/>
      <p:regular r:id="rId4"/>
      <p:bold r:id="rId4"/>
    </p:embeddedFont>
    <p:embeddedFont>
      <p:font typeface="Proxima nova"/>
      <p:regular r:id="rId4"/>
    </p:embeddedFont>
    <p:embeddedFont>
      <p:font typeface="Microsoft YaHei"/>
      <p:regular r:id="rId5"/>
    </p:embeddedFont>
    <p:embeddedFont>
      <p:font typeface="The Seasons"/>
      <p:regular r:id="rId6"/>
      <p:bold r:id="rId6"/>
    </p:embeddedFont>
    <p:embeddedFont>
      <p:font typeface="Proxima Nova Bold"/>
    </p:embeddedFont>
    <p:embeddedFont>
      <p:font typeface="Montserrat"/>
      <p:regular r:id="rId7"/>
      <p:bold r:id="rId7"/>
    </p:embeddedFont>
    <p:embeddedFont>
      <p:font typeface="Montserrat Bold"/>
    </p:embeddedFont>
    <p:embeddedFont>
      <p:font typeface="Proxima Nova Italics"/>
    </p:embeddedFont>
    <p:embeddedFont>
      <p:font typeface="Garet"/>
      <p:regular r:id="rId8"/>
      <p:bold r:id="rId8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roxima_Nova_Regular.fntdata"/><Relationship Id="rId5" Type="http://schemas.openxmlformats.org/officeDocument/2006/relationships/font" Target="fonts/Font_2_Microsoft_YaHei_Regular.fntdata"/><Relationship Id="rId6" Type="http://schemas.openxmlformats.org/officeDocument/2006/relationships/font" Target="fonts/Font_3_The_Seasons_Regular.fntdata"/><Relationship Id="rId7" Type="http://schemas.openxmlformats.org/officeDocument/2006/relationships/font" Target="fonts/Font_4_Montserrat_Regular.fntdata"/><Relationship Id="rId8" Type="http://schemas.openxmlformats.org/officeDocument/2006/relationships/font" Target="fonts/Font_5_Garet_Regular.fntdata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080" cy="113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8760" cy="62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8760" cy="393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0200" cy="62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0200" cy="393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7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EFB7220-E1AD-46B3-8CDF-F241D02F15E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080" cy="113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826442F-69B0-4F8A-B766-F2AC4D8BE97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EF0E9A6-3EB0-4F86-BAA6-7564E210615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6640" cy="1150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0120" cy="584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6640" cy="467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F181B7F-AD5A-4EDB-9FE1-F74ABE3A58F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4880" cy="55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4880" cy="4103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4880" cy="79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78F5DEE-F71A-450F-B965-7E3FBD8EF28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0880" cy="1458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924CA42-D895-4ADD-B786-B75B21AA6A2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080" cy="113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8080" cy="451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FE2E68E-291A-4F11-92B5-29A8F53A7E2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5880" cy="583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8400" cy="583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461CCA0-8F28-423C-8044-55F61E29850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080" cy="113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8080" cy="451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62A6DA0-AC79-4823-BB9E-D191084B78C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0880" cy="135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0880" cy="148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63BD571-E363-48C2-B15D-B4BBEA03FBB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080" cy="113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6960" cy="451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6960" cy="451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FD4CE2D-07A8-4EF1-8332-465619AE38E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635760" y="7526880"/>
            <a:ext cx="11110320" cy="15480"/>
            <a:chOff x="635760" y="7526880"/>
            <a:chExt cx="11110320" cy="15480"/>
          </a:xfrm>
        </p:grpSpPr>
        <p:sp>
          <p:nvSpPr>
            <p:cNvPr id="60" name="Freeform 3"/>
            <p:cNvSpPr/>
            <p:nvPr/>
          </p:nvSpPr>
          <p:spPr>
            <a:xfrm>
              <a:off x="635760" y="7526880"/>
              <a:ext cx="11110320" cy="15480"/>
            </a:xfrm>
            <a:custGeom>
              <a:avLst/>
              <a:gdLst>
                <a:gd name="textAreaLeft" fmla="*/ 0 w 11110320"/>
                <a:gd name="textAreaRight" fmla="*/ 11121840 w 11110320"/>
                <a:gd name="textAreaTop" fmla="*/ 0 h 15480"/>
                <a:gd name="textAreaBottom" fmla="*/ 27000 h 15480"/>
              </a:gdLst>
              <a:ahLst/>
              <a:cxnLst/>
              <a:rect l="textAreaLeft" t="textAreaTop" r="textAreaRight" b="textAreaBottom"/>
              <a:pathLst>
                <a:path w="14829029" h="35941">
                  <a:moveTo>
                    <a:pt x="0" y="0"/>
                  </a:moveTo>
                  <a:lnTo>
                    <a:pt x="14829029" y="0"/>
                  </a:lnTo>
                  <a:lnTo>
                    <a:pt x="14829029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1" name="TextBox 8"/>
          <p:cNvSpPr/>
          <p:nvPr/>
        </p:nvSpPr>
        <p:spPr>
          <a:xfrm>
            <a:off x="635760" y="7668000"/>
            <a:ext cx="11054520" cy="790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2550" b="1" u="none" spc="51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Bold"/>
              </a:rPr>
              <a:t>{{exp_1_role}}  </a:t>
            </a:r>
            <a:r>
              <a:rPr lang="en-US" sz="2550" b="0" u="none" spc="51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Bold"/>
              </a:rPr>
              <a:t>{</a:t>
            </a:r>
            <a:r>
              <a:rPr lang="en-US" sz="2550" b="0" u="none" spc="51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{exp_1_company}} {{exp_1_dates}}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5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Montserrat"/>
              </a:rPr>
              <a:t>{{exp_1_bullets_block}}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2550" b="1" u="none" spc="51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Bold"/>
              </a:rPr>
              <a:t>{{exp_2_role}}  </a:t>
            </a:r>
            <a:r>
              <a:rPr lang="en-US" sz="2550" b="0" u="none" spc="51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Bold"/>
              </a:rPr>
              <a:t>{</a:t>
            </a:r>
            <a:r>
              <a:rPr lang="en-US" sz="2550" b="0" u="none" spc="51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{exp_2_company}} {{exp_2_dates}}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5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Montserrat"/>
              </a:rPr>
              <a:t>{{exp_2_bullets_block}}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2550" b="1" u="none" spc="51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Bold"/>
              </a:rPr>
              <a:t>{{exp_3_role}} </a:t>
            </a:r>
            <a:r>
              <a:rPr lang="en-US" sz="2550" b="0" u="none" spc="51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Bold"/>
              </a:rPr>
              <a:t> {</a:t>
            </a:r>
            <a:r>
              <a:rPr lang="en-US" sz="2550" b="0" u="none" spc="51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{exp_3_company}} {{exp_3_dates}}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5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Montserrat"/>
              </a:rPr>
              <a:t>{{exp_3_bullets_block}}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2550" b="1" u="none" spc="51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Bold"/>
              </a:rPr>
              <a:t>{{exp_4_role}}  </a:t>
            </a:r>
            <a:r>
              <a:rPr lang="en-US" sz="2550" b="0" u="none" spc="51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Bold"/>
              </a:rPr>
              <a:t>{</a:t>
            </a:r>
            <a:r>
              <a:rPr lang="en-US" sz="2550" b="0" u="none" spc="51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{exp_4_company}} {{exp_4_dates}}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5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Montserrat"/>
              </a:rPr>
              <a:t>{{exp_4_bullets_block}}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56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41"/>
          <p:cNvSpPr/>
          <p:nvPr/>
        </p:nvSpPr>
        <p:spPr>
          <a:xfrm>
            <a:off x="649440" y="16386120"/>
            <a:ext cx="12423240" cy="13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468"/>
              </a:lnSpc>
            </a:pPr>
            <a:endParaRPr lang="es-AR" sz="25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468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"/>
          <p:cNvSpPr/>
          <p:nvPr/>
        </p:nvSpPr>
        <p:spPr>
          <a:xfrm>
            <a:off x="14580720" y="540360"/>
            <a:ext cx="41320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12"/>
          <p:cNvSpPr/>
          <p:nvPr/>
        </p:nvSpPr>
        <p:spPr>
          <a:xfrm>
            <a:off x="540000" y="900360"/>
            <a:ext cx="11960640" cy="320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2203"/>
              </a:lnSpc>
            </a:pPr>
            <a:r>
              <a:rPr lang="en-US" sz="8500" b="0" u="none" strike="noStrike">
                <a:solidFill>
                  <a:srgbClr val="c0504d"/>
                </a:solidFill>
                <a:effectLst/>
                <a:uFillTx/>
                <a:latin typeface="Proxima nova"/>
                <a:ea typeface="The Seasons"/>
              </a:rPr>
              <a:t>{{name}}</a:t>
            </a:r>
            <a:endParaRPr lang="es-AR" sz="8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68"/>
              </a:lnSpc>
            </a:pPr>
            <a:endParaRPr lang="es-AR" sz="8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200" b="0" u="none" spc="533" strike="noStrike">
                <a:solidFill>
                  <a:srgbClr val="231f20"/>
                </a:solidFill>
                <a:effectLst/>
                <a:uFillTx/>
                <a:latin typeface="Proxima nova"/>
                <a:ea typeface="The Seasons"/>
              </a:rPr>
              <a:t>{{title}}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095"/>
              </a:lnSpc>
            </a:pPr>
            <a:r>
              <a:rPr lang="en-US" sz="254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Italics"/>
              </a:rPr>
              <a:t>{{about}}</a:t>
            </a:r>
            <a:endParaRPr lang="es-AR" sz="25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13"/>
          <p:cNvSpPr/>
          <p:nvPr/>
        </p:nvSpPr>
        <p:spPr>
          <a:xfrm>
            <a:off x="672480" y="3112920"/>
            <a:ext cx="13392360" cy="136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6" name="Group 18"/>
          <p:cNvGrpSpPr/>
          <p:nvPr/>
        </p:nvGrpSpPr>
        <p:grpSpPr>
          <a:xfrm>
            <a:off x="13685040" y="7552440"/>
            <a:ext cx="5374080" cy="14760"/>
            <a:chOff x="13685040" y="7552440"/>
            <a:chExt cx="5374080" cy="14760"/>
          </a:xfrm>
        </p:grpSpPr>
        <p:sp>
          <p:nvSpPr>
            <p:cNvPr id="67" name="Freeform 1"/>
            <p:cNvSpPr/>
            <p:nvPr/>
          </p:nvSpPr>
          <p:spPr>
            <a:xfrm>
              <a:off x="13685040" y="7552440"/>
              <a:ext cx="5374080" cy="14760"/>
            </a:xfrm>
            <a:custGeom>
              <a:avLst/>
              <a:gdLst>
                <a:gd name="textAreaLeft" fmla="*/ 0 w 5374080"/>
                <a:gd name="textAreaRight" fmla="*/ 5386680 w 5374080"/>
                <a:gd name="textAreaTop" fmla="*/ 0 h 14760"/>
                <a:gd name="textAreaBottom" fmla="*/ 24480 h 14760"/>
              </a:gdLst>
              <a:ahLst/>
              <a:cxnLst/>
              <a:rect l="textAreaLeft" t="textAreaTop" r="textAreaRight" b="textAreaBottom"/>
              <a:pathLst>
                <a:path w="7182104" h="47879">
                  <a:moveTo>
                    <a:pt x="0" y="0"/>
                  </a:moveTo>
                  <a:lnTo>
                    <a:pt x="7182104" y="0"/>
                  </a:lnTo>
                  <a:lnTo>
                    <a:pt x="7182104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c0504d"/>
            </a:solidFill>
            <a:ln w="648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8" name="TextBox 22"/>
          <p:cNvSpPr/>
          <p:nvPr/>
        </p:nvSpPr>
        <p:spPr>
          <a:xfrm>
            <a:off x="13860360" y="7751520"/>
            <a:ext cx="5937480" cy="180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3"/>
              </a:lnSpc>
            </a:pPr>
            <a:r>
              <a:rPr lang="en-US" sz="255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{{contact_phone}}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3"/>
              </a:lnSpc>
            </a:pPr>
            <a:r>
              <a:rPr lang="en-US" sz="255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{{contact_email}}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3"/>
              </a:lnSpc>
            </a:pPr>
            <a:r>
              <a:rPr lang="en-US" sz="255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{{contact_location}}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3"/>
              </a:lnSpc>
            </a:pPr>
            <a:r>
              <a:rPr lang="en-US" sz="255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{{licencia}}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23"/>
          <p:cNvSpPr/>
          <p:nvPr/>
        </p:nvSpPr>
        <p:spPr>
          <a:xfrm>
            <a:off x="14478120" y="10166040"/>
            <a:ext cx="6466320" cy="44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24"/>
          <p:cNvSpPr/>
          <p:nvPr/>
        </p:nvSpPr>
        <p:spPr>
          <a:xfrm>
            <a:off x="14478120" y="9083520"/>
            <a:ext cx="5252040" cy="44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25"/>
          <p:cNvSpPr/>
          <p:nvPr/>
        </p:nvSpPr>
        <p:spPr>
          <a:xfrm>
            <a:off x="14478120" y="10888560"/>
            <a:ext cx="4191120" cy="4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13680360" y="9720360"/>
            <a:ext cx="5966280" cy="379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2200" b="1" u="none" strike="noStrike">
                <a:solidFill>
                  <a:srgbClr val="3d3d3d"/>
                </a:solidFill>
                <a:effectLst/>
                <a:uFillTx/>
                <a:latin typeface="Proxima nova"/>
              </a:rPr>
              <a:t>[[SIDEBAR_BLOCK]] 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3400" b="1" u="none" strike="noStrike">
                <a:solidFill>
                  <a:srgbClr val="3d3d3d"/>
                </a:solidFill>
                <a:effectLst/>
                <a:uFillTx/>
                <a:latin typeface="Proxima nova"/>
              </a:rPr>
              <a:t>{{#sidebar_sections}}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2551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 Bold"/>
              </a:rPr>
              <a:t>{{title}}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3000" b="0" u="none" spc="-711" strike="noStrike">
                <a:solidFill>
                  <a:srgbClr val="3d3d3d"/>
                </a:solidFill>
                <a:effectLst/>
                <a:uFillTx/>
                <a:latin typeface="Proxima nova"/>
                <a:ea typeface="Montserrat Bold"/>
              </a:rPr>
              <a:t>{{line}}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5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Montserrat Bold"/>
              </a:rPr>
              <a:t>{{body}}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3400" b="1" u="none" strike="noStrike">
                <a:solidFill>
                  <a:srgbClr val="3d3d3d"/>
                </a:solidFill>
                <a:effectLst/>
                <a:uFillTx/>
                <a:latin typeface="Proxima nova"/>
                <a:ea typeface="Montserrat Bold"/>
              </a:rPr>
              <a:t>{{/sidebar_sections}}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1"/>
          <p:cNvSpPr/>
          <p:nvPr/>
        </p:nvSpPr>
        <p:spPr>
          <a:xfrm>
            <a:off x="13680360" y="6861960"/>
            <a:ext cx="372780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s-AR" sz="34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CONTACTO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11"/>
          <p:cNvSpPr/>
          <p:nvPr/>
        </p:nvSpPr>
        <p:spPr>
          <a:xfrm>
            <a:off x="635760" y="6861600"/>
            <a:ext cx="780372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s-AR" sz="34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EXPERIENCIA LABORAL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DAG9kcItwbc</dc:identifier>
  <dc:language>es-AR</dc:language>
  <cp:lastModifiedBy/>
  <dcterms:modified xsi:type="dcterms:W3CDTF">2026-03-09T19:59:20Z</dcterms:modified>
  <cp:revision>33</cp:revision>
  <dc:subject/>
  <dc:title>Plantilla_oficial_10.pptx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