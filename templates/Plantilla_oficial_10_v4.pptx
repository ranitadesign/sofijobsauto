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roxima nova"/>
    </p:embeddedFont>
    <p:embeddedFont>
      <p:font typeface="Proxima Nova"/>
      <p:regular r:id="rId4"/>
      <p:bold r:id="rId4"/>
    </p:embeddedFont>
    <p:embeddedFont>
      <p:font typeface="Microsoft YaHei"/>
      <p:regular r:id="rId5"/>
    </p:embeddedFont>
    <p:embeddedFont>
      <p:font typeface="Montserrat"/>
      <p:regular r:id="rId6"/>
      <p:bold r:id="rId6"/>
    </p:embeddedFont>
    <p:embeddedFont>
      <p:font typeface="Montserrat Bold"/>
    </p:embeddedFont>
    <p:embeddedFont>
      <p:font typeface="Proxima Nova Italics"/>
    </p:embeddedFont>
    <p:embeddedFont>
      <p:font typeface="Proxima Nova Bold"/>
    </p:embeddedFont>
    <p:embeddedFont>
      <p:font typeface="The Seasons"/>
      <p:regular r:id="rId7"/>
      <p:bold r:id="rId7"/>
    </p:embeddedFont>
    <p:embeddedFont>
      <p:font typeface="Gare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roxima_Nova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font" Target="fonts/Font_4_The_Seasons_Regular.fntdata"/><Relationship Id="rId8" Type="http://schemas.openxmlformats.org/officeDocument/2006/relationships/font" Target="fonts/Font_5_Gare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7000" cy="1150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480" cy="5842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7000" cy="468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008C86E-54DE-4CE9-89A1-1D14A9A4020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5240" cy="55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5240" cy="4103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5240" cy="79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109D48C-8C9A-4514-96ED-D6BB8F794CD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1240" cy="1458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3D11D26-693C-4122-99E7-4EA7609A3C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92CA314-F5C7-4C21-9860-2130AC76DE5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624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760" cy="584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13937E-5CA8-497F-8B64-838730D0D1E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44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1A1A8B-6D9C-4745-97B4-257EE6ED7E4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1240" cy="13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1240" cy="1488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A3FCFDB-34C6-4398-8368-0C0A30D7B2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7320" cy="451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9877DA-D4C9-4D1C-AA28-67E9388E8E1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912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912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560" cy="628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560" cy="394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75B59B3-97D7-4FE6-A290-C5678088196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440" cy="113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0E5348-5C95-4678-B9D1-4D92E715D5F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432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560" cy="353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FAA2AB5-390D-4A99-BAF3-51C7C2F6A78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635760" y="7526880"/>
            <a:ext cx="11110680" cy="15840"/>
            <a:chOff x="635760" y="7526880"/>
            <a:chExt cx="11110680" cy="15840"/>
          </a:xfrm>
        </p:grpSpPr>
        <p:sp>
          <p:nvSpPr>
            <p:cNvPr id="60" name="Freeform 3"/>
            <p:cNvSpPr/>
            <p:nvPr/>
          </p:nvSpPr>
          <p:spPr>
            <a:xfrm>
              <a:off x="635760" y="7526880"/>
              <a:ext cx="11110680" cy="15840"/>
            </a:xfrm>
            <a:custGeom>
              <a:avLst/>
              <a:gdLst>
                <a:gd name="textAreaLeft" fmla="*/ 0 w 11110680"/>
                <a:gd name="textAreaRight" fmla="*/ 11121840 w 11110680"/>
                <a:gd name="textAreaTop" fmla="*/ 0 h 15840"/>
                <a:gd name="textAreaBottom" fmla="*/ 27000 h 15840"/>
              </a:gdLst>
              <a:ahLst/>
              <a:cxnLst/>
              <a:rect l="textAreaLeft" t="textAreaTop" r="textAreaRight" b="textAreaBottom"/>
              <a:pathLst>
                <a:path w="14829029" h="35941">
                  <a:moveTo>
                    <a:pt x="0" y="0"/>
                  </a:moveTo>
                  <a:lnTo>
                    <a:pt x="14829029" y="0"/>
                  </a:lnTo>
                  <a:lnTo>
                    <a:pt x="14829029" y="35941"/>
                  </a:lnTo>
                  <a:lnTo>
                    <a:pt x="0" y="3594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8"/>
          <p:cNvSpPr/>
          <p:nvPr/>
        </p:nvSpPr>
        <p:spPr>
          <a:xfrm>
            <a:off x="635760" y="7452000"/>
            <a:ext cx="11054880" cy="790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{{exp_1_role}}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{exp_1_company}} {{exp_1_dates}}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{{exp_1_bullets_block}}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{{exp_2_role}}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{exp_2_company}} {{exp_2_dates}}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{{exp_2_bullets_block}}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{{exp_3_role}}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 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{exp_3_company}} {{exp_3_dates}}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{{exp_3_bullets_block}}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0000"/>
              </a:lnSpc>
            </a:pPr>
            <a:r>
              <a:rPr lang="en-US" sz="2550" b="1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{{exp_4_role}}  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Bold"/>
              </a:rPr>
              <a:t>{</a:t>
            </a:r>
            <a:r>
              <a:rPr lang="en-US" sz="2550" b="0" u="none" spc="51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{exp_4_company}} {{exp_4_dates}}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"/>
              </a:rPr>
              <a:t>{{exp_4_bullets_block}}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63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41"/>
          <p:cNvSpPr/>
          <p:nvPr/>
        </p:nvSpPr>
        <p:spPr>
          <a:xfrm>
            <a:off x="649440" y="16386120"/>
            <a:ext cx="12423600" cy="138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468"/>
              </a:lnSpc>
            </a:pPr>
            <a:endParaRPr lang="es-AR" sz="25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468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14580720" y="540360"/>
            <a:ext cx="413244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12"/>
          <p:cNvSpPr/>
          <p:nvPr/>
        </p:nvSpPr>
        <p:spPr>
          <a:xfrm>
            <a:off x="540000" y="900360"/>
            <a:ext cx="11961000" cy="320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2203"/>
              </a:lnSpc>
            </a:pPr>
            <a:r>
              <a:rPr lang="en-US" sz="8500" b="0" u="none" strike="noStrike">
                <a:solidFill>
                  <a:srgbClr val="c0504d"/>
                </a:solidFill>
                <a:effectLst/>
                <a:uFillTx/>
                <a:latin typeface="Proxima nova"/>
                <a:ea typeface="The Seasons"/>
              </a:rPr>
              <a:t>{{name}}</a:t>
            </a: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</a:pPr>
            <a:endParaRPr lang="es-AR" sz="8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3200" b="0" u="none" spc="533" strike="noStrike">
                <a:solidFill>
                  <a:srgbClr val="231f20"/>
                </a:solidFill>
                <a:effectLst/>
                <a:uFillTx/>
                <a:latin typeface="Proxima nova"/>
                <a:ea typeface="The Seasons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095"/>
              </a:lnSpc>
            </a:pPr>
            <a:r>
              <a:rPr lang="en-US" sz="254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 Italics"/>
              </a:rPr>
              <a:t>{{about}}</a:t>
            </a:r>
            <a:endParaRPr lang="es-AR" sz="25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13"/>
          <p:cNvSpPr/>
          <p:nvPr/>
        </p:nvSpPr>
        <p:spPr>
          <a:xfrm>
            <a:off x="672480" y="3112920"/>
            <a:ext cx="13392720" cy="136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6" name="Group 18"/>
          <p:cNvGrpSpPr/>
          <p:nvPr/>
        </p:nvGrpSpPr>
        <p:grpSpPr>
          <a:xfrm>
            <a:off x="13685040" y="7552440"/>
            <a:ext cx="5374440" cy="15120"/>
            <a:chOff x="13685040" y="7552440"/>
            <a:chExt cx="5374440" cy="15120"/>
          </a:xfrm>
        </p:grpSpPr>
        <p:sp>
          <p:nvSpPr>
            <p:cNvPr id="67" name="Freeform 1"/>
            <p:cNvSpPr/>
            <p:nvPr/>
          </p:nvSpPr>
          <p:spPr>
            <a:xfrm>
              <a:off x="13685040" y="7552440"/>
              <a:ext cx="5374440" cy="15120"/>
            </a:xfrm>
            <a:custGeom>
              <a:avLst/>
              <a:gdLst>
                <a:gd name="textAreaLeft" fmla="*/ 0 w 5374440"/>
                <a:gd name="textAreaRight" fmla="*/ 5386680 w 5374440"/>
                <a:gd name="textAreaTop" fmla="*/ 0 h 15120"/>
                <a:gd name="textAreaBottom" fmla="*/ 24480 h 15120"/>
              </a:gdLst>
              <a:ahLst/>
              <a:cxnLst/>
              <a:rect l="textAreaLeft" t="textAreaTop" r="textAreaRight" b="textAreaBottom"/>
              <a:pathLst>
                <a:path w="7182104" h="47879">
                  <a:moveTo>
                    <a:pt x="0" y="0"/>
                  </a:moveTo>
                  <a:lnTo>
                    <a:pt x="7182104" y="0"/>
                  </a:lnTo>
                  <a:lnTo>
                    <a:pt x="7182104" y="47879"/>
                  </a:lnTo>
                  <a:lnTo>
                    <a:pt x="0" y="47879"/>
                  </a:lnTo>
                  <a:close/>
                </a:path>
              </a:pathLst>
            </a:custGeom>
            <a:solidFill>
              <a:srgbClr val="c0504d"/>
            </a:solidFill>
            <a:ln w="648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9000" bIns="-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TextBox 22"/>
          <p:cNvSpPr/>
          <p:nvPr/>
        </p:nvSpPr>
        <p:spPr>
          <a:xfrm>
            <a:off x="13860360" y="7751520"/>
            <a:ext cx="5937840" cy="180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{{contact_phone}}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{{contact_email}}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3"/>
              </a:lnSpc>
            </a:pPr>
            <a:r>
              <a:rPr lang="en-US" sz="255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Proxima Nova"/>
              </a:rPr>
              <a:t>{{licencia}}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3"/>
          <p:cNvSpPr/>
          <p:nvPr/>
        </p:nvSpPr>
        <p:spPr>
          <a:xfrm>
            <a:off x="14478120" y="10166040"/>
            <a:ext cx="646668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4"/>
          <p:cNvSpPr/>
          <p:nvPr/>
        </p:nvSpPr>
        <p:spPr>
          <a:xfrm>
            <a:off x="14478120" y="9083520"/>
            <a:ext cx="5252400" cy="45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25"/>
          <p:cNvSpPr/>
          <p:nvPr/>
        </p:nvSpPr>
        <p:spPr>
          <a:xfrm>
            <a:off x="14478120" y="10888560"/>
            <a:ext cx="419148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3680360" y="9720360"/>
            <a:ext cx="5966640" cy="379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22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[[SIDEBAR_BLOCK]] 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551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n-US" sz="3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Montserrat Bold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3000" b="0" u="none" spc="-711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500" b="0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{{body}}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3d3d3d"/>
                </a:solidFill>
                <a:effectLst/>
                <a:uFillTx/>
                <a:latin typeface="Proxima nova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1"/>
          <p:cNvSpPr/>
          <p:nvPr/>
        </p:nvSpPr>
        <p:spPr>
          <a:xfrm>
            <a:off x="13680360" y="6861960"/>
            <a:ext cx="372816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11"/>
          <p:cNvSpPr/>
          <p:nvPr/>
        </p:nvSpPr>
        <p:spPr>
          <a:xfrm>
            <a:off x="635760" y="6861600"/>
            <a:ext cx="7804080" cy="517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DAG9kcItwbc</dc:identifier>
  <dc:language>es-AR</dc:language>
  <cp:lastModifiedBy/>
  <dcterms:modified xsi:type="dcterms:W3CDTF">2026-03-05T15:33:25Z</dcterms:modified>
  <cp:revision>32</cp:revision>
  <dc:subject/>
  <dc:title>Plantilla_oficial_10.pptx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