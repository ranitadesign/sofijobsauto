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media/image6.svg" ContentType="image/svg"/>
  <Override PartName="/ppt/media/image2.svg" ContentType="image/svg"/>
  <Override PartName="/ppt/media/image8.svg" ContentType="image/svg"/>
  <Override PartName="/ppt/media/image4.svg" ContentType="image/svg"/>
  <Override PartName="/ppt/media/image10.svg" ContentType="image/svg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Monteserrat"/>
    </p:embeddedFont>
    <p:embeddedFont>
      <p:font typeface="Lato"/>
    </p:embeddedFont>
    <p:embeddedFont>
      <p:font typeface="Montserrat"/>
      <p:regular r:id="rId4"/>
      <p:bold r:id="rId4"/>
    </p:embeddedFont>
    <p:embeddedFont>
      <p:font typeface="Proxima Nova Bold"/>
    </p:embeddedFont>
    <p:embeddedFont>
      <p:font typeface="The Seasons"/>
      <p:regular r:id="rId5"/>
      <p:bold r:id="rId5"/>
    </p:embeddedFont>
    <p:embeddedFont>
      <p:font typeface="Proxima Nova"/>
      <p:regular r:id="rId6"/>
      <p:bold r:id="rId6"/>
    </p:embeddedFont>
    <p:embeddedFont>
      <p:font typeface="Microsoft YaHei"/>
      <p:regular r:id="rId7"/>
    </p:embeddedFont>
    <p:embeddedFont>
      <p:font typeface="Montserrat Bold"/>
    </p:embeddedFont>
    <p:embeddedFont>
      <p:font typeface="Proxima Nova Italics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Montserrat_Regular.fntdata"/><Relationship Id="rId5" Type="http://schemas.openxmlformats.org/officeDocument/2006/relationships/font" Target="fonts/Font_2_The_Seasons_Regular.fntdata"/><Relationship Id="rId6" Type="http://schemas.openxmlformats.org/officeDocument/2006/relationships/font" Target="fonts/Font_3_Proxima_Nova_Regular.fntdata"/><Relationship Id="rId7" Type="http://schemas.openxmlformats.org/officeDocument/2006/relationships/font" Target="fonts/Font_4_Microsoft_YaHei_Regular.fntdata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0640" cy="56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0640" cy="410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0640" cy="79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796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972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796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A36947B-6D2A-4DA9-A52E-7716FF5FD6D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6640" cy="146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796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972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796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26CB07A-0789-4D59-BFCC-61CF2AC7CA5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840" cy="113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3840" cy="452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796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972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796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2B76415-0878-4336-9683-338AB7EDC24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1640" cy="584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4160" cy="584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796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972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796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442906C-6CB0-4D69-9AC8-699993E64E6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840" cy="113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3840" cy="452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796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972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796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D9104CC-E334-4B4A-97D8-603D228EDA5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6640" cy="13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6640" cy="1494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796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972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796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38B8983-137D-4636-8524-198AE55CDBD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840" cy="113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2720" cy="452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2720" cy="452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796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972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796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3F4CAC6-01FA-4493-BF35-B68910EEE84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840" cy="113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4520" cy="63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4520" cy="394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5960" cy="63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5960" cy="394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796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972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796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6C4267F-AA74-4B2B-94ED-BFFD7EE3665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840" cy="113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796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972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796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0CA28CE-9861-46EB-ABEB-BAF77E1667C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796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972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796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828EF68-4933-494C-8D70-8E911D90576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2400" cy="1156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5880" cy="584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2400" cy="4685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796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972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796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AA4E761-AE50-492B-AAD4-AC0A890D697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image" Target="../media/image9.png"/><Relationship Id="rId10" Type="http://schemas.openxmlformats.org/officeDocument/2006/relationships/image" Target="../media/image10.svg"/><Relationship Id="rId11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2"/>
          <p:cNvGrpSpPr/>
          <p:nvPr/>
        </p:nvGrpSpPr>
        <p:grpSpPr>
          <a:xfrm>
            <a:off x="635760" y="7526880"/>
            <a:ext cx="11116080" cy="21240"/>
            <a:chOff x="635760" y="7526880"/>
            <a:chExt cx="11116080" cy="21240"/>
          </a:xfrm>
        </p:grpSpPr>
        <p:sp>
          <p:nvSpPr>
            <p:cNvPr id="60" name="Freeform 3"/>
            <p:cNvSpPr/>
            <p:nvPr/>
          </p:nvSpPr>
          <p:spPr>
            <a:xfrm>
              <a:off x="635760" y="7526880"/>
              <a:ext cx="11116080" cy="21240"/>
            </a:xfrm>
            <a:custGeom>
              <a:avLst/>
              <a:gdLst>
                <a:gd name="textAreaLeft" fmla="*/ 0 w 11116080"/>
                <a:gd name="textAreaRight" fmla="*/ 11121840 w 11116080"/>
                <a:gd name="textAreaTop" fmla="*/ 0 h 21240"/>
                <a:gd name="textAreaBottom" fmla="*/ 27000 h 21240"/>
              </a:gdLst>
              <a:ahLst/>
              <a:cxnLst/>
              <a:rect l="textAreaLeft" t="textAreaTop" r="textAreaRight" b="textAreaBottom"/>
              <a:pathLst>
                <a:path w="14829029" h="35941">
                  <a:moveTo>
                    <a:pt x="0" y="0"/>
                  </a:moveTo>
                  <a:lnTo>
                    <a:pt x="14829029" y="0"/>
                  </a:lnTo>
                  <a:lnTo>
                    <a:pt x="14829029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c0504d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1" name="TextBox 8"/>
          <p:cNvSpPr/>
          <p:nvPr/>
        </p:nvSpPr>
        <p:spPr>
          <a:xfrm>
            <a:off x="635760" y="7920000"/>
            <a:ext cx="11060280" cy="991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lang="en-US" sz="2550" b="1" u="none" spc="51" strike="noStrike">
                <a:solidFill>
                  <a:srgbClr val="3d3d3d"/>
                </a:solidFill>
                <a:effectLst/>
                <a:uFillTx/>
                <a:latin typeface="Montserrat"/>
                <a:ea typeface="Proxima Nova Bold"/>
              </a:rPr>
              <a:t>{{exp_1_role}}</a:t>
            </a:r>
            <a:r>
              <a:rPr lang="en-US" sz="2550" b="1" u="none" spc="51" strike="noStrike">
                <a:solidFill>
                  <a:srgbClr val="3d3d3d"/>
                </a:solidFill>
                <a:effectLst/>
                <a:uFillTx/>
                <a:latin typeface="Proxima Nova Bold"/>
                <a:ea typeface="Proxima Nova Bold"/>
              </a:rPr>
              <a:t>  </a:t>
            </a:r>
            <a:r>
              <a:rPr lang="en-US" sz="2550" b="0" u="none" spc="51" strike="noStrike">
                <a:solidFill>
                  <a:srgbClr val="3d3d3d"/>
                </a:solidFill>
                <a:effectLst/>
                <a:uFillTx/>
                <a:latin typeface="Lato"/>
                <a:ea typeface="Proxima Nova Bold"/>
              </a:rPr>
              <a:t>{</a:t>
            </a:r>
            <a:r>
              <a:rPr lang="en-US" sz="2550" b="0" u="none" spc="51" strike="noStrike">
                <a:solidFill>
                  <a:srgbClr val="3d3d3d"/>
                </a:solidFill>
                <a:effectLst/>
                <a:uFillTx/>
                <a:latin typeface="Lato"/>
                <a:ea typeface="Proxima Nova"/>
              </a:rPr>
              <a:t>{exp_1_company}} ({{exp_1_dates}})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2500" b="0" u="none" strike="noStrike">
                <a:solidFill>
                  <a:srgbClr val="000000"/>
                </a:solidFill>
                <a:effectLst/>
                <a:uFillTx/>
                <a:latin typeface="Lato"/>
                <a:ea typeface="Montserrat"/>
              </a:rPr>
              <a:t>{{exp_1_bullets_block}}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en-US" sz="2550" b="1" u="none" spc="51" strike="noStrike">
                <a:solidFill>
                  <a:srgbClr val="3d3d3d"/>
                </a:solidFill>
                <a:effectLst/>
                <a:uFillTx/>
                <a:latin typeface="Montserrat"/>
                <a:ea typeface="Proxima Nova Bold"/>
              </a:rPr>
              <a:t>{{exp_2_role}}</a:t>
            </a:r>
            <a:r>
              <a:rPr lang="en-US" sz="2550" b="1" u="none" spc="51" strike="noStrike">
                <a:solidFill>
                  <a:srgbClr val="3d3d3d"/>
                </a:solidFill>
                <a:effectLst/>
                <a:uFillTx/>
                <a:latin typeface="Proxima Nova Bold"/>
                <a:ea typeface="Proxima Nova Bold"/>
              </a:rPr>
              <a:t>  </a:t>
            </a:r>
            <a:r>
              <a:rPr lang="en-US" sz="2550" b="0" u="none" spc="51" strike="noStrike">
                <a:solidFill>
                  <a:srgbClr val="3d3d3d"/>
                </a:solidFill>
                <a:effectLst/>
                <a:uFillTx/>
                <a:latin typeface="Lato"/>
                <a:ea typeface="Proxima Nova Bold"/>
              </a:rPr>
              <a:t>{</a:t>
            </a:r>
            <a:r>
              <a:rPr lang="en-US" sz="2550" b="0" u="none" spc="51" strike="noStrike">
                <a:solidFill>
                  <a:srgbClr val="3d3d3d"/>
                </a:solidFill>
                <a:effectLst/>
                <a:uFillTx/>
                <a:latin typeface="Lato"/>
                <a:ea typeface="Proxima Nova"/>
              </a:rPr>
              <a:t>{exp_2_company}} ({{exp_2_dates}})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2500" b="0" u="none" strike="noStrike">
                <a:solidFill>
                  <a:srgbClr val="000000"/>
                </a:solidFill>
                <a:effectLst/>
                <a:uFillTx/>
                <a:latin typeface="Lato"/>
                <a:ea typeface="Montserrat"/>
              </a:rPr>
              <a:t>{{exp_2_bullets_block}}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en-US" sz="2550" b="1" u="none" spc="51" strike="noStrike">
                <a:solidFill>
                  <a:srgbClr val="3d3d3d"/>
                </a:solidFill>
                <a:effectLst/>
                <a:uFillTx/>
                <a:latin typeface="Montserrat"/>
                <a:ea typeface="Proxima Nova Bold"/>
              </a:rPr>
              <a:t>{{exp_3_role}}</a:t>
            </a:r>
            <a:r>
              <a:rPr lang="en-US" sz="2550" b="1" u="none" spc="51" strike="noStrike">
                <a:solidFill>
                  <a:srgbClr val="3d3d3d"/>
                </a:solidFill>
                <a:effectLst/>
                <a:uFillTx/>
                <a:latin typeface="Proxima Nova Bold"/>
                <a:ea typeface="Proxima Nova Bold"/>
              </a:rPr>
              <a:t> </a:t>
            </a:r>
            <a:r>
              <a:rPr lang="en-US" sz="2550" b="0" u="none" spc="51" strike="noStrike">
                <a:solidFill>
                  <a:srgbClr val="3d3d3d"/>
                </a:solidFill>
                <a:effectLst/>
                <a:uFillTx/>
                <a:latin typeface="Lato"/>
                <a:ea typeface="Proxima Nova Bold"/>
              </a:rPr>
              <a:t> {</a:t>
            </a:r>
            <a:r>
              <a:rPr lang="en-US" sz="2550" b="0" u="none" spc="51" strike="noStrike">
                <a:solidFill>
                  <a:srgbClr val="3d3d3d"/>
                </a:solidFill>
                <a:effectLst/>
                <a:uFillTx/>
                <a:latin typeface="Lato"/>
                <a:ea typeface="Proxima Nova"/>
              </a:rPr>
              <a:t>{exp_3_company}} ({{exp_3_dates}})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2500" b="0" u="none" strike="noStrike">
                <a:solidFill>
                  <a:srgbClr val="000000"/>
                </a:solidFill>
                <a:effectLst/>
                <a:uFillTx/>
                <a:latin typeface="Lato"/>
                <a:ea typeface="Montserrat"/>
              </a:rPr>
              <a:t>{{exp_3_bullets_block}}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en-US" sz="2550" b="1" u="none" spc="51" strike="noStrike">
                <a:solidFill>
                  <a:srgbClr val="3d3d3d"/>
                </a:solidFill>
                <a:effectLst/>
                <a:uFillTx/>
                <a:latin typeface="Montserrat"/>
                <a:ea typeface="Proxima Nova Bold"/>
              </a:rPr>
              <a:t>{{exp_4_role}}</a:t>
            </a:r>
            <a:r>
              <a:rPr lang="en-US" sz="2550" b="1" u="none" spc="51" strike="noStrike">
                <a:solidFill>
                  <a:srgbClr val="3d3d3d"/>
                </a:solidFill>
                <a:effectLst/>
                <a:uFillTx/>
                <a:latin typeface="Proxima Nova Bold"/>
                <a:ea typeface="Proxima Nova Bold"/>
              </a:rPr>
              <a:t>  </a:t>
            </a:r>
            <a:r>
              <a:rPr lang="en-US" sz="2550" b="0" u="none" spc="51" strike="noStrike">
                <a:solidFill>
                  <a:srgbClr val="3d3d3d"/>
                </a:solidFill>
                <a:effectLst/>
                <a:uFillTx/>
                <a:latin typeface="Lato"/>
                <a:ea typeface="Proxima Nova Bold"/>
              </a:rPr>
              <a:t>{</a:t>
            </a:r>
            <a:r>
              <a:rPr lang="en-US" sz="2550" b="0" u="none" spc="51" strike="noStrike">
                <a:solidFill>
                  <a:srgbClr val="3d3d3d"/>
                </a:solidFill>
                <a:effectLst/>
                <a:uFillTx/>
                <a:latin typeface="Lato"/>
                <a:ea typeface="Proxima Nova"/>
              </a:rPr>
              <a:t>{exp_4_company}} ({{exp_4_dates}})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2500" b="0" u="none" strike="noStrike">
                <a:solidFill>
                  <a:srgbClr val="000000"/>
                </a:solidFill>
                <a:effectLst/>
                <a:uFillTx/>
                <a:latin typeface="Lato"/>
                <a:ea typeface="Montserrat"/>
              </a:rPr>
              <a:t>{{exp_4_bullets_block}}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3563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10"/>
          <p:cNvSpPr/>
          <p:nvPr/>
        </p:nvSpPr>
        <p:spPr>
          <a:xfrm>
            <a:off x="737640" y="4532760"/>
            <a:ext cx="1111608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3095"/>
              </a:lnSpc>
            </a:pPr>
            <a:r>
              <a:rPr lang="en-US" sz="2540" b="0" u="none" strike="noStrike">
                <a:solidFill>
                  <a:srgbClr val="474747"/>
                </a:solidFill>
                <a:effectLst/>
                <a:uFillTx/>
                <a:latin typeface="Lato"/>
                <a:ea typeface="Proxima Nova Italics"/>
              </a:rPr>
              <a:t>{{about}}</a:t>
            </a:r>
            <a:endParaRPr lang="es-AR" sz="2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11"/>
          <p:cNvSpPr/>
          <p:nvPr/>
        </p:nvSpPr>
        <p:spPr>
          <a:xfrm>
            <a:off x="635760" y="6678720"/>
            <a:ext cx="7810200" cy="71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596"/>
              </a:lnSpc>
            </a:pPr>
            <a:r>
              <a:rPr lang="en-US" sz="4000" b="0" u="none" spc="79" strike="noStrike">
                <a:solidFill>
                  <a:srgbClr val="3d3d3d"/>
                </a:solidFill>
                <a:effectLst/>
                <a:uFillTx/>
                <a:latin typeface="Monteserrat"/>
                <a:ea typeface="Proxima Nova Bold"/>
              </a:rPr>
              <a:t>EXPERIENCIA LABORAL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12"/>
          <p:cNvSpPr/>
          <p:nvPr/>
        </p:nvSpPr>
        <p:spPr>
          <a:xfrm>
            <a:off x="635760" y="360000"/>
            <a:ext cx="10802160" cy="154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2203"/>
              </a:lnSpc>
            </a:pPr>
            <a:r>
              <a:rPr lang="en-US" sz="8500" b="0" u="none" strike="noStrike">
                <a:solidFill>
                  <a:srgbClr val="c0504d"/>
                </a:solidFill>
                <a:effectLst/>
                <a:uFillTx/>
                <a:latin typeface="Montserrat"/>
                <a:ea typeface="The Seasons"/>
              </a:rPr>
              <a:t>{{name}}</a:t>
            </a:r>
            <a:endParaRPr lang="es-AR" sz="8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13"/>
          <p:cNvSpPr/>
          <p:nvPr/>
        </p:nvSpPr>
        <p:spPr>
          <a:xfrm>
            <a:off x="635760" y="2880720"/>
            <a:ext cx="13579200" cy="95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7523"/>
              </a:lnSpc>
            </a:pPr>
            <a:r>
              <a:rPr lang="en-US" sz="3200" b="0" u="none" spc="533" strike="noStrike">
                <a:solidFill>
                  <a:srgbClr val="231f20"/>
                </a:solidFill>
                <a:effectLst/>
                <a:uFillTx/>
                <a:latin typeface="Lato"/>
                <a:ea typeface="The Seasons"/>
              </a:rPr>
              <a:t>{{title}}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Freeform 14"/>
          <p:cNvSpPr/>
          <p:nvPr/>
        </p:nvSpPr>
        <p:spPr>
          <a:xfrm>
            <a:off x="13785120" y="8998200"/>
            <a:ext cx="640440" cy="640440"/>
          </a:xfrm>
          <a:custGeom>
            <a:avLst/>
            <a:gdLst>
              <a:gd name="textAreaLeft" fmla="*/ 0 w 640440"/>
              <a:gd name="textAreaRight" fmla="*/ 646200 w 640440"/>
              <a:gd name="textAreaTop" fmla="*/ 0 h 640440"/>
              <a:gd name="textAreaBottom" fmla="*/ 646200 h 640440"/>
            </a:gdLst>
            <a:ahLst/>
            <a:cxnLst/>
            <a:rect l="textAreaLeft" t="textAreaTop" r="textAreaRight" b="textAreaBottom"/>
            <a:pathLst>
              <a:path w="646233" h="646233">
                <a:moveTo>
                  <a:pt x="0" y="0"/>
                </a:moveTo>
                <a:lnTo>
                  <a:pt x="646233" y="0"/>
                </a:lnTo>
                <a:lnTo>
                  <a:pt x="646233" y="646233"/>
                </a:lnTo>
                <a:lnTo>
                  <a:pt x="0" y="64623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Freeform 15"/>
          <p:cNvSpPr/>
          <p:nvPr/>
        </p:nvSpPr>
        <p:spPr>
          <a:xfrm>
            <a:off x="13785120" y="11043720"/>
            <a:ext cx="640440" cy="640440"/>
          </a:xfrm>
          <a:custGeom>
            <a:avLst/>
            <a:gdLst>
              <a:gd name="textAreaLeft" fmla="*/ 0 w 640440"/>
              <a:gd name="textAreaRight" fmla="*/ 646200 w 640440"/>
              <a:gd name="textAreaTop" fmla="*/ 0 h 640440"/>
              <a:gd name="textAreaBottom" fmla="*/ 646200 h 640440"/>
            </a:gdLst>
            <a:ahLst/>
            <a:cxnLst/>
            <a:rect l="textAreaLeft" t="textAreaTop" r="textAreaRight" b="textAreaBottom"/>
            <a:pathLst>
              <a:path w="646233" h="646233">
                <a:moveTo>
                  <a:pt x="0" y="0"/>
                </a:moveTo>
                <a:lnTo>
                  <a:pt x="646233" y="0"/>
                </a:lnTo>
                <a:lnTo>
                  <a:pt x="646233" y="646233"/>
                </a:lnTo>
                <a:lnTo>
                  <a:pt x="0" y="64623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Freeform 16"/>
          <p:cNvSpPr/>
          <p:nvPr/>
        </p:nvSpPr>
        <p:spPr>
          <a:xfrm>
            <a:off x="13785120" y="9966240"/>
            <a:ext cx="640440" cy="640440"/>
          </a:xfrm>
          <a:custGeom>
            <a:avLst/>
            <a:gdLst>
              <a:gd name="textAreaLeft" fmla="*/ 0 w 640440"/>
              <a:gd name="textAreaRight" fmla="*/ 646200 w 640440"/>
              <a:gd name="textAreaTop" fmla="*/ 0 h 640440"/>
              <a:gd name="textAreaBottom" fmla="*/ 646200 h 640440"/>
            </a:gdLst>
            <a:ahLst/>
            <a:cxnLst/>
            <a:rect l="textAreaLeft" t="textAreaTop" r="textAreaRight" b="textAreaBottom"/>
            <a:pathLst>
              <a:path w="646233" h="646233">
                <a:moveTo>
                  <a:pt x="0" y="0"/>
                </a:moveTo>
                <a:lnTo>
                  <a:pt x="646233" y="0"/>
                </a:lnTo>
                <a:lnTo>
                  <a:pt x="646233" y="646233"/>
                </a:lnTo>
                <a:lnTo>
                  <a:pt x="0" y="64623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17"/>
          <p:cNvSpPr/>
          <p:nvPr/>
        </p:nvSpPr>
        <p:spPr>
          <a:xfrm>
            <a:off x="13785120" y="7589520"/>
            <a:ext cx="3734280" cy="69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468"/>
              </a:lnSpc>
            </a:pPr>
            <a:r>
              <a:rPr lang="en-US" sz="3909" b="0" u="none" spc="77" strike="noStrike">
                <a:solidFill>
                  <a:srgbClr val="3d3d3d"/>
                </a:solidFill>
                <a:effectLst/>
                <a:uFillTx/>
                <a:latin typeface="Monteserrat"/>
                <a:ea typeface="Proxima Nova Bold"/>
              </a:rPr>
              <a:t>CONTACTO</a:t>
            </a:r>
            <a:endParaRPr lang="es-AR" sz="390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0" name="Group 18"/>
          <p:cNvGrpSpPr/>
          <p:nvPr/>
        </p:nvGrpSpPr>
        <p:grpSpPr>
          <a:xfrm>
            <a:off x="13789800" y="8452080"/>
            <a:ext cx="5380920" cy="30240"/>
            <a:chOff x="13789800" y="8452080"/>
            <a:chExt cx="5380920" cy="30240"/>
          </a:xfrm>
        </p:grpSpPr>
        <p:sp>
          <p:nvSpPr>
            <p:cNvPr id="71" name="Freeform 19"/>
            <p:cNvSpPr/>
            <p:nvPr/>
          </p:nvSpPr>
          <p:spPr>
            <a:xfrm>
              <a:off x="13789800" y="8452080"/>
              <a:ext cx="5380920" cy="30240"/>
            </a:xfrm>
            <a:custGeom>
              <a:avLst/>
              <a:gdLst>
                <a:gd name="textAreaLeft" fmla="*/ 0 w 5380920"/>
                <a:gd name="textAreaRight" fmla="*/ 5386680 w 5380920"/>
                <a:gd name="textAreaTop" fmla="*/ 0 h 30240"/>
                <a:gd name="textAreaBottom" fmla="*/ 36000 h 30240"/>
              </a:gdLst>
              <a:ahLst/>
              <a:cxnLst/>
              <a:rect l="textAreaLeft" t="textAreaTop" r="textAreaRight" b="textAreaBottom"/>
              <a:pathLst>
                <a:path w="7182104" h="47879">
                  <a:moveTo>
                    <a:pt x="0" y="0"/>
                  </a:moveTo>
                  <a:lnTo>
                    <a:pt x="7182104" y="0"/>
                  </a:lnTo>
                  <a:lnTo>
                    <a:pt x="7182104" y="47879"/>
                  </a:lnTo>
                  <a:lnTo>
                    <a:pt x="0" y="47879"/>
                  </a:lnTo>
                  <a:close/>
                </a:path>
              </a:pathLst>
            </a:custGeom>
            <a:solidFill>
              <a:srgbClr val="c0504d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9000" bIns="-9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2" name="Freeform 20"/>
          <p:cNvSpPr/>
          <p:nvPr/>
        </p:nvSpPr>
        <p:spPr>
          <a:xfrm>
            <a:off x="13785120" y="12121200"/>
            <a:ext cx="668880" cy="668880"/>
          </a:xfrm>
          <a:custGeom>
            <a:avLst/>
            <a:gdLst>
              <a:gd name="textAreaLeft" fmla="*/ 0 w 668880"/>
              <a:gd name="textAreaRight" fmla="*/ 674640 w 668880"/>
              <a:gd name="textAreaTop" fmla="*/ 0 h 668880"/>
              <a:gd name="textAreaBottom" fmla="*/ 674640 h 668880"/>
            </a:gdLst>
            <a:ahLst/>
            <a:cxnLst/>
            <a:rect l="textAreaLeft" t="textAreaTop" r="textAreaRight" b="textAreaBottom"/>
            <a:pathLst>
              <a:path w="674618" h="674618">
                <a:moveTo>
                  <a:pt x="0" y="0"/>
                </a:moveTo>
                <a:lnTo>
                  <a:pt x="674618" y="0"/>
                </a:lnTo>
                <a:lnTo>
                  <a:pt x="674618" y="674618"/>
                </a:lnTo>
                <a:lnTo>
                  <a:pt x="0" y="67461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Freeform 21"/>
          <p:cNvSpPr/>
          <p:nvPr/>
        </p:nvSpPr>
        <p:spPr>
          <a:xfrm>
            <a:off x="13891680" y="12285720"/>
            <a:ext cx="427680" cy="339480"/>
          </a:xfrm>
          <a:custGeom>
            <a:avLst/>
            <a:gdLst>
              <a:gd name="textAreaLeft" fmla="*/ 0 w 427680"/>
              <a:gd name="textAreaRight" fmla="*/ 433440 w 427680"/>
              <a:gd name="textAreaTop" fmla="*/ 0 h 339480"/>
              <a:gd name="textAreaBottom" fmla="*/ 345240 h 339480"/>
            </a:gdLst>
            <a:ahLst/>
            <a:cxnLst/>
            <a:rect l="textAreaLeft" t="textAreaTop" r="textAreaRight" b="textAreaBottom"/>
            <a:pathLst>
              <a:path w="433388" h="345138">
                <a:moveTo>
                  <a:pt x="0" y="0"/>
                </a:moveTo>
                <a:lnTo>
                  <a:pt x="433387" y="0"/>
                </a:lnTo>
                <a:lnTo>
                  <a:pt x="433387" y="345138"/>
                </a:lnTo>
                <a:lnTo>
                  <a:pt x="0" y="34513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22"/>
          <p:cNvSpPr/>
          <p:nvPr/>
        </p:nvSpPr>
        <p:spPr>
          <a:xfrm>
            <a:off x="14580000" y="9007200"/>
            <a:ext cx="5263200" cy="45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3"/>
              </a:lnSpc>
            </a:pPr>
            <a:r>
              <a:rPr lang="en-US" sz="2550" b="0" u="none" strike="noStrike">
                <a:solidFill>
                  <a:srgbClr val="474747"/>
                </a:solidFill>
                <a:effectLst/>
                <a:uFillTx/>
                <a:latin typeface="Lato"/>
                <a:ea typeface="Proxima Nova"/>
              </a:rPr>
              <a:t>+{{contact_phone}}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23"/>
          <p:cNvSpPr/>
          <p:nvPr/>
        </p:nvSpPr>
        <p:spPr>
          <a:xfrm>
            <a:off x="14580000" y="11067840"/>
            <a:ext cx="4359960" cy="45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3"/>
              </a:lnSpc>
            </a:pPr>
            <a:r>
              <a:rPr lang="en-US" sz="2550" b="0" u="none" strike="noStrike">
                <a:solidFill>
                  <a:srgbClr val="474747"/>
                </a:solidFill>
                <a:effectLst/>
                <a:uFillTx/>
                <a:latin typeface="Lato"/>
                <a:ea typeface="Proxima Nova"/>
              </a:rPr>
              <a:t>{{contact_location}}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24"/>
          <p:cNvSpPr/>
          <p:nvPr/>
        </p:nvSpPr>
        <p:spPr>
          <a:xfrm>
            <a:off x="14580000" y="9979560"/>
            <a:ext cx="4359960" cy="45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3"/>
              </a:lnSpc>
            </a:pPr>
            <a:r>
              <a:rPr lang="en-US" sz="2550" b="0" u="none" strike="noStrike">
                <a:solidFill>
                  <a:srgbClr val="474747"/>
                </a:solidFill>
                <a:effectLst/>
                <a:uFillTx/>
                <a:latin typeface="Lato"/>
                <a:ea typeface="Proxima Nova"/>
              </a:rPr>
              <a:t>{{contact_email}}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25"/>
          <p:cNvSpPr/>
          <p:nvPr/>
        </p:nvSpPr>
        <p:spPr>
          <a:xfrm>
            <a:off x="14580000" y="12147840"/>
            <a:ext cx="4197960" cy="45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3"/>
              </a:lnSpc>
            </a:pPr>
            <a:r>
              <a:rPr lang="en-US" sz="2550" b="0" u="none" strike="noStrike">
                <a:solidFill>
                  <a:srgbClr val="474747"/>
                </a:solidFill>
                <a:effectLst/>
                <a:uFillTx/>
                <a:latin typeface="Lato"/>
                <a:ea typeface="Proxima Nova"/>
              </a:rPr>
              <a:t>Licencia de conducir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41"/>
          <p:cNvSpPr/>
          <p:nvPr/>
        </p:nvSpPr>
        <p:spPr>
          <a:xfrm>
            <a:off x="649440" y="16386120"/>
            <a:ext cx="12429000" cy="13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468"/>
              </a:lnSpc>
            </a:pPr>
            <a:endParaRPr lang="es-AR" sz="2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5468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14580720" y="540360"/>
            <a:ext cx="4137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13826880" y="13484160"/>
            <a:ext cx="5972400" cy="397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Montserrat"/>
              </a:rPr>
              <a:t>{{#sidebar_sections}}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35"/>
              </a:lnSpc>
            </a:pPr>
            <a:r>
              <a:rPr lang="en-US" sz="3400" b="1" u="none" strike="noStrike">
                <a:solidFill>
                  <a:srgbClr val="3d3d3d"/>
                </a:solidFill>
                <a:effectLst/>
                <a:uFillTx/>
                <a:latin typeface="Montserrat"/>
                <a:ea typeface="Montserrat Bold"/>
              </a:rPr>
              <a:t>{{title}}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118"/>
              </a:lnSpc>
            </a:pPr>
            <a:r>
              <a:rPr lang="es-AR" sz="3000" b="0" u="none" strike="noStrike">
                <a:solidFill>
                  <a:srgbClr val="543f3f"/>
                </a:solidFill>
                <a:effectLst/>
                <a:uFillTx/>
                <a:latin typeface="Montserrat"/>
                <a:ea typeface="Montserrat Bold"/>
              </a:rPr>
              <a:t>{{line}}</a:t>
            </a: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850"/>
              </a:lnSpc>
            </a:pP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402"/>
              </a:lnSpc>
            </a:pPr>
            <a:r>
              <a:rPr lang="es-AR" sz="2800" b="0" u="none" strike="noStrike">
                <a:solidFill>
                  <a:srgbClr val="543f3f"/>
                </a:solidFill>
                <a:effectLst/>
                <a:uFillTx/>
                <a:latin typeface="Lato"/>
                <a:ea typeface="Montserrat Bold"/>
              </a:rPr>
              <a:t>{{body}}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Montserrat"/>
                <a:ea typeface="Montserrat Bold"/>
              </a:rPr>
              <a:t>{{/sidebar_sections}}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DAG9kcItwbc</dc:identifier>
  <dc:language>es-AR</dc:language>
  <cp:lastModifiedBy/>
  <dcterms:modified xsi:type="dcterms:W3CDTF">2026-01-14T15:15:01Z</dcterms:modified>
  <cp:revision>17</cp:revision>
  <dc:subject/>
  <dc:title>Plantilla_oficial_10.pptx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