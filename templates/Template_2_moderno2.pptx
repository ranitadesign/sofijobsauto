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1374100" cy="30276800"/>
  <p:notesSz cx="6858000" cy="9144000"/>
  <p:embeddedFontLst>
    <p:embeddedFont>
      <p:font typeface="Poppins" charset="1" panose="00000500000000000000"/>
      <p:regular r:id="rId7"/>
    </p:embeddedFont>
    <p:embeddedFont>
      <p:font typeface="Playfair Display SC" charset="1" panose="00000500000000000000"/>
      <p:regular r:id="rId8"/>
    </p:embeddedFont>
    <p:embeddedFont>
      <p:font typeface="Calibri (MS)" charset="1" panose="020F0502020204030204"/>
      <p:regular r:id="rId9"/>
    </p:embeddedFont>
    <p:embeddedFont>
      <p:font typeface="Poppins Italics" charset="1" panose="00000500000000000000"/>
      <p:regular r:id="rId10"/>
    </p:embeddedFont>
    <p:embeddedFont>
      <p:font typeface="Poppins Bold" charset="1" panose="00000800000000000000"/>
      <p:regular r:id="rId11"/>
    </p:embeddedFont>
    <p:embeddedFont>
      <p:font typeface="Playfair Display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9099" y="-799490"/>
            <a:ext cx="11657388" cy="31715398"/>
          </a:xfrm>
          <a:custGeom>
            <a:avLst/>
            <a:gdLst/>
            <a:ahLst/>
            <a:cxnLst/>
            <a:rect r="r" b="b" t="t" l="l"/>
            <a:pathLst>
              <a:path h="31715398" w="11657388">
                <a:moveTo>
                  <a:pt x="0" y="0"/>
                </a:moveTo>
                <a:lnTo>
                  <a:pt x="11657388" y="0"/>
                </a:lnTo>
                <a:lnTo>
                  <a:pt x="11657388" y="31715398"/>
                </a:lnTo>
                <a:lnTo>
                  <a:pt x="0" y="31715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1628" y="1591499"/>
            <a:ext cx="7517320" cy="7517320"/>
          </a:xfrm>
          <a:custGeom>
            <a:avLst/>
            <a:gdLst/>
            <a:ahLst/>
            <a:cxnLst/>
            <a:rect r="r" b="b" t="t" l="l"/>
            <a:pathLst>
              <a:path h="7517320" w="7517320">
                <a:moveTo>
                  <a:pt x="0" y="0"/>
                </a:moveTo>
                <a:lnTo>
                  <a:pt x="7517320" y="0"/>
                </a:lnTo>
                <a:lnTo>
                  <a:pt x="7517320" y="7517320"/>
                </a:lnTo>
                <a:lnTo>
                  <a:pt x="0" y="751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38400" y="1949880"/>
            <a:ext cx="6447272" cy="6447272"/>
            <a:chOff x="0" y="0"/>
            <a:chExt cx="8596363" cy="85963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96376" cy="8596376"/>
            </a:xfrm>
            <a:custGeom>
              <a:avLst/>
              <a:gdLst/>
              <a:ahLst/>
              <a:cxnLst/>
              <a:rect r="r" b="b" t="t" l="l"/>
              <a:pathLst>
                <a:path h="8596376" w="8596376">
                  <a:moveTo>
                    <a:pt x="4298188" y="0"/>
                  </a:moveTo>
                  <a:cubicBezTo>
                    <a:pt x="1924304" y="0"/>
                    <a:pt x="0" y="1924304"/>
                    <a:pt x="0" y="4298188"/>
                  </a:cubicBezTo>
                  <a:cubicBezTo>
                    <a:pt x="0" y="6672072"/>
                    <a:pt x="1924304" y="8596376"/>
                    <a:pt x="4298188" y="8596376"/>
                  </a:cubicBezTo>
                  <a:cubicBezTo>
                    <a:pt x="6672072" y="8596376"/>
                    <a:pt x="8596376" y="6671945"/>
                    <a:pt x="8596376" y="4298188"/>
                  </a:cubicBezTo>
                  <a:cubicBezTo>
                    <a:pt x="8596376" y="1924431"/>
                    <a:pt x="6671945" y="0"/>
                    <a:pt x="4298188" y="0"/>
                  </a:cubicBezTo>
                  <a:close/>
                </a:path>
              </a:pathLst>
            </a:custGeom>
            <a:blipFill>
              <a:blip r:embed="rId6"/>
              <a:stretch>
                <a:fillRect l="-23156" t="0" r="-2315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319734" y="7733828"/>
            <a:ext cx="9365700" cy="1706705"/>
          </a:xfrm>
          <a:custGeom>
            <a:avLst/>
            <a:gdLst/>
            <a:ahLst/>
            <a:cxnLst/>
            <a:rect r="r" b="b" t="t" l="l"/>
            <a:pathLst>
              <a:path h="1706705" w="9365700">
                <a:moveTo>
                  <a:pt x="0" y="0"/>
                </a:moveTo>
                <a:lnTo>
                  <a:pt x="9365701" y="0"/>
                </a:lnTo>
                <a:lnTo>
                  <a:pt x="9365701" y="1706705"/>
                </a:lnTo>
                <a:lnTo>
                  <a:pt x="0" y="17067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4885" y="22729052"/>
            <a:ext cx="7679042" cy="1706705"/>
          </a:xfrm>
          <a:custGeom>
            <a:avLst/>
            <a:gdLst/>
            <a:ahLst/>
            <a:cxnLst/>
            <a:rect r="r" b="b" t="t" l="l"/>
            <a:pathLst>
              <a:path h="1706705" w="7679042">
                <a:moveTo>
                  <a:pt x="0" y="0"/>
                </a:moveTo>
                <a:lnTo>
                  <a:pt x="7679041" y="0"/>
                </a:lnTo>
                <a:lnTo>
                  <a:pt x="7679041" y="1706705"/>
                </a:lnTo>
                <a:lnTo>
                  <a:pt x="0" y="17067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4885" y="17039894"/>
            <a:ext cx="7679042" cy="1706705"/>
          </a:xfrm>
          <a:custGeom>
            <a:avLst/>
            <a:gdLst/>
            <a:ahLst/>
            <a:cxnLst/>
            <a:rect r="r" b="b" t="t" l="l"/>
            <a:pathLst>
              <a:path h="1706705" w="7679042">
                <a:moveTo>
                  <a:pt x="0" y="0"/>
                </a:moveTo>
                <a:lnTo>
                  <a:pt x="7679041" y="0"/>
                </a:lnTo>
                <a:lnTo>
                  <a:pt x="7679041" y="1706705"/>
                </a:lnTo>
                <a:lnTo>
                  <a:pt x="0" y="17067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17308" y="24186403"/>
            <a:ext cx="9168127" cy="1706705"/>
          </a:xfrm>
          <a:custGeom>
            <a:avLst/>
            <a:gdLst/>
            <a:ahLst/>
            <a:cxnLst/>
            <a:rect r="r" b="b" t="t" l="l"/>
            <a:pathLst>
              <a:path h="1706705" w="9168127">
                <a:moveTo>
                  <a:pt x="0" y="0"/>
                </a:moveTo>
                <a:lnTo>
                  <a:pt x="9168127" y="0"/>
                </a:lnTo>
                <a:lnTo>
                  <a:pt x="9168127" y="1706706"/>
                </a:lnTo>
                <a:lnTo>
                  <a:pt x="0" y="17067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93058" y="29766312"/>
            <a:ext cx="23314778" cy="1313301"/>
          </a:xfrm>
          <a:custGeom>
            <a:avLst/>
            <a:gdLst/>
            <a:ahLst/>
            <a:cxnLst/>
            <a:rect r="r" b="b" t="t" l="l"/>
            <a:pathLst>
              <a:path h="1313301" w="23314778">
                <a:moveTo>
                  <a:pt x="0" y="0"/>
                </a:moveTo>
                <a:lnTo>
                  <a:pt x="23314778" y="0"/>
                </a:lnTo>
                <a:lnTo>
                  <a:pt x="23314778" y="1313300"/>
                </a:lnTo>
                <a:lnTo>
                  <a:pt x="0" y="13133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5727" y="27110611"/>
            <a:ext cx="6935391" cy="54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2897">
                <a:solidFill>
                  <a:srgbClr val="202021"/>
                </a:solidFill>
                <a:latin typeface="Poppins"/>
                <a:ea typeface="Poppins"/>
                <a:cs typeface="Poppins"/>
                <a:sym typeface="Poppins"/>
              </a:rPr>
              <a:t>{{edu_2_sch</a:t>
            </a:r>
            <a:r>
              <a:rPr lang="en-US" sz="2897">
                <a:solidFill>
                  <a:srgbClr val="202021"/>
                </a:solidFill>
                <a:latin typeface="Poppins"/>
                <a:ea typeface="Poppins"/>
                <a:cs typeface="Poppins"/>
                <a:sym typeface="Poppins"/>
              </a:rPr>
              <a:t>ool}}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0830" y="22977728"/>
            <a:ext cx="5347150" cy="119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8"/>
              </a:lnSpc>
            </a:pPr>
            <a:r>
              <a:rPr lang="en-US" sz="7759" spc="-147">
                <a:solidFill>
                  <a:srgbClr val="000000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Educ</a:t>
            </a:r>
            <a:r>
              <a:rPr lang="en-US" sz="7759" spc="-147">
                <a:solidFill>
                  <a:srgbClr val="000000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545" y="8978177"/>
            <a:ext cx="9389783" cy="69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1"/>
              </a:lnSpc>
            </a:pPr>
            <a:r>
              <a:rPr lang="en-US" sz="35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{{about}}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8505" y="19428520"/>
            <a:ext cx="9389783" cy="22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45438" indent="-515146" lvl="2">
              <a:lnSpc>
                <a:spcPts val="4288"/>
              </a:lnSpc>
              <a:buFont typeface="Arial"/>
              <a:buChar char="⚬"/>
            </a:pPr>
            <a:r>
              <a:rPr lang="en-US" sz="37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{{contact_email}}</a:t>
            </a:r>
          </a:p>
          <a:p>
            <a:pPr algn="l" marL="1545438" indent="-515146" lvl="2">
              <a:lnSpc>
                <a:spcPts val="4288"/>
              </a:lnSpc>
              <a:buFont typeface="Arial"/>
              <a:buChar char="⚬"/>
            </a:pPr>
            <a:r>
              <a:rPr lang="en-US" sz="37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{{contact_location}}</a:t>
            </a:r>
          </a:p>
          <a:p>
            <a:pPr algn="l" marL="1545438" indent="-515146" lvl="2">
              <a:lnSpc>
                <a:spcPts val="4288"/>
              </a:lnSpc>
              <a:buFont typeface="Arial"/>
              <a:buChar char="⚬"/>
            </a:pPr>
            <a:r>
              <a:rPr lang="en-US" sz="37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{{contact_website}}</a:t>
            </a:r>
          </a:p>
          <a:p>
            <a:pPr algn="l" marL="1545438" indent="-515146" lvl="2">
              <a:lnSpc>
                <a:spcPts val="4288"/>
              </a:lnSpc>
              <a:buFont typeface="Arial"/>
              <a:buChar char="⚬"/>
            </a:pPr>
            <a:r>
              <a:rPr lang="en-US" sz="37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{{exp_1_company}}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5727" y="24934981"/>
            <a:ext cx="7683015" cy="54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2897">
                <a:solidFill>
                  <a:srgbClr val="202021"/>
                </a:solidFill>
                <a:latin typeface="Poppins"/>
                <a:ea typeface="Poppins"/>
                <a:cs typeface="Poppins"/>
                <a:sym typeface="Poppins"/>
              </a:rPr>
              <a:t>{{</a:t>
            </a:r>
            <a:r>
              <a:rPr lang="en-US" sz="2897">
                <a:solidFill>
                  <a:srgbClr val="202021"/>
                </a:solidFill>
                <a:latin typeface="Poppins"/>
                <a:ea typeface="Poppins"/>
                <a:cs typeface="Poppins"/>
                <a:sym typeface="Poppins"/>
              </a:rPr>
              <a:t>edu_1_school}}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5742" y="25927626"/>
            <a:ext cx="6965375" cy="53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2814" i="true">
                <a:solidFill>
                  <a:srgbClr val="20202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{{ed</a:t>
            </a:r>
            <a:r>
              <a:rPr lang="en-US" sz="2814" i="true">
                <a:solidFill>
                  <a:srgbClr val="20202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u_1_degree}}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17816" y="26129447"/>
            <a:ext cx="8835876" cy="130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7"/>
              </a:lnSpc>
            </a:pPr>
            <a:r>
              <a:rPr lang="en-US" sz="3197" b="true">
                <a:solidFill>
                  <a:srgbClr val="202021"/>
                </a:solidFill>
                <a:latin typeface="Poppins Bold"/>
                <a:ea typeface="Poppins Bold"/>
                <a:cs typeface="Poppins Bold"/>
                <a:sym typeface="Poppins Bold"/>
              </a:rPr>
              <a:t>Curso de Marketing Digital y Redes Sociales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7816" y="27476806"/>
            <a:ext cx="8835876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914">
                <a:solidFill>
                  <a:srgbClr val="202021"/>
                </a:solidFill>
                <a:latin typeface="Poppins"/>
                <a:ea typeface="Poppins"/>
                <a:cs typeface="Poppins"/>
                <a:sym typeface="Poppins"/>
              </a:rPr>
              <a:t>Alta Pinta, 2018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5432" y="17325923"/>
            <a:ext cx="5137947" cy="1153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1"/>
              </a:lnSpc>
            </a:pPr>
            <a:r>
              <a:rPr lang="en-US" sz="7582">
                <a:solidFill>
                  <a:srgbClr val="000000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Contacto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12058" y="24782812"/>
            <a:ext cx="8357295" cy="14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8"/>
              </a:lnSpc>
            </a:pPr>
            <a:r>
              <a:rPr lang="en-US" sz="5093" spc="-96">
                <a:solidFill>
                  <a:srgbClr val="000000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Cur</a:t>
            </a:r>
            <a:r>
              <a:rPr lang="en-US" sz="5093" spc="-96">
                <a:solidFill>
                  <a:srgbClr val="000000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sos y Certificaciones</a:t>
            </a:r>
          </a:p>
          <a:p>
            <a:pPr algn="ctr">
              <a:lnSpc>
                <a:spcPts val="5908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9709328" y="2575993"/>
            <a:ext cx="11444230" cy="2686274"/>
            <a:chOff x="0" y="0"/>
            <a:chExt cx="15258974" cy="358169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457200"/>
              <a:ext cx="15258974" cy="2200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102"/>
                </a:lnSpc>
              </a:pPr>
              <a:r>
                <a:rPr lang="en-US" sz="8599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{{name}}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945062" y="2149003"/>
              <a:ext cx="11368850" cy="1432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89"/>
                </a:lnSpc>
              </a:pPr>
              <a:r>
                <a:rPr lang="en-US" sz="65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{{title}}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368590" y="7961289"/>
            <a:ext cx="11444230" cy="114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34"/>
              </a:lnSpc>
            </a:pPr>
            <a:r>
              <a:rPr lang="en-US" sz="5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EXPERIENCIA LABORAL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66696" y="9693581"/>
            <a:ext cx="9319967" cy="6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7"/>
              </a:lnSpc>
            </a:pPr>
            <a:r>
              <a:rPr lang="en-US" sz="3360">
                <a:solidFill>
                  <a:srgbClr val="202021"/>
                </a:solidFill>
                <a:latin typeface="Poppins"/>
                <a:ea typeface="Poppins"/>
                <a:cs typeface="Poppins"/>
                <a:sym typeface="Poppins"/>
              </a:rPr>
              <a:t>{{</a:t>
            </a:r>
            <a:r>
              <a:rPr lang="en-US" sz="3360">
                <a:solidFill>
                  <a:srgbClr val="202021"/>
                </a:solidFill>
                <a:latin typeface="Poppins"/>
                <a:ea typeface="Poppins"/>
                <a:cs typeface="Poppins"/>
                <a:sym typeface="Poppins"/>
              </a:rPr>
              <a:t>exp_1_role}}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17308" y="11212871"/>
            <a:ext cx="4409372" cy="121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5"/>
              </a:lnSpc>
            </a:pPr>
            <a:r>
              <a:rPr lang="en-US" sz="3197" i="true">
                <a:solidFill>
                  <a:srgbClr val="20202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{{exp_1_c</a:t>
            </a:r>
            <a:r>
              <a:rPr lang="en-US" sz="3197" i="true">
                <a:solidFill>
                  <a:srgbClr val="20202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ompany}}</a:t>
            </a:r>
          </a:p>
          <a:p>
            <a:pPr algn="l">
              <a:lnSpc>
                <a:spcPts val="482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9961873" y="12156135"/>
            <a:ext cx="11422127" cy="181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42410" indent="-480803" lvl="2">
              <a:lnSpc>
                <a:spcPts val="4599"/>
              </a:lnSpc>
              <a:buFont typeface="Arial"/>
              <a:buChar char="⚬"/>
            </a:pPr>
            <a:r>
              <a:rPr lang="en-US" sz="35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{{exp_1_b1}}</a:t>
            </a:r>
          </a:p>
          <a:p>
            <a:pPr algn="l" marL="1442410" indent="-480803" lvl="2">
              <a:lnSpc>
                <a:spcPts val="4599"/>
              </a:lnSpc>
              <a:buFont typeface="Arial"/>
              <a:buChar char="⚬"/>
            </a:pPr>
            <a:r>
              <a:rPr lang="en-US" sz="35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{{exp_1_b2}}</a:t>
            </a:r>
          </a:p>
          <a:p>
            <a:pPr algn="l" marL="1442185" indent="-480728" lvl="2">
              <a:lnSpc>
                <a:spcPts val="4599"/>
              </a:lnSpc>
              <a:buFont typeface="Arial"/>
              <a:buChar char="⚬"/>
            </a:pPr>
            <a:r>
              <a:rPr lang="en-US" sz="35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{{exp_1_b3}}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31737" y="10146343"/>
            <a:ext cx="6602361" cy="38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97"/>
              </a:lnSpc>
            </a:pPr>
            <a:r>
              <a:rPr lang="en-US" sz="29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{{exp_1_dates}}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99757" y="16696625"/>
            <a:ext cx="9603228" cy="6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7"/>
              </a:lnSpc>
            </a:pPr>
            <a:r>
              <a:rPr lang="en-US" sz="3360">
                <a:solidFill>
                  <a:srgbClr val="202021"/>
                </a:solidFill>
                <a:latin typeface="Poppins"/>
                <a:ea typeface="Poppins"/>
                <a:cs typeface="Poppins"/>
                <a:sym typeface="Poppins"/>
              </a:rPr>
              <a:t>{{</a:t>
            </a:r>
            <a:r>
              <a:rPr lang="en-US" sz="3360">
                <a:solidFill>
                  <a:srgbClr val="202021"/>
                </a:solidFill>
                <a:latin typeface="Poppins"/>
                <a:ea typeface="Poppins"/>
                <a:cs typeface="Poppins"/>
                <a:sym typeface="Poppins"/>
              </a:rPr>
              <a:t>exp_2_role}}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17308" y="18380866"/>
            <a:ext cx="4409372" cy="60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7"/>
              </a:lnSpc>
            </a:pPr>
            <a:r>
              <a:rPr lang="en-US" sz="3197" i="true">
                <a:solidFill>
                  <a:srgbClr val="20202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{{exp_2_c</a:t>
            </a:r>
            <a:r>
              <a:rPr lang="en-US" sz="3197" i="true">
                <a:solidFill>
                  <a:srgbClr val="20202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ompany}}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64760" y="19371370"/>
            <a:ext cx="8933955" cy="181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42410" indent="-480803" lvl="2">
              <a:lnSpc>
                <a:spcPts val="4599"/>
              </a:lnSpc>
              <a:buFont typeface="Arial"/>
              <a:buChar char="⚬"/>
            </a:pPr>
            <a:r>
              <a:rPr lang="en-US" sz="35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{{exp_2_b1}}</a:t>
            </a:r>
          </a:p>
          <a:p>
            <a:pPr algn="l" marL="1442410" indent="-480803" lvl="2">
              <a:lnSpc>
                <a:spcPts val="4599"/>
              </a:lnSpc>
              <a:buFont typeface="Arial"/>
              <a:buChar char="⚬"/>
            </a:pPr>
            <a:r>
              <a:rPr lang="en-US" sz="35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{{exp_2_b2}}</a:t>
            </a:r>
          </a:p>
          <a:p>
            <a:pPr algn="l" marL="1442185" indent="-480728" lvl="2">
              <a:lnSpc>
                <a:spcPts val="4599"/>
              </a:lnSpc>
              <a:buFont typeface="Arial"/>
              <a:buChar char="⚬"/>
            </a:pPr>
            <a:r>
              <a:rPr lang="en-US" sz="35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{{exp_2_b3}}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090705" y="17159165"/>
            <a:ext cx="6073807" cy="37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94"/>
              </a:lnSpc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{{exp_2_dates}}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944406" y="24896881"/>
            <a:ext cx="4848806" cy="58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5"/>
              </a:lnSpc>
            </a:pPr>
            <a:r>
              <a:rPr lang="en-US" sz="2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{{edu_1_years}}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5727" y="28002205"/>
            <a:ext cx="6965375" cy="53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2814" i="true">
                <a:solidFill>
                  <a:srgbClr val="20202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{{ed</a:t>
            </a:r>
            <a:r>
              <a:rPr lang="en-US" sz="2814" i="true">
                <a:solidFill>
                  <a:srgbClr val="20202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u_2_degree}}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033768" y="26963823"/>
            <a:ext cx="4759444" cy="58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5"/>
              </a:lnSpc>
            </a:pPr>
            <a:r>
              <a:rPr lang="en-US" sz="2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{{edu_2_years}}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8311995" y="1043220"/>
            <a:ext cx="1373440" cy="1180348"/>
          </a:xfrm>
          <a:custGeom>
            <a:avLst/>
            <a:gdLst/>
            <a:ahLst/>
            <a:cxnLst/>
            <a:rect r="r" b="b" t="t" l="l"/>
            <a:pathLst>
              <a:path h="1180348" w="1373440">
                <a:moveTo>
                  <a:pt x="0" y="0"/>
                </a:moveTo>
                <a:lnTo>
                  <a:pt x="1373440" y="0"/>
                </a:lnTo>
                <a:lnTo>
                  <a:pt x="1373440" y="1180348"/>
                </a:lnTo>
                <a:lnTo>
                  <a:pt x="0" y="118034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37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69612" t="-214629" r="-10004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DAG82OkUSCI</dc:identifier>
  <dcterms:modified xsi:type="dcterms:W3CDTF">2011-08-01T06:04:30Z</dcterms:modified>
  <cp:revision>1</cp:revision>
  <dc:title>CV_CM_Rosa_PLACEHOLDERS.pptx</dc:title>
</cp:coreProperties>
</file>