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roxima Nova"/>
      <p:regular r:id="rId4"/>
      <p:bold r:id="rId4"/>
    </p:embeddedFont>
    <p:embeddedFont>
      <p:font typeface="Proxima nova"/>
      <p:regular r:id="rId4"/>
    </p:embeddedFont>
    <p:embeddedFont>
      <p:font typeface="Microsoft YaHei"/>
      <p:regular r:id="rId5"/>
    </p:embeddedFont>
    <p:embeddedFont>
      <p:font typeface="The Seasons"/>
      <p:regular r:id="rId6"/>
      <p:bold r:id="rId6"/>
    </p:embeddedFont>
    <p:embeddedFont>
      <p:font typeface="Montserrat Bold"/>
    </p:embeddedFont>
    <p:embeddedFont>
      <p:font typeface="Montserrat"/>
      <p:regular r:id="rId7"/>
      <p:bold r:id="rId7"/>
    </p:embeddedFont>
    <p:embeddedFont>
      <p:font typeface="Proxima Nova Bold"/>
    </p:embeddedFont>
    <p:embeddedFont>
      <p:font typeface="Proxima Nova Italics"/>
    </p:embeddedFont>
    <p:embeddedFont>
      <p:font typeface="Garet"/>
      <p:regular r:id="rId8"/>
      <p:bold r:id="rId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roxima_Nova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The_Seasons_Regular.fntdata"/><Relationship Id="rId7" Type="http://schemas.openxmlformats.org/officeDocument/2006/relationships/font" Target="fonts/Font_4_Montserrat_Regular.fntdata"/><Relationship Id="rId8" Type="http://schemas.openxmlformats.org/officeDocument/2006/relationships/font" Target="fonts/Font_5_Gare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876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8760" cy="393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020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0200" cy="393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6C0661-DD5B-456A-B18B-D54E3D8C0C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EA6607-B564-41A2-AF2B-DD3862A920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0C1EC6-2467-460E-952F-57735AF526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6640" cy="115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0120" cy="584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6640" cy="467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831B5C-8411-40C1-A928-6CD583A604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4880" cy="55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4880" cy="41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4880" cy="79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BFB157-6456-4B4C-9B82-4C72265387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0880" cy="145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717DA2-81F7-4A94-AE05-17AD9A641E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080" cy="45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8F09F9-17D7-40FC-80BE-9B986BB05D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588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840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6F9D682-0834-4DF1-97D3-A61473BCF1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080" cy="45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F47405-27FF-4B22-8663-85C36DF350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0880" cy="13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0880" cy="148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85FA89-D4C9-4833-BE08-A7E8D3F292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6960" cy="45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6960" cy="45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31DBC3-3F12-4AE0-A465-EC17175226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635760" y="7526880"/>
            <a:ext cx="11110320" cy="15480"/>
            <a:chOff x="635760" y="7526880"/>
            <a:chExt cx="11110320" cy="15480"/>
          </a:xfrm>
        </p:grpSpPr>
        <p:sp>
          <p:nvSpPr>
            <p:cNvPr id="60" name="Freeform 3"/>
            <p:cNvSpPr/>
            <p:nvPr/>
          </p:nvSpPr>
          <p:spPr>
            <a:xfrm>
              <a:off x="635760" y="7526880"/>
              <a:ext cx="11110320" cy="15480"/>
            </a:xfrm>
            <a:custGeom>
              <a:avLst/>
              <a:gdLst>
                <a:gd name="textAreaLeft" fmla="*/ 0 w 11110320"/>
                <a:gd name="textAreaRight" fmla="*/ 11121840 w 1111032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14829029" h="35941">
                  <a:moveTo>
                    <a:pt x="0" y="0"/>
                  </a:moveTo>
                  <a:lnTo>
                    <a:pt x="14829029" y="0"/>
                  </a:lnTo>
                  <a:lnTo>
                    <a:pt x="14829029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8"/>
          <p:cNvSpPr/>
          <p:nvPr/>
        </p:nvSpPr>
        <p:spPr>
          <a:xfrm>
            <a:off x="635760" y="7560000"/>
            <a:ext cx="11054520" cy="78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{{exp_1_role}}  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{exp_1_company}} {{exp_1_dates}}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{{exp_1_bullets_block}}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{{exp_2_role}}  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{exp_2_company}} {{exp_2_dates}}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{{exp_2_bullets_block}}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{{exp_3_role}} 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 {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{exp_3_company}} {{exp_3_dates}}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{{exp_3_bullets_block}}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{{exp_4_role}}  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{exp_4_company}} {{exp_4_dates}}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{{exp_4_bullets_block}}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{{exp_5_role}} 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 {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{exp_5_company}} {{exp_5_dates}}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{{exp_5_bullets_block}}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1"/>
          <p:cNvSpPr/>
          <p:nvPr/>
        </p:nvSpPr>
        <p:spPr>
          <a:xfrm>
            <a:off x="649440" y="16386120"/>
            <a:ext cx="12423240" cy="13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68"/>
              </a:lnSpc>
            </a:pPr>
            <a:endParaRPr lang="es-AR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468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4580720" y="540360"/>
            <a:ext cx="4132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2"/>
          <p:cNvSpPr/>
          <p:nvPr/>
        </p:nvSpPr>
        <p:spPr>
          <a:xfrm>
            <a:off x="540360" y="900000"/>
            <a:ext cx="11959920" cy="32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203"/>
              </a:lnSpc>
            </a:pPr>
            <a:r>
              <a:rPr lang="en-US" sz="8500" b="0" u="none" strike="noStrike">
                <a:solidFill>
                  <a:srgbClr val="c0504d"/>
                </a:solidFill>
                <a:effectLst/>
                <a:uFillTx/>
                <a:latin typeface="Proxima nova"/>
                <a:ea typeface="The Seasons"/>
              </a:rPr>
              <a:t>{{name}}</a:t>
            </a:r>
            <a:endParaRPr lang="es-AR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200" b="0" u="none" spc="533" strike="noStrike">
                <a:solidFill>
                  <a:srgbClr val="3d3d3d"/>
                </a:solidFill>
                <a:effectLst/>
                <a:uFillTx/>
                <a:latin typeface="Proxima nova"/>
                <a:ea typeface="The Seasons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095"/>
              </a:lnSpc>
            </a:pPr>
            <a:r>
              <a:rPr lang="en-US" sz="254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Italics"/>
              </a:rPr>
              <a:t>{{about}}</a:t>
            </a:r>
            <a:endParaRPr lang="es-AR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" name="Group 18"/>
          <p:cNvGrpSpPr/>
          <p:nvPr/>
        </p:nvGrpSpPr>
        <p:grpSpPr>
          <a:xfrm>
            <a:off x="13685040" y="7552440"/>
            <a:ext cx="5373360" cy="14040"/>
            <a:chOff x="13685040" y="7552440"/>
            <a:chExt cx="5373360" cy="14040"/>
          </a:xfrm>
        </p:grpSpPr>
        <p:sp>
          <p:nvSpPr>
            <p:cNvPr id="66" name="Freeform 1"/>
            <p:cNvSpPr/>
            <p:nvPr/>
          </p:nvSpPr>
          <p:spPr>
            <a:xfrm>
              <a:off x="13685040" y="7552440"/>
              <a:ext cx="5373360" cy="14040"/>
            </a:xfrm>
            <a:custGeom>
              <a:avLst/>
              <a:gdLst>
                <a:gd name="textAreaLeft" fmla="*/ 0 w 5373360"/>
                <a:gd name="textAreaRight" fmla="*/ 5386680 w 5373360"/>
                <a:gd name="textAreaTop" fmla="*/ 0 h 14040"/>
                <a:gd name="textAreaBottom" fmla="*/ 24480 h 14040"/>
              </a:gdLst>
              <a:ahLst/>
              <a:cxnLst/>
              <a:rect l="textAreaLeft" t="textAreaTop" r="textAreaRight" b="textAreaBottom"/>
              <a:pathLst>
                <a:path w="7182104" h="47879">
                  <a:moveTo>
                    <a:pt x="0" y="0"/>
                  </a:moveTo>
                  <a:lnTo>
                    <a:pt x="7182104" y="0"/>
                  </a:lnTo>
                  <a:lnTo>
                    <a:pt x="7182104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c0504d"/>
            </a:solidFill>
            <a:ln w="648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" name="TextBox 22"/>
          <p:cNvSpPr/>
          <p:nvPr/>
        </p:nvSpPr>
        <p:spPr>
          <a:xfrm>
            <a:off x="13860360" y="7751520"/>
            <a:ext cx="6477120" cy="18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55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{{contact_phone}}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r>
              <a:rPr lang="en-US" sz="255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{{contact_email}}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r>
              <a:rPr lang="en-US" sz="255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{{contact_location}}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r>
              <a:rPr lang="en-US" sz="255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{{licencia}}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3"/>
          <p:cNvSpPr/>
          <p:nvPr/>
        </p:nvSpPr>
        <p:spPr>
          <a:xfrm>
            <a:off x="14478120" y="10166040"/>
            <a:ext cx="646560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3680360" y="9720360"/>
            <a:ext cx="596556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2200" b="1" u="none" strike="noStrike">
                <a:solidFill>
                  <a:srgbClr val="3d3d3d"/>
                </a:solidFill>
                <a:effectLst/>
                <a:uFillTx/>
                <a:latin typeface="Proxima nova"/>
              </a:rPr>
              <a:t>[[SIDEBAR_BLOCK]]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3d3d3d"/>
                </a:solidFill>
                <a:effectLst/>
                <a:uFillTx/>
                <a:latin typeface="Proxima nova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551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 Bold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3000" b="0" u="none" spc="-711" strike="noStrike">
                <a:solidFill>
                  <a:srgbClr val="3d3d3d"/>
                </a:solidFill>
                <a:effectLst/>
                <a:uFillTx/>
                <a:latin typeface="Proxima nova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5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Montserrat Bold"/>
              </a:rPr>
              <a:t>{{body}}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3d3d3d"/>
                </a:solidFill>
                <a:effectLst/>
                <a:uFillTx/>
                <a:latin typeface="Proxima nova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"/>
          <p:cNvSpPr/>
          <p:nvPr/>
        </p:nvSpPr>
        <p:spPr>
          <a:xfrm>
            <a:off x="13680360" y="6861960"/>
            <a:ext cx="37270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CONTACTO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14478120" y="11340360"/>
            <a:ext cx="646560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1"/>
          <p:cNvSpPr/>
          <p:nvPr/>
        </p:nvSpPr>
        <p:spPr>
          <a:xfrm>
            <a:off x="635760" y="6861600"/>
            <a:ext cx="780300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EXPERIENCIA LABORAL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DAG9kcItwbc</dc:identifier>
  <dc:language>es-AR</dc:language>
  <cp:lastModifiedBy/>
  <dcterms:modified xsi:type="dcterms:W3CDTF">2026-03-09T19:59:50Z</dcterms:modified>
  <cp:revision>33</cp:revision>
  <dc:subject/>
  <dc:title>Plantilla_oficial_10.pptx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