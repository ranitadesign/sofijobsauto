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media/image10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</p:embeddedFont>
    <p:embeddedFont>
      <p:font typeface="Montserrat"/>
      <p:regular r:id="rId4"/>
      <p:bold r:id="rId4"/>
    </p:embeddedFont>
    <p:embeddedFont>
      <p:font typeface="Proxima Nova Bold"/>
    </p:embeddedFont>
    <p:embeddedFont>
      <p:font typeface="Monteserrat"/>
    </p:embeddedFont>
    <p:embeddedFont>
      <p:font typeface="Microsoft YaHei"/>
      <p:regular r:id="rId5"/>
    </p:embeddedFont>
    <p:embeddedFont>
      <p:font typeface="Proxima Nova"/>
      <p:regular r:id="rId6"/>
      <p:bold r:id="rId6"/>
    </p:embeddedFont>
    <p:embeddedFont>
      <p:font typeface="Proxima Nova Italics"/>
    </p:embeddedFont>
    <p:embeddedFont>
      <p:font typeface="The Seasons"/>
      <p:regular r:id="rId7"/>
      <p:bold r:id="rId7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Proxima_Nova_Regular.fntdata"/><Relationship Id="rId7" Type="http://schemas.openxmlformats.org/officeDocument/2006/relationships/font" Target="fonts/Font_4_The_Seasons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200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4520" cy="584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4F140BF-10CF-487F-9D30-49F4274AF11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8472BF7-20D6-4704-8A45-714CC2A40B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7000" cy="13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7000" cy="149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9D554C-FA5F-4B11-B2FE-6F7E681F0A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308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692321-869D-4F4A-8143-3C91D8D825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488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488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6320" cy="63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6320" cy="3945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B18B45-7D7C-4D83-8EB2-D65ACABBB0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8E020C-5983-4D1C-AD14-5F6B248943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F7E532-DDBA-4498-8F99-FF2E6BDC24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2760" cy="115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6240" cy="584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2760" cy="4685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AC4FFE-1803-437F-BFF2-34CA207BAE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1000" cy="561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1000" cy="4109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1000" cy="79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4B1D5A-7FA3-4986-9A6C-47C7DACE9A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7000" cy="14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C4C635-8886-46E1-9AF2-BD81AA1C60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4200" cy="1137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4200" cy="4520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597FFE-A1B3-4DFB-A56E-BFE58ED5B0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6440" cy="21600"/>
            <a:chOff x="635760" y="7526880"/>
            <a:chExt cx="11116440" cy="2160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6440" cy="21600"/>
            </a:xfrm>
            <a:custGeom>
              <a:avLst/>
              <a:gdLst>
                <a:gd name="textAreaLeft" fmla="*/ 0 w 11116440"/>
                <a:gd name="textAreaRight" fmla="*/ 11121840 w 11116440"/>
                <a:gd name="textAreaTop" fmla="*/ 0 h 21600"/>
                <a:gd name="textAreaBottom" fmla="*/ 27000 h 2160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35760" y="7920000"/>
            <a:ext cx="11060640" cy="9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{{exp_1_role}}</a:t>
            </a: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{exp_1_company}} ({{exp_1_dates}})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{{exp_2_role}}</a:t>
            </a: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{exp_2_company}} ({{exp_2_dates}})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{{exp_3_role}}</a:t>
            </a: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 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{exp_3_company}} ({{exp_3_dates}})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{{exp_4_role}}</a:t>
            </a: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{exp_4_company}} ({{exp_4_dates}})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Montserrat"/>
                <a:ea typeface="Proxima Nova Bold"/>
              </a:rPr>
              <a:t>{{exp_5_role}}</a:t>
            </a: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 Bold"/>
                <a:ea typeface="Proxima Nova Bold"/>
              </a:rPr>
              <a:t>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 Bold"/>
              </a:rPr>
              <a:t> 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Lato"/>
                <a:ea typeface="Proxima Nova"/>
              </a:rPr>
              <a:t>{exp_5_company}} ({{exp_5_dates}})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{{exp_5_bullets_block}}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737640" y="4532760"/>
            <a:ext cx="11116440" cy="39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095"/>
              </a:lnSpc>
            </a:pPr>
            <a:r>
              <a:rPr lang="en-US" sz="2540" b="0" u="none" strike="noStrike">
                <a:solidFill>
                  <a:srgbClr val="474747"/>
                </a:solidFill>
                <a:effectLst/>
                <a:uFillTx/>
                <a:latin typeface="Lato"/>
                <a:ea typeface="Proxima Nova Italics"/>
              </a:rPr>
              <a:t>{{about}}</a:t>
            </a:r>
            <a:endParaRPr lang="es-AR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11"/>
          <p:cNvSpPr/>
          <p:nvPr/>
        </p:nvSpPr>
        <p:spPr>
          <a:xfrm>
            <a:off x="635760" y="6678720"/>
            <a:ext cx="7810560" cy="71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96"/>
              </a:lnSpc>
            </a:pPr>
            <a:r>
              <a:rPr lang="en-US" sz="4000" b="0" u="none" spc="79" strike="noStrike">
                <a:solidFill>
                  <a:srgbClr val="3d3d3d"/>
                </a:solidFill>
                <a:effectLst/>
                <a:uFillTx/>
                <a:latin typeface="Monteserrat"/>
                <a:ea typeface="Proxima Nova Bold"/>
              </a:rPr>
              <a:t>EXPERIENCIA LABORAL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2"/>
          <p:cNvSpPr/>
          <p:nvPr/>
        </p:nvSpPr>
        <p:spPr>
          <a:xfrm>
            <a:off x="635760" y="360000"/>
            <a:ext cx="10802520" cy="154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Montserrat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635760" y="2880720"/>
            <a:ext cx="13579560" cy="95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523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Lato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Freeform 14"/>
          <p:cNvSpPr/>
          <p:nvPr/>
        </p:nvSpPr>
        <p:spPr>
          <a:xfrm>
            <a:off x="13785120" y="8998200"/>
            <a:ext cx="640800" cy="640800"/>
          </a:xfrm>
          <a:custGeom>
            <a:avLst/>
            <a:gdLst>
              <a:gd name="textAreaLeft" fmla="*/ 0 w 640800"/>
              <a:gd name="textAreaRight" fmla="*/ 646200 w 640800"/>
              <a:gd name="textAreaTop" fmla="*/ 0 h 640800"/>
              <a:gd name="textAreaBottom" fmla="*/ 646200 h 64080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15"/>
          <p:cNvSpPr/>
          <p:nvPr/>
        </p:nvSpPr>
        <p:spPr>
          <a:xfrm>
            <a:off x="13785120" y="11043720"/>
            <a:ext cx="640800" cy="640800"/>
          </a:xfrm>
          <a:custGeom>
            <a:avLst/>
            <a:gdLst>
              <a:gd name="textAreaLeft" fmla="*/ 0 w 640800"/>
              <a:gd name="textAreaRight" fmla="*/ 646200 w 640800"/>
              <a:gd name="textAreaTop" fmla="*/ 0 h 640800"/>
              <a:gd name="textAreaBottom" fmla="*/ 646200 h 64080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16"/>
          <p:cNvSpPr/>
          <p:nvPr/>
        </p:nvSpPr>
        <p:spPr>
          <a:xfrm>
            <a:off x="13785120" y="9966240"/>
            <a:ext cx="640800" cy="640800"/>
          </a:xfrm>
          <a:custGeom>
            <a:avLst/>
            <a:gdLst>
              <a:gd name="textAreaLeft" fmla="*/ 0 w 640800"/>
              <a:gd name="textAreaRight" fmla="*/ 646200 w 640800"/>
              <a:gd name="textAreaTop" fmla="*/ 0 h 640800"/>
              <a:gd name="textAreaBottom" fmla="*/ 646200 h 640800"/>
            </a:gdLst>
            <a:ahLst/>
            <a:cxnLst/>
            <a:rect l="textAreaLeft" t="textAreaTop" r="textAreaRight" b="textAreaBottom"/>
            <a:pathLst>
              <a:path w="646233" h="646233">
                <a:moveTo>
                  <a:pt x="0" y="0"/>
                </a:moveTo>
                <a:lnTo>
                  <a:pt x="646233" y="0"/>
                </a:lnTo>
                <a:lnTo>
                  <a:pt x="646233" y="646233"/>
                </a:lnTo>
                <a:lnTo>
                  <a:pt x="0" y="64623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3785120" y="7589520"/>
            <a:ext cx="3734640" cy="6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468"/>
              </a:lnSpc>
            </a:pPr>
            <a:r>
              <a:rPr lang="en-US" sz="3909" b="0" u="none" spc="77" strike="noStrike">
                <a:solidFill>
                  <a:srgbClr val="3d3d3d"/>
                </a:solidFill>
                <a:effectLst/>
                <a:uFillTx/>
                <a:latin typeface="Monteserrat"/>
                <a:ea typeface="Proxima Nova Bold"/>
              </a:rPr>
              <a:t>CONTACTO</a:t>
            </a:r>
            <a:endParaRPr lang="es-AR" sz="39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0" name="Group 18"/>
          <p:cNvGrpSpPr/>
          <p:nvPr/>
        </p:nvGrpSpPr>
        <p:grpSpPr>
          <a:xfrm>
            <a:off x="13789800" y="8452080"/>
            <a:ext cx="5381280" cy="30600"/>
            <a:chOff x="13789800" y="8452080"/>
            <a:chExt cx="5381280" cy="30600"/>
          </a:xfrm>
        </p:grpSpPr>
        <p:sp>
          <p:nvSpPr>
            <p:cNvPr id="71" name="Freeform 19"/>
            <p:cNvSpPr/>
            <p:nvPr/>
          </p:nvSpPr>
          <p:spPr>
            <a:xfrm>
              <a:off x="13789800" y="8452080"/>
              <a:ext cx="5381280" cy="30600"/>
            </a:xfrm>
            <a:custGeom>
              <a:avLst/>
              <a:gdLst>
                <a:gd name="textAreaLeft" fmla="*/ 0 w 5381280"/>
                <a:gd name="textAreaRight" fmla="*/ 5386680 w 5381280"/>
                <a:gd name="textAreaTop" fmla="*/ 0 h 30600"/>
                <a:gd name="textAreaBottom" fmla="*/ 36000 h 3060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2" name="Freeform 20"/>
          <p:cNvSpPr/>
          <p:nvPr/>
        </p:nvSpPr>
        <p:spPr>
          <a:xfrm>
            <a:off x="13785120" y="12121200"/>
            <a:ext cx="669240" cy="669240"/>
          </a:xfrm>
          <a:custGeom>
            <a:avLst/>
            <a:gdLst>
              <a:gd name="textAreaLeft" fmla="*/ 0 w 669240"/>
              <a:gd name="textAreaRight" fmla="*/ 674640 w 669240"/>
              <a:gd name="textAreaTop" fmla="*/ 0 h 669240"/>
              <a:gd name="textAreaBottom" fmla="*/ 674640 h 669240"/>
            </a:gdLst>
            <a:ahLst/>
            <a:cxnLst/>
            <a:rect l="textAreaLeft" t="textAreaTop" r="textAreaRight" b="textAreaBottom"/>
            <a:pathLst>
              <a:path w="674618" h="674618">
                <a:moveTo>
                  <a:pt x="0" y="0"/>
                </a:moveTo>
                <a:lnTo>
                  <a:pt x="674618" y="0"/>
                </a:lnTo>
                <a:lnTo>
                  <a:pt x="674618" y="674618"/>
                </a:lnTo>
                <a:lnTo>
                  <a:pt x="0" y="67461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21"/>
          <p:cNvSpPr/>
          <p:nvPr/>
        </p:nvSpPr>
        <p:spPr>
          <a:xfrm>
            <a:off x="13891680" y="12285720"/>
            <a:ext cx="428040" cy="339840"/>
          </a:xfrm>
          <a:custGeom>
            <a:avLst/>
            <a:gdLst>
              <a:gd name="textAreaLeft" fmla="*/ 0 w 428040"/>
              <a:gd name="textAreaRight" fmla="*/ 433440 w 428040"/>
              <a:gd name="textAreaTop" fmla="*/ 0 h 339840"/>
              <a:gd name="textAreaBottom" fmla="*/ 345240 h 339840"/>
            </a:gdLst>
            <a:ahLst/>
            <a:cxnLst/>
            <a:rect l="textAreaLeft" t="textAreaTop" r="textAreaRight" b="textAreaBottom"/>
            <a:pathLst>
              <a:path w="433388" h="345138">
                <a:moveTo>
                  <a:pt x="0" y="0"/>
                </a:moveTo>
                <a:lnTo>
                  <a:pt x="433387" y="0"/>
                </a:lnTo>
                <a:lnTo>
                  <a:pt x="433387" y="345138"/>
                </a:lnTo>
                <a:lnTo>
                  <a:pt x="0" y="345138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2"/>
          <p:cNvSpPr/>
          <p:nvPr/>
        </p:nvSpPr>
        <p:spPr>
          <a:xfrm>
            <a:off x="14580000" y="9007200"/>
            <a:ext cx="526356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Lato"/>
                <a:ea typeface="Proxima Nova"/>
              </a:rPr>
              <a:t>+{{contact_phone}}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23"/>
          <p:cNvSpPr/>
          <p:nvPr/>
        </p:nvSpPr>
        <p:spPr>
          <a:xfrm>
            <a:off x="14580000" y="11067840"/>
            <a:ext cx="436032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Lato"/>
                <a:ea typeface="Proxima Nova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24"/>
          <p:cNvSpPr/>
          <p:nvPr/>
        </p:nvSpPr>
        <p:spPr>
          <a:xfrm>
            <a:off x="14580000" y="9979560"/>
            <a:ext cx="436032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Lato"/>
                <a:ea typeface="Proxima Nova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5"/>
          <p:cNvSpPr/>
          <p:nvPr/>
        </p:nvSpPr>
        <p:spPr>
          <a:xfrm>
            <a:off x="14580000" y="12147840"/>
            <a:ext cx="4198320" cy="45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474747"/>
                </a:solidFill>
                <a:effectLst/>
                <a:uFillTx/>
                <a:latin typeface="Lato"/>
                <a:ea typeface="Proxima Nova"/>
              </a:rPr>
              <a:t>Licencia de conducir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41"/>
          <p:cNvSpPr/>
          <p:nvPr/>
        </p:nvSpPr>
        <p:spPr>
          <a:xfrm>
            <a:off x="649440" y="16386120"/>
            <a:ext cx="12429360" cy="13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468"/>
              </a:lnSpc>
            </a:pPr>
            <a:endParaRPr lang="es-AR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468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4580720" y="540360"/>
            <a:ext cx="4138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3826880" y="13484160"/>
            <a:ext cx="597276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3d3d3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8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2026-01-14T15:13:49Z</dcterms:modified>
  <cp:revision>16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