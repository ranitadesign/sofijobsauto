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Carelia"/>
      <p:regular r:id="rId5"/>
      <p:bold r:id="rId5"/>
    </p:embeddedFont>
    <p:embeddedFont>
      <p:font typeface="Poppins"/>
      <p:regular r:id="rId6"/>
      <p:bold r:id="rId6"/>
    </p:embeddedFont>
    <p:embeddedFont>
      <p:font typeface="TT Drugs Bold"/>
    </p:embeddedFont>
    <p:embeddedFont>
      <p:font typeface="Montserrat"/>
      <p:regular r:id="rId7"/>
      <p:bold r:id="rId7"/>
    </p:embeddedFont>
    <p:embeddedFont>
      <p:font typeface="Microsoft YaHei"/>
      <p:regular r:id="rId8"/>
    </p:embeddedFont>
    <p:embeddedFont>
      <p:font typeface="Garet Bold"/>
    </p:embeddedFont>
    <p:embeddedFont>
      <p:font typeface="Garet Italics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Carelia_Regular.fntdata"/><Relationship Id="rId6" Type="http://schemas.openxmlformats.org/officeDocument/2006/relationships/font" Target="fonts/Font_3_Poppins_Regular.fntdata"/><Relationship Id="rId7" Type="http://schemas.openxmlformats.org/officeDocument/2006/relationships/font" Target="fonts/Font_4_Montserrat_Regular.fntdata"/><Relationship Id="rId8" Type="http://schemas.openxmlformats.org/officeDocument/2006/relationships/font" Target="fonts/Font_5_Microsoft_YaHei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2720" cy="55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2720" cy="4101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2720" cy="79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CB8C14-42BC-48BA-AB42-5D7071DA2A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8720" cy="145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64CD31-62C5-407F-A87C-C0AF1B5B3DF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920" cy="451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291A1B-A641-49B5-A574-FD63808B8D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3720" cy="583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240" cy="583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E99C83-E01B-4F24-A9AB-D2A51C1C87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920" cy="451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BB716D-3050-4007-BF8F-87126E315C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8720" cy="134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8720" cy="14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7565E1-C956-44D4-97AA-DD39ADE1BA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4800" cy="451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4800" cy="451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160DAD-1BA9-4657-A93F-25A2983B7B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600" cy="62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600" cy="393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040" cy="62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040" cy="393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987221-61F6-4252-9D91-25B4651FBE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E3397A-DB47-455E-8F5C-788E39C8C8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81D528-3CF9-4D71-B385-94A3C153D7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480" cy="11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796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480" cy="467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FE3981-4A31-42F5-A5FF-12F6468DA8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720" y="720"/>
            <a:ext cx="9166680" cy="30263400"/>
          </a:xfrm>
          <a:prstGeom prst="flowChart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1"/>
          <p:cNvSpPr/>
          <p:nvPr/>
        </p:nvSpPr>
        <p:spPr>
          <a:xfrm>
            <a:off x="9762480" y="4956120"/>
            <a:ext cx="11610720" cy="682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pc="43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[[EXPERIENCE_BLOCK]] 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{{exp_1_role}}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{{exp_1_company}} {{exp_1_dates}}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{{exp_1_bullets_block}}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{{exp_2_role}}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{{exp_2_company}} {{exp_2_dates}}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{{exp_2_bullets_block}}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{{exp_3_role}}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{{exp_3_company}} {{exp_3_dates}}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{{exp_3_bullets_block}}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{{exp_4_role}}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{{exp_4_company}} {{exp_4_dates}}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{{exp_4_bullets_block}}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29"/>
          <p:cNvSpPr/>
          <p:nvPr/>
        </p:nvSpPr>
        <p:spPr>
          <a:xfrm>
            <a:off x="10283760" y="10241280"/>
            <a:ext cx="1093356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04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2"/>
          <p:cNvSpPr/>
          <p:nvPr/>
        </p:nvSpPr>
        <p:spPr>
          <a:xfrm>
            <a:off x="10391040" y="15695280"/>
            <a:ext cx="10013760" cy="13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10"/>
              </a:lnSpc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1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3"/>
          <p:cNvSpPr/>
          <p:nvPr/>
        </p:nvSpPr>
        <p:spPr>
          <a:xfrm>
            <a:off x="10329480" y="19658880"/>
            <a:ext cx="1093356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04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34"/>
          <p:cNvSpPr/>
          <p:nvPr/>
        </p:nvSpPr>
        <p:spPr>
          <a:xfrm>
            <a:off x="10436400" y="20296080"/>
            <a:ext cx="10013760" cy="13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10"/>
              </a:lnSpc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1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980000" y="720000"/>
            <a:ext cx="413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1204200" y="7200000"/>
            <a:ext cx="6336360" cy="107208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Poppins"/>
            </a:endParaRPr>
          </a:p>
        </p:txBody>
      </p:sp>
      <p:sp>
        <p:nvSpPr>
          <p:cNvPr id="67" name="TextBox 13"/>
          <p:cNvSpPr/>
          <p:nvPr/>
        </p:nvSpPr>
        <p:spPr>
          <a:xfrm>
            <a:off x="1024200" y="7416000"/>
            <a:ext cx="66610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INFORMACIÓN DE CONTACTO</a:t>
            </a: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4"/>
          <p:cNvSpPr/>
          <p:nvPr/>
        </p:nvSpPr>
        <p:spPr>
          <a:xfrm>
            <a:off x="1332000" y="8460000"/>
            <a:ext cx="6944400" cy="20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{{contact_location}}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{{contact_phone}}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{{contact_email}}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1305360" y="10795320"/>
            <a:ext cx="6288120" cy="107208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7"/>
          <p:cNvSpPr/>
          <p:nvPr/>
        </p:nvSpPr>
        <p:spPr>
          <a:xfrm>
            <a:off x="1080000" y="10987920"/>
            <a:ext cx="66610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RESUMEN PROFESIONAL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8"/>
          <p:cNvSpPr/>
          <p:nvPr/>
        </p:nvSpPr>
        <p:spPr>
          <a:xfrm>
            <a:off x="1343880" y="12061800"/>
            <a:ext cx="66160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6"/>
          <p:cNvSpPr/>
          <p:nvPr/>
        </p:nvSpPr>
        <p:spPr>
          <a:xfrm>
            <a:off x="2049120" y="10795320"/>
            <a:ext cx="6704280" cy="5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9645840" y="3604320"/>
            <a:ext cx="10690200" cy="107172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2"/>
          <p:cNvSpPr/>
          <p:nvPr/>
        </p:nvSpPr>
        <p:spPr>
          <a:xfrm>
            <a:off x="9363600" y="219600"/>
            <a:ext cx="11696040" cy="17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881"/>
              </a:lnSpc>
            </a:pPr>
            <a:r>
              <a:rPr lang="en-US" sz="9050" b="0" u="none" spc="-207" strike="noStrike">
                <a:solidFill>
                  <a:srgbClr val="c0504d"/>
                </a:solidFill>
                <a:effectLst/>
                <a:uFillTx/>
                <a:latin typeface="Carelia"/>
                <a:ea typeface="Carelia"/>
              </a:rPr>
              <a:t>{{name}}</a:t>
            </a:r>
            <a:endParaRPr lang="es-AR" sz="9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2400" b="0" u="none" spc="227" strike="noStrike">
                <a:solidFill>
                  <a:srgbClr val="000000"/>
                </a:solidFill>
                <a:effectLst/>
                <a:uFillTx/>
                <a:latin typeface="Garet"/>
                <a:ea typeface="TT Drugs Bold"/>
              </a:rPr>
              <a:t>{{title}}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0"/>
          <p:cNvSpPr/>
          <p:nvPr/>
        </p:nvSpPr>
        <p:spPr>
          <a:xfrm>
            <a:off x="10080360" y="3816360"/>
            <a:ext cx="77094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EXPERIENCIA LABORAL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9640080" y="24334200"/>
            <a:ext cx="10690200" cy="107172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9"/>
          <p:cNvSpPr/>
          <p:nvPr/>
        </p:nvSpPr>
        <p:spPr>
          <a:xfrm>
            <a:off x="9892080" y="25725600"/>
            <a:ext cx="10443960" cy="271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{{edu_1_degree}}  {{edu_1_school}}  {{edu_1_years}}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{{edu_2_degree}}  {{edu_2_school}}  {{edu_2_years}}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{{edu_3_degree}}  {{edu_3_school}}  {{edu_3_years}}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5"/>
          <p:cNvSpPr/>
          <p:nvPr/>
        </p:nvSpPr>
        <p:spPr>
          <a:xfrm>
            <a:off x="10116000" y="24588360"/>
            <a:ext cx="9824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FORMACIÓN ACADÉMICA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1080000" y="17210520"/>
            <a:ext cx="7198200" cy="276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 Bold"/>
              </a:rPr>
              <a:t>[[SIDEBAR_BLOCK]]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134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Garet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pc="-300" strike="noStrike">
                <a:solidFill>
                  <a:srgbClr val="543f3f"/>
                </a:solidFill>
                <a:effectLst/>
                <a:uFillTx/>
                <a:latin typeface="Garet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Garet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DAG9kcgXo98</dc:identifier>
  <dc:language>es-AR</dc:language>
  <cp:lastModifiedBy/>
  <dcterms:modified xsi:type="dcterms:W3CDTF">2026-03-05T00:42:23Z</dcterms:modified>
  <cp:revision>39</cp:revision>
  <dc:subject/>
  <dc:title>Plantilla_oficial_8.pptx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