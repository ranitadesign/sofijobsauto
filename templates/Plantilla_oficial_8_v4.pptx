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Garet"/>
      <p:regular r:id="rId4"/>
      <p:bold r:id="rId4"/>
    </p:embeddedFont>
    <p:embeddedFont>
      <p:font typeface="Poppins"/>
      <p:regular r:id="rId5"/>
      <p:bold r:id="rId5"/>
    </p:embeddedFont>
    <p:embeddedFont>
      <p:font typeface="Carelia"/>
      <p:regular r:id="rId6"/>
      <p:bold r:id="rId6"/>
    </p:embeddedFont>
    <p:embeddedFont>
      <p:font typeface="Microsoft YaHei"/>
      <p:regular r:id="rId7"/>
    </p:embeddedFont>
    <p:embeddedFont>
      <p:font typeface="Garet Bold"/>
    </p:embeddedFont>
    <p:embeddedFont>
      <p:font typeface="Montserrat"/>
      <p:regular r:id="rId8"/>
      <p:bold r:id="rId8"/>
    </p:embeddedFont>
    <p:embeddedFont>
      <p:font typeface="TT Drugs Bold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Garet_Regular.fntdata"/><Relationship Id="rId5" Type="http://schemas.openxmlformats.org/officeDocument/2006/relationships/font" Target="fonts/Font_2_Poppins_Regular.fntdata"/><Relationship Id="rId6" Type="http://schemas.openxmlformats.org/officeDocument/2006/relationships/font" Target="fonts/Font_3_Carelia_Regular.fntdata"/><Relationship Id="rId7" Type="http://schemas.openxmlformats.org/officeDocument/2006/relationships/font" Target="fonts/Font_4_Microsoft_YaHei_Regular.fntdata"/><Relationship Id="rId8" Type="http://schemas.openxmlformats.org/officeDocument/2006/relationships/font" Target="fonts/Font_5_Montserrat_Regular.fntdata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4080" cy="583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6600" cy="583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9D88E07-3371-4F30-8406-445873D9D86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280" cy="112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6280" cy="451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4068CA0-E13B-49B8-AB6E-17E408D5B0C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59080" cy="134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59080" cy="14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FE0DD2A-DB99-4F81-BE5C-7AEA52071A4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280" cy="112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5160" cy="451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5160" cy="451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F73D212-0BD0-449D-B73D-970DF4326A2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280" cy="112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26960" cy="62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26960" cy="393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28400" cy="62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28400" cy="393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7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8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C060938-7C50-48BA-8E4F-243AABE4B8E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280" cy="112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C0B1F83-8D7B-4520-BEC5-2C405EFE9D8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5BE5571-3188-4736-828D-99CAC31778C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4840" cy="114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098320" cy="583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4840" cy="467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46E95A1-DDC0-4A7D-899C-C2DED1FCCCF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3080" cy="55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3080" cy="410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3080" cy="79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6139709-E15B-4C7B-A41C-428E8B79E73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59080" cy="14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BA8FB4A-61C6-47F5-BA8A-9E77132FE78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280" cy="112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6280" cy="451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621205A-BAE2-46BB-A2EB-0BC3D2E189F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>
            <a:off x="720" y="720"/>
            <a:ext cx="9167040" cy="30263760"/>
          </a:xfrm>
          <a:prstGeom prst="flowChartProcess">
            <a:avLst/>
          </a:pr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Box 21"/>
          <p:cNvSpPr/>
          <p:nvPr/>
        </p:nvSpPr>
        <p:spPr>
          <a:xfrm>
            <a:off x="9762480" y="4956120"/>
            <a:ext cx="11611080" cy="65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</a:pPr>
            <a:r>
              <a:rPr lang="en-US" sz="2830" b="1" u="none" strike="noStrike">
                <a:solidFill>
                  <a:srgbClr val="000000"/>
                </a:solidFill>
                <a:effectLst/>
                <a:uFillTx/>
                <a:latin typeface="Garet"/>
                <a:ea typeface="Garet"/>
              </a:rPr>
              <a:t>{{exp_1_role}}</a:t>
            </a:r>
            <a:r>
              <a:rPr lang="en-US" sz="2830" b="0" u="none" strike="noStrike">
                <a:solidFill>
                  <a:srgbClr val="000000"/>
                </a:solidFill>
                <a:effectLst/>
                <a:uFillTx/>
                <a:latin typeface="Garet"/>
                <a:ea typeface="Garet"/>
              </a:rPr>
              <a:t>  {{exp_1_company}} {{exp_1_dates}}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</a:pPr>
            <a:r>
              <a:rPr lang="es-AR" sz="2300" b="0" u="none" strike="noStrike">
                <a:solidFill>
                  <a:srgbClr val="000000"/>
                </a:solidFill>
                <a:effectLst/>
                <a:uFillTx/>
                <a:latin typeface="Garet"/>
                <a:ea typeface="Montserrat"/>
              </a:rPr>
              <a:t>{{exp_1_bullets_block}}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"/>
              </a:lnSpc>
              <a:spcBef>
                <a:spcPts val="850"/>
              </a:spcBef>
              <a:spcAft>
                <a:spcPts val="850"/>
              </a:spcAft>
            </a:pP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</a:pPr>
            <a:r>
              <a:rPr lang="en-US" sz="2830" b="1" u="none" strike="noStrike">
                <a:solidFill>
                  <a:srgbClr val="000000"/>
                </a:solidFill>
                <a:effectLst/>
                <a:uFillTx/>
                <a:latin typeface="Garet"/>
                <a:ea typeface="Garet"/>
              </a:rPr>
              <a:t>{{exp_2_role}}</a:t>
            </a:r>
            <a:r>
              <a:rPr lang="en-US" sz="2830" b="0" u="none" strike="noStrike">
                <a:solidFill>
                  <a:srgbClr val="000000"/>
                </a:solidFill>
                <a:effectLst/>
                <a:uFillTx/>
                <a:latin typeface="Garet"/>
                <a:ea typeface="Garet"/>
              </a:rPr>
              <a:t>  {{exp_2_company}} {{exp_2_dates}}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</a:pPr>
            <a:r>
              <a:rPr lang="es-AR" sz="2300" b="0" u="none" strike="noStrike">
                <a:solidFill>
                  <a:srgbClr val="000000"/>
                </a:solidFill>
                <a:effectLst/>
                <a:uFillTx/>
                <a:latin typeface="Garet"/>
                <a:ea typeface="Montserrat"/>
              </a:rPr>
              <a:t>{{exp_2_bullets_block}}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"/>
              </a:lnSpc>
              <a:spcBef>
                <a:spcPts val="850"/>
              </a:spcBef>
              <a:spcAft>
                <a:spcPts val="850"/>
              </a:spcAft>
            </a:pP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</a:pPr>
            <a:r>
              <a:rPr lang="en-US" sz="2830" b="1" u="none" strike="noStrike">
                <a:solidFill>
                  <a:srgbClr val="000000"/>
                </a:solidFill>
                <a:effectLst/>
                <a:uFillTx/>
                <a:latin typeface="Garet"/>
                <a:ea typeface="Garet"/>
              </a:rPr>
              <a:t>{{exp_3_role}}</a:t>
            </a:r>
            <a:r>
              <a:rPr lang="en-US" sz="2830" b="0" u="none" strike="noStrike">
                <a:solidFill>
                  <a:srgbClr val="000000"/>
                </a:solidFill>
                <a:effectLst/>
                <a:uFillTx/>
                <a:latin typeface="Garet"/>
                <a:ea typeface="Garet"/>
              </a:rPr>
              <a:t>  {{exp_3_company}} {{exp_3_dates}}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</a:pPr>
            <a:r>
              <a:rPr lang="es-AR" sz="2300" b="0" u="none" strike="noStrike">
                <a:solidFill>
                  <a:srgbClr val="000000"/>
                </a:solidFill>
                <a:effectLst/>
                <a:uFillTx/>
                <a:latin typeface="Garet"/>
                <a:ea typeface="Montserrat"/>
              </a:rPr>
              <a:t>{{exp_3_bullets_block}}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"/>
              </a:lnSpc>
              <a:spcBef>
                <a:spcPts val="850"/>
              </a:spcBef>
              <a:spcAft>
                <a:spcPts val="850"/>
              </a:spcAft>
            </a:pP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</a:pPr>
            <a:r>
              <a:rPr lang="en-US" sz="2830" b="1" u="none" strike="noStrike">
                <a:solidFill>
                  <a:srgbClr val="000000"/>
                </a:solidFill>
                <a:effectLst/>
                <a:uFillTx/>
                <a:latin typeface="Garet"/>
                <a:ea typeface="Garet"/>
              </a:rPr>
              <a:t>{{exp_4_role}}</a:t>
            </a:r>
            <a:r>
              <a:rPr lang="en-US" sz="2830" b="0" u="none" strike="noStrike">
                <a:solidFill>
                  <a:srgbClr val="000000"/>
                </a:solidFill>
                <a:effectLst/>
                <a:uFillTx/>
                <a:latin typeface="Garet"/>
                <a:ea typeface="Garet"/>
              </a:rPr>
              <a:t>  {{exp_4_company}} {{exp_4_dates}}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</a:pPr>
            <a:r>
              <a:rPr lang="es-AR" sz="2300" b="0" u="none" strike="noStrike">
                <a:solidFill>
                  <a:srgbClr val="000000"/>
                </a:solidFill>
                <a:effectLst/>
                <a:uFillTx/>
                <a:latin typeface="Garet"/>
                <a:ea typeface="Montserrat"/>
              </a:rPr>
              <a:t>{{exp_4_bullets_block}}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</a:pPr>
            <a:endParaRPr lang="es-AR" sz="23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</a:pP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29"/>
          <p:cNvSpPr/>
          <p:nvPr/>
        </p:nvSpPr>
        <p:spPr>
          <a:xfrm>
            <a:off x="10283760" y="10241280"/>
            <a:ext cx="1093392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042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32"/>
          <p:cNvSpPr/>
          <p:nvPr/>
        </p:nvSpPr>
        <p:spPr>
          <a:xfrm>
            <a:off x="10391040" y="15695280"/>
            <a:ext cx="10014120" cy="130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910"/>
              </a:lnSpc>
            </a:pPr>
            <a:endParaRPr lang="es-AR" sz="23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414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3"/>
          <p:cNvSpPr/>
          <p:nvPr/>
        </p:nvSpPr>
        <p:spPr>
          <a:xfrm>
            <a:off x="10329480" y="19658880"/>
            <a:ext cx="1093392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042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34"/>
          <p:cNvSpPr/>
          <p:nvPr/>
        </p:nvSpPr>
        <p:spPr>
          <a:xfrm>
            <a:off x="10436400" y="20296080"/>
            <a:ext cx="10014120" cy="130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910"/>
              </a:lnSpc>
            </a:pPr>
            <a:endParaRPr lang="es-AR" sz="23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414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1980000" y="720000"/>
            <a:ext cx="4131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1204200" y="7200000"/>
            <a:ext cx="6336720" cy="1072440"/>
          </a:xfrm>
          <a:prstGeom prst="roundRect">
            <a:avLst>
              <a:gd name="adj" fmla="val 16667"/>
            </a:avLst>
          </a:prstGeom>
          <a:solidFill>
            <a:srgbClr val="eeeeee">
              <a:alpha val="3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Poppins"/>
            </a:endParaRPr>
          </a:p>
        </p:txBody>
      </p:sp>
      <p:sp>
        <p:nvSpPr>
          <p:cNvPr id="67" name="TextBox 13"/>
          <p:cNvSpPr/>
          <p:nvPr/>
        </p:nvSpPr>
        <p:spPr>
          <a:xfrm>
            <a:off x="1024200" y="7416000"/>
            <a:ext cx="666144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357"/>
              </a:lnSpc>
            </a:pPr>
            <a:r>
              <a:rPr lang="en-US" sz="3100" b="0" u="none" strike="noStrike">
                <a:solidFill>
                  <a:srgbClr val="543f3f"/>
                </a:solidFill>
                <a:effectLst/>
                <a:uFillTx/>
                <a:latin typeface="Garet"/>
                <a:ea typeface="Garet Bold"/>
              </a:rPr>
              <a:t>INFORMACIÓN DE CONTACTO</a:t>
            </a:r>
            <a:endParaRPr lang="es-AR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14"/>
          <p:cNvSpPr/>
          <p:nvPr/>
        </p:nvSpPr>
        <p:spPr>
          <a:xfrm>
            <a:off x="1332000" y="8460000"/>
            <a:ext cx="6944760" cy="20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57"/>
              </a:lnSpc>
            </a:pPr>
            <a:r>
              <a:rPr lang="en-US" sz="2500" b="0" u="none" strike="noStrike">
                <a:solidFill>
                  <a:srgbClr val="543f3f"/>
                </a:solidFill>
                <a:effectLst/>
                <a:uFillTx/>
                <a:latin typeface="Garet"/>
                <a:ea typeface="Garet"/>
              </a:rPr>
              <a:t>{{contact_location}}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167"/>
              </a:lnSpc>
            </a:pPr>
            <a:r>
              <a:rPr lang="en-US" sz="2500" b="0" u="none" strike="noStrike">
                <a:solidFill>
                  <a:srgbClr val="543f3f"/>
                </a:solidFill>
                <a:effectLst/>
                <a:uFillTx/>
                <a:latin typeface="Garet"/>
                <a:ea typeface="Garet"/>
              </a:rPr>
              <a:t>{{contact_phone}}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167"/>
              </a:lnSpc>
            </a:pPr>
            <a:r>
              <a:rPr lang="en-US" sz="2500" b="0" u="none" strike="noStrike">
                <a:solidFill>
                  <a:srgbClr val="543f3f"/>
                </a:solidFill>
                <a:effectLst/>
                <a:uFillTx/>
                <a:latin typeface="Garet"/>
                <a:ea typeface="Garet"/>
              </a:rPr>
              <a:t>{{contact_email}}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167"/>
              </a:lnSpc>
            </a:pPr>
            <a:endParaRPr lang="es-AR" sz="2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1305360" y="10795320"/>
            <a:ext cx="6288480" cy="1072440"/>
          </a:xfrm>
          <a:prstGeom prst="roundRect">
            <a:avLst>
              <a:gd name="adj" fmla="val 16667"/>
            </a:avLst>
          </a:prstGeom>
          <a:solidFill>
            <a:srgbClr val="eeeeee">
              <a:alpha val="3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7"/>
          <p:cNvSpPr/>
          <p:nvPr/>
        </p:nvSpPr>
        <p:spPr>
          <a:xfrm>
            <a:off x="1080000" y="10987920"/>
            <a:ext cx="666144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543f3f"/>
                </a:solidFill>
                <a:effectLst/>
                <a:uFillTx/>
                <a:latin typeface="Garet"/>
                <a:ea typeface="Garet Bold"/>
              </a:rPr>
              <a:t>RESUMEN PROFESIONAL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8"/>
          <p:cNvSpPr/>
          <p:nvPr/>
        </p:nvSpPr>
        <p:spPr>
          <a:xfrm>
            <a:off x="1343880" y="12061800"/>
            <a:ext cx="661644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6"/>
              </a:lnSpc>
            </a:pPr>
            <a:r>
              <a:rPr lang="en-US" sz="2550" b="0" u="none" strike="noStrike">
                <a:solidFill>
                  <a:srgbClr val="543f3f"/>
                </a:solidFill>
                <a:effectLst/>
                <a:uFillTx/>
                <a:latin typeface="Garet"/>
                <a:ea typeface="Garet"/>
              </a:rPr>
              <a:t>{{about}}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6"/>
          <p:cNvSpPr/>
          <p:nvPr/>
        </p:nvSpPr>
        <p:spPr>
          <a:xfrm>
            <a:off x="2049120" y="10795320"/>
            <a:ext cx="670464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9645840" y="3604320"/>
            <a:ext cx="10690560" cy="1072080"/>
          </a:xfrm>
          <a:prstGeom prst="roundRect">
            <a:avLst>
              <a:gd name="adj" fmla="val 16667"/>
            </a:avLst>
          </a:pr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12"/>
          <p:cNvSpPr/>
          <p:nvPr/>
        </p:nvSpPr>
        <p:spPr>
          <a:xfrm>
            <a:off x="9363600" y="219600"/>
            <a:ext cx="11696400" cy="176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8881"/>
              </a:lnSpc>
            </a:pPr>
            <a:r>
              <a:rPr lang="en-US" sz="9050" b="0" u="none" spc="-207" strike="noStrike">
                <a:solidFill>
                  <a:srgbClr val="c0504d"/>
                </a:solidFill>
                <a:effectLst/>
                <a:uFillTx/>
                <a:latin typeface="Carelia"/>
                <a:ea typeface="Carelia"/>
              </a:rPr>
              <a:t>{{name}}</a:t>
            </a:r>
            <a:endParaRPr lang="es-AR" sz="9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980"/>
              </a:lnSpc>
            </a:pPr>
            <a:r>
              <a:rPr lang="en-US" sz="2400" b="0" u="none" spc="227" strike="noStrike">
                <a:solidFill>
                  <a:srgbClr val="000000"/>
                </a:solidFill>
                <a:effectLst/>
                <a:uFillTx/>
                <a:latin typeface="Garet"/>
                <a:ea typeface="TT Drugs Bold"/>
              </a:rPr>
              <a:t>{{title}}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20"/>
          <p:cNvSpPr/>
          <p:nvPr/>
        </p:nvSpPr>
        <p:spPr>
          <a:xfrm>
            <a:off x="10080360" y="3816360"/>
            <a:ext cx="770976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543f3f"/>
                </a:solidFill>
                <a:effectLst/>
                <a:uFillTx/>
                <a:latin typeface="Garet"/>
                <a:ea typeface="Garet Bold"/>
              </a:rPr>
              <a:t>EXPERIENCIA LABORAL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9640080" y="24334200"/>
            <a:ext cx="10690560" cy="1072080"/>
          </a:xfrm>
          <a:prstGeom prst="roundRect">
            <a:avLst>
              <a:gd name="adj" fmla="val 16667"/>
            </a:avLst>
          </a:pr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9"/>
          <p:cNvSpPr/>
          <p:nvPr/>
        </p:nvSpPr>
        <p:spPr>
          <a:xfrm>
            <a:off x="9892080" y="25725600"/>
            <a:ext cx="10444320" cy="271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563"/>
              </a:lnSpc>
              <a:buClr>
                <a:srgbClr val="543f3f"/>
              </a:buClr>
              <a:buSzPct val="45000"/>
              <a:buFont typeface="Wingdings" charset="2"/>
              <a:buChar char=""/>
            </a:pPr>
            <a:r>
              <a:rPr lang="en-US" sz="2550" b="0" u="none" strike="noStrike">
                <a:solidFill>
                  <a:srgbClr val="323232"/>
                </a:solidFill>
                <a:effectLst/>
                <a:uFillTx/>
                <a:latin typeface="Garet"/>
                <a:ea typeface="Garet"/>
              </a:rPr>
              <a:t>{{edu_1_degree}}  {{edu_1_school}}  {{edu_1_years}}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3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543f3f"/>
              </a:buClr>
              <a:buSzPct val="45000"/>
              <a:buFont typeface="Wingdings" charset="2"/>
              <a:buChar char=""/>
            </a:pPr>
            <a:r>
              <a:rPr lang="en-US" sz="2550" b="0" u="none" strike="noStrike">
                <a:solidFill>
                  <a:srgbClr val="323232"/>
                </a:solidFill>
                <a:effectLst/>
                <a:uFillTx/>
                <a:latin typeface="Garet"/>
                <a:ea typeface="Garet"/>
              </a:rPr>
              <a:t>{{edu_2_degree}}  {{edu_2_school}}  {{edu_2_years}}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3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543f3f"/>
              </a:buClr>
              <a:buSzPct val="45000"/>
              <a:buFont typeface="Wingdings" charset="2"/>
              <a:buChar char=""/>
            </a:pPr>
            <a:r>
              <a:rPr lang="en-US" sz="2550" b="0" u="none" strike="noStrike">
                <a:solidFill>
                  <a:srgbClr val="323232"/>
                </a:solidFill>
                <a:effectLst/>
                <a:uFillTx/>
                <a:latin typeface="Garet"/>
                <a:ea typeface="Garet"/>
              </a:rPr>
              <a:t>{{edu_3_degree}}  {{edu_3_school}}  {{edu_3_years}}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6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25"/>
          <p:cNvSpPr/>
          <p:nvPr/>
        </p:nvSpPr>
        <p:spPr>
          <a:xfrm>
            <a:off x="10116000" y="24588360"/>
            <a:ext cx="982440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543f3f"/>
                </a:solidFill>
                <a:effectLst/>
                <a:uFillTx/>
                <a:latin typeface="Garet"/>
                <a:ea typeface="Garet Bold"/>
              </a:rPr>
              <a:t>FORMACIÓN ACADÉMICA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1080000" y="16920000"/>
            <a:ext cx="7198560" cy="233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Garet"/>
              </a:rPr>
              <a:t>{{#sidebar_sections_noedu}}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34"/>
              </a:lnSpc>
            </a:pPr>
            <a:r>
              <a:rPr lang="es-AR" sz="3600" b="0" u="none" strike="noStrike">
                <a:solidFill>
                  <a:srgbClr val="543f3f"/>
                </a:solidFill>
                <a:effectLst/>
                <a:uFillTx/>
                <a:latin typeface="Garet"/>
              </a:rPr>
              <a:t>{{title}}</a:t>
            </a: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1800" b="0" u="none" spc="-300" strike="noStrike">
                <a:solidFill>
                  <a:srgbClr val="543f3f"/>
                </a:solidFill>
                <a:effectLst/>
                <a:uFillTx/>
                <a:latin typeface="Garet"/>
              </a:rPr>
              <a:t>{{line}}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2600" b="0" u="none" strike="noStrike">
                <a:solidFill>
                  <a:srgbClr val="543f3f"/>
                </a:solidFill>
                <a:effectLst/>
                <a:uFillTx/>
                <a:latin typeface="Garet"/>
              </a:rPr>
              <a:t>{{body}}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Garet"/>
              </a:rPr>
              <a:t>{{/sidebar_sections_noedu}}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DAG9kcgXo98</dc:identifier>
  <dc:language>es-AR</dc:language>
  <cp:lastModifiedBy/>
  <dcterms:modified xsi:type="dcterms:W3CDTF">2026-02-17T16:53:36Z</dcterms:modified>
  <cp:revision>38</cp:revision>
  <dc:subject/>
  <dc:title>Plantilla_oficial_8.pptx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