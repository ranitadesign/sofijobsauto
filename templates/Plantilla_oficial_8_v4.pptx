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Lato"/>
    </p:embeddedFont>
    <p:embeddedFont>
      <p:font typeface="Poppins"/>
      <p:regular r:id="rId5"/>
      <p:bold r:id="rId5"/>
    </p:embeddedFont>
    <p:embeddedFont>
      <p:font typeface="Garet Bold"/>
    </p:embeddedFont>
    <p:embeddedFont>
      <p:font typeface="Microsoft YaHei"/>
      <p:regular r:id="rId6"/>
    </p:embeddedFont>
    <p:embeddedFont>
      <p:font typeface="Carelia"/>
      <p:regular r:id="rId7"/>
      <p:bold r:id="rId7"/>
    </p:embeddedFont>
    <p:embeddedFont>
      <p:font typeface="Montserra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Carelia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960" cy="115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44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960" cy="46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0D8107-C002-4C47-A6D3-DFFBD1AAA6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200" cy="5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200" cy="410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200" cy="79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89E3538-937F-416E-BD40-AADE8E660D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200" cy="14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B18D52-5242-46CE-868A-257743E606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012052-4A91-4CD5-9027-D51A94498E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20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72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986080-1EFD-4658-A37E-03F54CC598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A78CC6-E89A-43AF-B521-E707578F72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200" cy="135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200" cy="14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195A81-880C-44E3-A7F6-447E1E4426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9F80AE-8928-44AD-BD5E-47885FF8C9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08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08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52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52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A3F28E-D5FC-4E75-92EF-A895C150DD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C915B8-FA1B-44E6-8215-8FAC153313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C04459-9492-4B6E-97DC-574BA98105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720" y="720"/>
            <a:ext cx="9173160" cy="30269880"/>
          </a:xfrm>
          <a:prstGeom prst="flowChart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1089000" y="7598880"/>
            <a:ext cx="6798960" cy="107784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0080000" y="3594960"/>
            <a:ext cx="10695960" cy="107748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10177200" y="24475680"/>
            <a:ext cx="10695960" cy="107748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4"/>
          <p:cNvSpPr/>
          <p:nvPr/>
        </p:nvSpPr>
        <p:spPr>
          <a:xfrm>
            <a:off x="1043640" y="9240840"/>
            <a:ext cx="701640" cy="701640"/>
          </a:xfrm>
          <a:custGeom>
            <a:avLst/>
            <a:gdLst>
              <a:gd name="textAreaLeft" fmla="*/ 0 w 701640"/>
              <a:gd name="textAreaRight" fmla="*/ 708840 w 701640"/>
              <a:gd name="textAreaTop" fmla="*/ 0 h 701640"/>
              <a:gd name="textAreaBottom" fmla="*/ 708840 h 70164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6"/>
                </a:lnTo>
                <a:lnTo>
                  <a:pt x="0" y="7087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5"/>
          <p:cNvSpPr/>
          <p:nvPr/>
        </p:nvSpPr>
        <p:spPr>
          <a:xfrm>
            <a:off x="1043640" y="10140480"/>
            <a:ext cx="701640" cy="701640"/>
          </a:xfrm>
          <a:custGeom>
            <a:avLst/>
            <a:gdLst>
              <a:gd name="textAreaLeft" fmla="*/ 0 w 701640"/>
              <a:gd name="textAreaRight" fmla="*/ 708840 w 701640"/>
              <a:gd name="textAreaTop" fmla="*/ 0 h 701640"/>
              <a:gd name="textAreaBottom" fmla="*/ 708840 h 70164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5"/>
                </a:lnTo>
                <a:lnTo>
                  <a:pt x="0" y="7087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6"/>
          <p:cNvSpPr/>
          <p:nvPr/>
        </p:nvSpPr>
        <p:spPr>
          <a:xfrm>
            <a:off x="1043640" y="11037960"/>
            <a:ext cx="701640" cy="701640"/>
          </a:xfrm>
          <a:custGeom>
            <a:avLst/>
            <a:gdLst>
              <a:gd name="textAreaLeft" fmla="*/ 0 w 701640"/>
              <a:gd name="textAreaRight" fmla="*/ 708840 w 701640"/>
              <a:gd name="textAreaTop" fmla="*/ 0 h 701640"/>
              <a:gd name="textAreaBottom" fmla="*/ 708840 h 70164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5"/>
                </a:lnTo>
                <a:lnTo>
                  <a:pt x="0" y="7087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2"/>
          <p:cNvSpPr/>
          <p:nvPr/>
        </p:nvSpPr>
        <p:spPr>
          <a:xfrm>
            <a:off x="10176480" y="360000"/>
            <a:ext cx="10118520" cy="11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881"/>
              </a:lnSpc>
            </a:pPr>
            <a:r>
              <a:rPr lang="en-US" sz="9050" b="0" u="none" spc="-207" strike="noStrike">
                <a:solidFill>
                  <a:srgbClr val="c0504d"/>
                </a:solidFill>
                <a:effectLst/>
                <a:uFillTx/>
                <a:latin typeface="Poppins"/>
                <a:ea typeface="Carelia"/>
              </a:rPr>
              <a:t>{{name}}</a:t>
            </a:r>
            <a:endParaRPr lang="es-AR" sz="9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3"/>
          <p:cNvSpPr/>
          <p:nvPr/>
        </p:nvSpPr>
        <p:spPr>
          <a:xfrm>
            <a:off x="1220760" y="7821000"/>
            <a:ext cx="6667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INFORMACIÓN DE CONTACTO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4"/>
          <p:cNvSpPr/>
          <p:nvPr/>
        </p:nvSpPr>
        <p:spPr>
          <a:xfrm>
            <a:off x="2113920" y="9277560"/>
            <a:ext cx="69505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{{contact_location}}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2113920" y="10195200"/>
            <a:ext cx="67107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67"/>
              </a:lnSpc>
            </a:pPr>
            <a:r>
              <a:rPr lang="en-US" sz="298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+{{contact_phone}}</a:t>
            </a: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6"/>
          <p:cNvSpPr/>
          <p:nvPr/>
        </p:nvSpPr>
        <p:spPr>
          <a:xfrm>
            <a:off x="2113920" y="11056320"/>
            <a:ext cx="59940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67"/>
              </a:lnSpc>
            </a:pPr>
            <a:r>
              <a:rPr lang="en-US" sz="298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{{contact_email}}</a:t>
            </a: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090800" y="12318840"/>
            <a:ext cx="6834240" cy="107784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7"/>
          <p:cNvSpPr/>
          <p:nvPr/>
        </p:nvSpPr>
        <p:spPr>
          <a:xfrm>
            <a:off x="1043640" y="12513600"/>
            <a:ext cx="6667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RESUMEN PROFESIONAL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8"/>
          <p:cNvSpPr/>
          <p:nvPr/>
        </p:nvSpPr>
        <p:spPr>
          <a:xfrm>
            <a:off x="1307520" y="13587480"/>
            <a:ext cx="66222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9"/>
          <p:cNvSpPr/>
          <p:nvPr/>
        </p:nvSpPr>
        <p:spPr>
          <a:xfrm>
            <a:off x="10429200" y="25867080"/>
            <a:ext cx="10449720" cy="271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0"/>
          <p:cNvSpPr/>
          <p:nvPr/>
        </p:nvSpPr>
        <p:spPr>
          <a:xfrm>
            <a:off x="10283760" y="3861720"/>
            <a:ext cx="104151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EXPERIENCIA LABORAL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1"/>
          <p:cNvSpPr/>
          <p:nvPr/>
        </p:nvSpPr>
        <p:spPr>
          <a:xfrm>
            <a:off x="10176480" y="5263200"/>
            <a:ext cx="10940040" cy="1097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{{exp_1_role}}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{{exp_1_company}} ({{exp_1_dates}})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{{exp_2_role}}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{{exp_2_company}} ({{exp_2_dates}})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{{exp_3_role}}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{{exp_3_company}} ({{exp_3_dates}})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{{exp_4_role}}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 {{exp_4_company}} ({{exp_4_dates}})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{{exp_4_bullets_block}}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5"/>
          <p:cNvSpPr/>
          <p:nvPr/>
        </p:nvSpPr>
        <p:spPr>
          <a:xfrm>
            <a:off x="10689120" y="24731640"/>
            <a:ext cx="98298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FORMACIÓN ACADÉMICA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9"/>
          <p:cNvSpPr/>
          <p:nvPr/>
        </p:nvSpPr>
        <p:spPr>
          <a:xfrm>
            <a:off x="10283760" y="10241280"/>
            <a:ext cx="1094004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4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2"/>
          <p:cNvSpPr/>
          <p:nvPr/>
        </p:nvSpPr>
        <p:spPr>
          <a:xfrm>
            <a:off x="10391040" y="15695280"/>
            <a:ext cx="10020240" cy="13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10"/>
              </a:lnSpc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1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3"/>
          <p:cNvSpPr/>
          <p:nvPr/>
        </p:nvSpPr>
        <p:spPr>
          <a:xfrm>
            <a:off x="10329480" y="19658880"/>
            <a:ext cx="10940040" cy="5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4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4"/>
          <p:cNvSpPr/>
          <p:nvPr/>
        </p:nvSpPr>
        <p:spPr>
          <a:xfrm>
            <a:off x="10436400" y="20296080"/>
            <a:ext cx="10020240" cy="13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10"/>
              </a:lnSpc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1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0230480" y="2880000"/>
            <a:ext cx="102859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{{title}}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1980000" y="720000"/>
            <a:ext cx="413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080000" y="17598960"/>
            <a:ext cx="5069880" cy="27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DAG9kcgXo98</dc:identifier>
  <dc:language>es-AR</dc:language>
  <cp:lastModifiedBy/>
  <dcterms:modified xsi:type="dcterms:W3CDTF">2026-01-14T15:09:28Z</dcterms:modified>
  <cp:revision>21</cp:revision>
  <dc:subject/>
  <dc:title>Plantilla_oficial_8.pptx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