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</p:embeddedFont>
    <p:embeddedFont>
      <p:font typeface="Proxima nova"/>
      <p:regular r:id="rId4"/>
    </p:embeddedFont>
    <p:embeddedFont>
      <p:font typeface="Microsoft YaHei"/>
    </p:embeddedFont>
    <p:embeddedFont>
      <p:font typeface="Proxima Nova Italics"/>
    </p:embeddedFont>
    <p:embeddedFont>
      <p:font typeface="The Seasons"/>
      <p:regular r:id="rId5"/>
    </p:embeddedFont>
    <p:embeddedFont>
      <p:font typeface="Montserrat Bold"/>
    </p:embeddedFont>
    <p:embeddedFont>
      <p:font typeface="Proxima Nova Bold"/>
    </p:embeddedFont>
    <p:embeddedFont>
      <p:font typeface="Montserrat"/>
      <p:regular r:id="rId6"/>
    </p:embeddedFont>
    <p:embeddedFont>
      <p:font typeface="Garet"/>
      <p:regular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The_Seasons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CF35AE-5C78-414E-9BED-1BDB878E52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73B405-5F33-41A4-870E-DCE13443E1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81A002-3217-4689-AB96-4FF781CD3A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8202D3-9B97-4DC4-89CA-640C3B171F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155FCF-B13D-499D-B66A-F5C77F3F43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AD8629-8812-4200-8715-E4FF2B31E6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F95C55-FCDC-4F79-A4B0-778E828CC59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D727F8-E4EF-4C12-B848-13BAAB8773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4D40BC-48D9-41C7-9C98-5AB71D210B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567792-F492-4F5D-B131-74FA21C08F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3537A5-07A4-4EB1-8143-C7699479B8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09960" cy="15120"/>
            <a:chOff x="635760" y="7526880"/>
            <a:chExt cx="11109960" cy="1512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09960" cy="15120"/>
            </a:xfrm>
            <a:custGeom>
              <a:avLst/>
              <a:gdLst>
                <a:gd name="textAreaLeft" fmla="*/ 0 w 11109960"/>
                <a:gd name="textAreaRight" fmla="*/ 11121840 w 1110996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51240" y="7740000"/>
            <a:ext cx="11943360" cy="64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2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32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2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8"/>
          <p:cNvSpPr/>
          <p:nvPr/>
        </p:nvSpPr>
        <p:spPr>
          <a:xfrm>
            <a:off x="737640" y="14252040"/>
            <a:ext cx="10952280" cy="11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9"/>
          <p:cNvSpPr/>
          <p:nvPr/>
        </p:nvSpPr>
        <p:spPr>
          <a:xfrm>
            <a:off x="737640" y="15186600"/>
            <a:ext cx="12422880" cy="15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53"/>
              </a:lnSpc>
            </a:pPr>
            <a:endParaRPr lang="es-AR" sz="3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95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0"/>
          <p:cNvSpPr/>
          <p:nvPr/>
        </p:nvSpPr>
        <p:spPr>
          <a:xfrm>
            <a:off x="764640" y="20436480"/>
            <a:ext cx="11105280" cy="11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4580720" y="540000"/>
            <a:ext cx="413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18"/>
          <p:cNvGrpSpPr/>
          <p:nvPr/>
        </p:nvGrpSpPr>
        <p:grpSpPr>
          <a:xfrm>
            <a:off x="13685040" y="7552440"/>
            <a:ext cx="5373720" cy="14400"/>
            <a:chOff x="13685040" y="7552440"/>
            <a:chExt cx="5373720" cy="14400"/>
          </a:xfrm>
        </p:grpSpPr>
        <p:sp>
          <p:nvSpPr>
            <p:cNvPr id="67" name="Freeform 1"/>
            <p:cNvSpPr/>
            <p:nvPr/>
          </p:nvSpPr>
          <p:spPr>
            <a:xfrm>
              <a:off x="13685040" y="7552440"/>
              <a:ext cx="5373720" cy="14400"/>
            </a:xfrm>
            <a:custGeom>
              <a:avLst/>
              <a:gdLst>
                <a:gd name="textAreaLeft" fmla="*/ 0 w 5373720"/>
                <a:gd name="textAreaRight" fmla="*/ 5386680 w 5373720"/>
                <a:gd name="textAreaTop" fmla="*/ 0 h 14400"/>
                <a:gd name="textAreaBottom" fmla="*/ 24480 h 1440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2"/>
          <p:cNvSpPr/>
          <p:nvPr/>
        </p:nvSpPr>
        <p:spPr>
          <a:xfrm>
            <a:off x="13860360" y="7751520"/>
            <a:ext cx="593748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14478120" y="10166040"/>
            <a:ext cx="646596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4"/>
          <p:cNvSpPr/>
          <p:nvPr/>
        </p:nvSpPr>
        <p:spPr>
          <a:xfrm>
            <a:off x="14478120" y="9083520"/>
            <a:ext cx="52516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5"/>
          <p:cNvSpPr/>
          <p:nvPr/>
        </p:nvSpPr>
        <p:spPr>
          <a:xfrm>
            <a:off x="14478120" y="10888560"/>
            <a:ext cx="419076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3680360" y="9864360"/>
            <a:ext cx="596592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2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[[SIDEBAR_BLOCK]]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"/>
          <p:cNvSpPr/>
          <p:nvPr/>
        </p:nvSpPr>
        <p:spPr>
          <a:xfrm>
            <a:off x="13680360" y="6861960"/>
            <a:ext cx="37274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14478120" y="11340360"/>
            <a:ext cx="646596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1"/>
          <p:cNvSpPr/>
          <p:nvPr/>
        </p:nvSpPr>
        <p:spPr>
          <a:xfrm>
            <a:off x="635760" y="6861600"/>
            <a:ext cx="780336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2"/>
          <p:cNvSpPr/>
          <p:nvPr/>
        </p:nvSpPr>
        <p:spPr>
          <a:xfrm>
            <a:off x="540360" y="900000"/>
            <a:ext cx="1196028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3d3d3d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2026-03-09T20:00:53Z</dcterms:modified>
  <cp:revision>34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