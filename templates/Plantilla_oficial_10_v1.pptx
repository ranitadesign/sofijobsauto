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"/>
      <p:regular r:id="rId4"/>
    </p:embeddedFont>
    <p:embeddedFont>
      <p:font typeface="The Seasons"/>
      <p:regular r:id="rId5"/>
      <p:bold r:id="rId5"/>
    </p:embeddedFont>
    <p:embeddedFont>
      <p:font typeface="Montserrat"/>
      <p:regular r:id="rId6"/>
      <p:bold r:id="rId6"/>
    </p:embeddedFont>
    <p:embeddedFont>
      <p:font typeface="Microsoft YaHei"/>
      <p:regular r:id="rId7"/>
    </p:embeddedFont>
    <p:embeddedFont>
      <p:font typeface="Proxima Nova Bold"/>
    </p:embeddedFont>
    <p:embeddedFont>
      <p:font typeface="Proxima Nova Italics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The_Seasons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Microsoft_YaHei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80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BDE1E5-D4B9-42B3-BAD6-806AABE63E4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60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12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00D0ED-BD8B-4825-8F0E-DC0ABB2A982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80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2F5A7D-9A39-48A1-B525-C8B929A110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600" cy="135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600" cy="148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C0FD41-ABA0-4F4E-9C94-ADB3844FAA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68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68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CCECAE-ADAE-4161-9945-9FC1613A2F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480" cy="62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480" cy="394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920" cy="62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920" cy="394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F24943-FEF8-4034-AB01-6FD1719D90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460098-30C5-4752-811F-AEAB006560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EB3C0A-C403-447E-860A-AB5C5F09F8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360" cy="115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84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360" cy="468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54468D-703F-4C69-A428-9C7182E662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600" cy="55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600" cy="41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600" cy="79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257756-1DE7-4012-B200-6FB50ACA56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600" cy="145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18E79A-4EEA-408B-961D-D20F03D0F3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11040" cy="16200"/>
            <a:chOff x="635760" y="7526880"/>
            <a:chExt cx="11111040" cy="1620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11040" cy="16200"/>
            </a:xfrm>
            <a:custGeom>
              <a:avLst/>
              <a:gdLst>
                <a:gd name="textAreaLeft" fmla="*/ 0 w 11111040"/>
                <a:gd name="textAreaRight" fmla="*/ 11121840 w 1111104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651240" y="7920000"/>
            <a:ext cx="11944440" cy="591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32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{{exp_1_role}}  </a:t>
            </a:r>
            <a:r>
              <a:rPr lang="en-US" sz="32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2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{exp_1_company}}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8"/>
          <p:cNvSpPr/>
          <p:nvPr/>
        </p:nvSpPr>
        <p:spPr>
          <a:xfrm>
            <a:off x="737640" y="14252040"/>
            <a:ext cx="10953360" cy="11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9"/>
          <p:cNvSpPr/>
          <p:nvPr/>
        </p:nvSpPr>
        <p:spPr>
          <a:xfrm>
            <a:off x="737640" y="15186600"/>
            <a:ext cx="12423960" cy="150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53"/>
              </a:lnSpc>
            </a:pPr>
            <a:endParaRPr lang="es-AR" sz="3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95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0"/>
          <p:cNvSpPr/>
          <p:nvPr/>
        </p:nvSpPr>
        <p:spPr>
          <a:xfrm>
            <a:off x="764640" y="20436480"/>
            <a:ext cx="11106360" cy="11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4580720" y="540000"/>
            <a:ext cx="4132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18"/>
          <p:cNvGrpSpPr/>
          <p:nvPr/>
        </p:nvGrpSpPr>
        <p:grpSpPr>
          <a:xfrm>
            <a:off x="13685040" y="7552440"/>
            <a:ext cx="5374800" cy="15480"/>
            <a:chOff x="13685040" y="7552440"/>
            <a:chExt cx="5374800" cy="15480"/>
          </a:xfrm>
        </p:grpSpPr>
        <p:sp>
          <p:nvSpPr>
            <p:cNvPr id="67" name="Freeform 1"/>
            <p:cNvSpPr/>
            <p:nvPr/>
          </p:nvSpPr>
          <p:spPr>
            <a:xfrm>
              <a:off x="13685040" y="7552440"/>
              <a:ext cx="5374800" cy="15480"/>
            </a:xfrm>
            <a:custGeom>
              <a:avLst/>
              <a:gdLst>
                <a:gd name="textAreaLeft" fmla="*/ 0 w 5374800"/>
                <a:gd name="textAreaRight" fmla="*/ 5386680 w 5374800"/>
                <a:gd name="textAreaTop" fmla="*/ 0 h 15480"/>
                <a:gd name="textAreaBottom" fmla="*/ 24480 h 1548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648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22"/>
          <p:cNvSpPr/>
          <p:nvPr/>
        </p:nvSpPr>
        <p:spPr>
          <a:xfrm>
            <a:off x="13860360" y="7751520"/>
            <a:ext cx="5938560" cy="18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{{contact_phone}}</a:t>
            </a:r>
            <a:endParaRPr lang="es-AR" sz="260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260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260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{{licencia}}</a:t>
            </a:r>
            <a:endParaRPr lang="es-AR" sz="2600" b="0" u="none" strike="noStrike">
              <a:solidFill>
                <a:srgbClr val="3d3d3d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3"/>
          <p:cNvSpPr/>
          <p:nvPr/>
        </p:nvSpPr>
        <p:spPr>
          <a:xfrm>
            <a:off x="14478120" y="10166040"/>
            <a:ext cx="646704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4"/>
          <p:cNvSpPr/>
          <p:nvPr/>
        </p:nvSpPr>
        <p:spPr>
          <a:xfrm>
            <a:off x="14478120" y="9083520"/>
            <a:ext cx="525276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5"/>
          <p:cNvSpPr/>
          <p:nvPr/>
        </p:nvSpPr>
        <p:spPr>
          <a:xfrm>
            <a:off x="14478120" y="10888560"/>
            <a:ext cx="419184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3680360" y="10260360"/>
            <a:ext cx="5967000" cy="345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551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3000" b="0" u="none" spc="-711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"/>
          <p:cNvSpPr/>
          <p:nvPr/>
        </p:nvSpPr>
        <p:spPr>
          <a:xfrm>
            <a:off x="13680360" y="6861960"/>
            <a:ext cx="372852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14478120" y="11340360"/>
            <a:ext cx="6467040" cy="4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1"/>
          <p:cNvSpPr/>
          <p:nvPr/>
        </p:nvSpPr>
        <p:spPr>
          <a:xfrm>
            <a:off x="635760" y="6861600"/>
            <a:ext cx="780444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2"/>
          <p:cNvSpPr/>
          <p:nvPr/>
        </p:nvSpPr>
        <p:spPr>
          <a:xfrm>
            <a:off x="540360" y="900000"/>
            <a:ext cx="11961360" cy="32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Proxima nova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533" strike="noStrike">
                <a:solidFill>
                  <a:srgbClr val="3d3d3d"/>
                </a:solidFill>
                <a:effectLst/>
                <a:uFillTx/>
                <a:latin typeface="Proxima nova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095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Italics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2026-02-14T18:13:43Z</dcterms:modified>
  <cp:revision>31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