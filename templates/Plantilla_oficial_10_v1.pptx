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roxima Nova Bold"/>
    </p:embeddedFont>
    <p:embeddedFont>
      <p:font typeface="Proxima Nova"/>
      <p:regular r:id="rId5"/>
      <p:bold r:id="rId5"/>
    </p:embeddedFont>
    <p:embeddedFont>
      <p:font typeface="Lato"/>
    </p:embeddedFont>
    <p:embeddedFont>
      <p:font typeface="Microsoft YaHei"/>
      <p:regular r:id="rId6"/>
    </p:embeddedFont>
    <p:embeddedFont>
      <p:font typeface="The Seasons"/>
      <p:regular r:id="rId7"/>
      <p:bold r:id="rId7"/>
    </p:embeddedFont>
    <p:embeddedFont>
      <p:font typeface="Montserrat Bold"/>
    </p:embeddedFont>
    <p:embeddedFont>
      <p:font typeface="Proxima Nova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roxima_Nova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he_Seaso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57505D-0B6E-4FE0-B785-35D739525E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105694-11AA-4DC1-86A8-FF4D9519F3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C0B081-86B6-4CD7-9549-ADCECA860E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6892E6-A31F-409D-B989-485A97BB2F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B88CA7-BD14-4DEE-B0C6-A4428056BF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142510-7A6A-47CA-A74A-4A45E597EF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509093-01CF-4F9A-BDE9-141C9DEE96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69B6B0-3ECC-4C5A-93D2-C9A43FA426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011972-DCF9-4373-963D-BC59EB3674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FE8B77-9FE6-4C80-BC89-98C4603DC0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A2DCB0-021A-4B68-BB9E-B466821794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6080" cy="21240"/>
            <a:chOff x="635760" y="7526880"/>
            <a:chExt cx="11116080" cy="2124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6080" cy="21240"/>
            </a:xfrm>
            <a:custGeom>
              <a:avLst/>
              <a:gdLst>
                <a:gd name="textAreaLeft" fmla="*/ 0 w 11116080"/>
                <a:gd name="textAreaRight" fmla="*/ 11121840 w 1111608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469440" y="7920000"/>
            <a:ext cx="11949480" cy="59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3200" b="1" u="none" spc="62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{{exp_1_role}}</a:t>
            </a:r>
            <a:r>
              <a:rPr lang="en-US" sz="3200" b="1" u="none" spc="62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{exp_1_company}} ({{exp_1_dates}})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737640" y="4642560"/>
            <a:ext cx="1111608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1"/>
          <p:cNvSpPr/>
          <p:nvPr/>
        </p:nvSpPr>
        <p:spPr>
          <a:xfrm>
            <a:off x="635760" y="6678720"/>
            <a:ext cx="781020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96"/>
              </a:lnSpc>
            </a:pPr>
            <a:r>
              <a:rPr lang="en-US" sz="4000" b="0" u="none" spc="79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EXPERIENCIA LABORAL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635760" y="180000"/>
            <a:ext cx="10802160" cy="15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72480" y="2844000"/>
            <a:ext cx="13399200" cy="95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523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Lato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4"/>
          <p:cNvSpPr/>
          <p:nvPr/>
        </p:nvSpPr>
        <p:spPr>
          <a:xfrm>
            <a:off x="13785120" y="8998200"/>
            <a:ext cx="640440" cy="640440"/>
          </a:xfrm>
          <a:custGeom>
            <a:avLst/>
            <a:gdLst>
              <a:gd name="textAreaLeft" fmla="*/ 0 w 640440"/>
              <a:gd name="textAreaRight" fmla="*/ 646200 w 640440"/>
              <a:gd name="textAreaTop" fmla="*/ 0 h 640440"/>
              <a:gd name="textAreaBottom" fmla="*/ 646200 h 64044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5"/>
          <p:cNvSpPr/>
          <p:nvPr/>
        </p:nvSpPr>
        <p:spPr>
          <a:xfrm>
            <a:off x="13785120" y="11043720"/>
            <a:ext cx="640440" cy="640440"/>
          </a:xfrm>
          <a:custGeom>
            <a:avLst/>
            <a:gdLst>
              <a:gd name="textAreaLeft" fmla="*/ 0 w 640440"/>
              <a:gd name="textAreaRight" fmla="*/ 646200 w 640440"/>
              <a:gd name="textAreaTop" fmla="*/ 0 h 640440"/>
              <a:gd name="textAreaBottom" fmla="*/ 646200 h 64044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6"/>
          <p:cNvSpPr/>
          <p:nvPr/>
        </p:nvSpPr>
        <p:spPr>
          <a:xfrm>
            <a:off x="13785120" y="9966240"/>
            <a:ext cx="640440" cy="640440"/>
          </a:xfrm>
          <a:custGeom>
            <a:avLst/>
            <a:gdLst>
              <a:gd name="textAreaLeft" fmla="*/ 0 w 640440"/>
              <a:gd name="textAreaRight" fmla="*/ 646200 w 640440"/>
              <a:gd name="textAreaTop" fmla="*/ 0 h 640440"/>
              <a:gd name="textAreaBottom" fmla="*/ 646200 h 64044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3785120" y="7589520"/>
            <a:ext cx="37342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r>
              <a:rPr lang="en-US" sz="3909" b="0" u="none" spc="77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CONTACTO</a:t>
            </a:r>
            <a:endParaRPr lang="es-AR" sz="39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3789800" y="8452080"/>
            <a:ext cx="5380920" cy="30240"/>
            <a:chOff x="13789800" y="8452080"/>
            <a:chExt cx="5380920" cy="30240"/>
          </a:xfrm>
        </p:grpSpPr>
        <p:sp>
          <p:nvSpPr>
            <p:cNvPr id="71" name="Freeform 19"/>
            <p:cNvSpPr/>
            <p:nvPr/>
          </p:nvSpPr>
          <p:spPr>
            <a:xfrm>
              <a:off x="13789800" y="8452080"/>
              <a:ext cx="5380920" cy="30240"/>
            </a:xfrm>
            <a:custGeom>
              <a:avLst/>
              <a:gdLst>
                <a:gd name="textAreaLeft" fmla="*/ 0 w 5380920"/>
                <a:gd name="textAreaRight" fmla="*/ 5386680 w 538092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Freeform 20"/>
          <p:cNvSpPr/>
          <p:nvPr/>
        </p:nvSpPr>
        <p:spPr>
          <a:xfrm>
            <a:off x="13785120" y="12121200"/>
            <a:ext cx="668880" cy="668880"/>
          </a:xfrm>
          <a:custGeom>
            <a:avLst/>
            <a:gdLst>
              <a:gd name="textAreaLeft" fmla="*/ 0 w 668880"/>
              <a:gd name="textAreaRight" fmla="*/ 674640 w 668880"/>
              <a:gd name="textAreaTop" fmla="*/ 0 h 668880"/>
              <a:gd name="textAreaBottom" fmla="*/ 674640 h 668880"/>
            </a:gdLst>
            <a:ahLst/>
            <a:cxnLst/>
            <a:rect l="textAreaLeft" t="textAreaTop" r="textAreaRight" b="textAreaBottom"/>
            <a:pathLst>
              <a:path w="674618" h="674618">
                <a:moveTo>
                  <a:pt x="0" y="0"/>
                </a:moveTo>
                <a:lnTo>
                  <a:pt x="674618" y="0"/>
                </a:lnTo>
                <a:lnTo>
                  <a:pt x="674618" y="674618"/>
                </a:lnTo>
                <a:lnTo>
                  <a:pt x="0" y="67461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1"/>
          <p:cNvSpPr/>
          <p:nvPr/>
        </p:nvSpPr>
        <p:spPr>
          <a:xfrm>
            <a:off x="13891680" y="12285720"/>
            <a:ext cx="427680" cy="339480"/>
          </a:xfrm>
          <a:custGeom>
            <a:avLst/>
            <a:gdLst>
              <a:gd name="textAreaLeft" fmla="*/ 0 w 427680"/>
              <a:gd name="textAreaRight" fmla="*/ 433440 w 427680"/>
              <a:gd name="textAreaTop" fmla="*/ 0 h 339480"/>
              <a:gd name="textAreaBottom" fmla="*/ 345240 h 339480"/>
            </a:gdLst>
            <a:ahLst/>
            <a:cxnLst/>
            <a:rect l="textAreaLeft" t="textAreaTop" r="textAreaRight" b="textAreaBottom"/>
            <a:pathLst>
              <a:path w="433388" h="345138">
                <a:moveTo>
                  <a:pt x="0" y="0"/>
                </a:moveTo>
                <a:lnTo>
                  <a:pt x="433387" y="0"/>
                </a:lnTo>
                <a:lnTo>
                  <a:pt x="433387" y="345138"/>
                </a:lnTo>
                <a:lnTo>
                  <a:pt x="0" y="3451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14582880" y="9010800"/>
            <a:ext cx="4358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+{{contact_phone}}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3"/>
          <p:cNvSpPr/>
          <p:nvPr/>
        </p:nvSpPr>
        <p:spPr>
          <a:xfrm>
            <a:off x="14582880" y="11065680"/>
            <a:ext cx="647316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4"/>
          <p:cNvSpPr/>
          <p:nvPr/>
        </p:nvSpPr>
        <p:spPr>
          <a:xfrm>
            <a:off x="14582880" y="9983160"/>
            <a:ext cx="5258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14582880" y="12147840"/>
            <a:ext cx="419796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Licencia de conducir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8"/>
          <p:cNvSpPr/>
          <p:nvPr/>
        </p:nvSpPr>
        <p:spPr>
          <a:xfrm>
            <a:off x="737640" y="14252040"/>
            <a:ext cx="1095840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9"/>
          <p:cNvSpPr/>
          <p:nvPr/>
        </p:nvSpPr>
        <p:spPr>
          <a:xfrm>
            <a:off x="737640" y="15186600"/>
            <a:ext cx="12429000" cy="15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0"/>
          <p:cNvSpPr/>
          <p:nvPr/>
        </p:nvSpPr>
        <p:spPr>
          <a:xfrm>
            <a:off x="764640" y="20436480"/>
            <a:ext cx="1111140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4580720" y="54000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3826520" y="13484160"/>
            <a:ext cx="59727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2026-01-14T15:12:51Z</dcterms:modified>
  <cp:revision>17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