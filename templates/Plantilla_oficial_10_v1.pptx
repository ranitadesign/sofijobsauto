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roxima nova"/>
    </p:embeddedFont>
    <p:embeddedFont>
      <p:font typeface="Proxima Nova"/>
      <p:regular r:id="rId4"/>
      <p:bold r:id="rId4"/>
    </p:embeddedFont>
    <p:embeddedFont>
      <p:font typeface="Microsoft YaHei"/>
      <p:regular r:id="rId5"/>
    </p:embeddedFont>
    <p:embeddedFont>
      <p:font typeface="Proxima Nova Italics"/>
    </p:embeddedFont>
    <p:embeddedFont>
      <p:font typeface="Montserrat Bold"/>
    </p:embeddedFont>
    <p:embeddedFont>
      <p:font typeface="Proxima Nova Bold"/>
    </p:embeddedFont>
    <p:embeddedFont>
      <p:font typeface="Montserrat"/>
      <p:regular r:id="rId6"/>
      <p:bold r:id="rId6"/>
    </p:embeddedFont>
    <p:embeddedFont>
      <p:font typeface="The Seasons"/>
      <p:regular r:id="rId7"/>
      <p:bold r:id="rId7"/>
    </p:embeddedFont>
    <p:embeddedFont>
      <p:font typeface="Garet"/>
      <p:regular r:id="rId8"/>
      <p:bold r:id="rId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roxima_Nova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font" Target="fonts/Font_4_The_Seasons_Regular.fntdata"/><Relationship Id="rId8" Type="http://schemas.openxmlformats.org/officeDocument/2006/relationships/font" Target="fonts/Font_5_Gare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7000" cy="115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0480" cy="584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7000" cy="468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B5C6A5-C89B-4ACE-9ED7-8B6D6B1DD8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5240" cy="55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5240" cy="410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5240" cy="79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2802DC-A92A-46A4-B5B3-9E7BA81BE1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1240" cy="145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FA8EC5-8EC4-40F2-A797-924A8317AC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440" cy="45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0C69D3-7055-44C7-8859-4DB226E95B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6240" cy="584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8760" cy="584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57D0C8-942A-40F5-A392-D19E5597B4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440" cy="45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06D01E-89EF-4A47-AEC3-EBF8B2B78A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1240" cy="13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1240" cy="148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00C705-2B5A-4D3B-8802-CEEEE74887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7320" cy="45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7320" cy="45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79D3AD-29AF-440B-A63A-39E4590DA9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9120" cy="62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9120" cy="39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0560" cy="62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0560" cy="39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A46206-20BF-429A-8162-B48082C561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1952A0-BF1B-488D-9A17-57902B8B7C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A73E2F-5C25-4E46-9A52-4EAC091063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635760" y="7526880"/>
            <a:ext cx="11110680" cy="15840"/>
            <a:chOff x="635760" y="7526880"/>
            <a:chExt cx="11110680" cy="15840"/>
          </a:xfrm>
        </p:grpSpPr>
        <p:sp>
          <p:nvSpPr>
            <p:cNvPr id="60" name="Freeform 3"/>
            <p:cNvSpPr/>
            <p:nvPr/>
          </p:nvSpPr>
          <p:spPr>
            <a:xfrm>
              <a:off x="635760" y="7526880"/>
              <a:ext cx="11110680" cy="15840"/>
            </a:xfrm>
            <a:custGeom>
              <a:avLst/>
              <a:gdLst>
                <a:gd name="textAreaLeft" fmla="*/ 0 w 11110680"/>
                <a:gd name="textAreaRight" fmla="*/ 11121840 w 11110680"/>
                <a:gd name="textAreaTop" fmla="*/ 0 h 15840"/>
                <a:gd name="textAreaBottom" fmla="*/ 27000 h 15840"/>
              </a:gdLst>
              <a:ahLst/>
              <a:cxnLst/>
              <a:rect l="textAreaLeft" t="textAreaTop" r="textAreaRight" b="textAreaBottom"/>
              <a:pathLst>
                <a:path w="14829029" h="35941">
                  <a:moveTo>
                    <a:pt x="0" y="0"/>
                  </a:moveTo>
                  <a:lnTo>
                    <a:pt x="14829029" y="0"/>
                  </a:lnTo>
                  <a:lnTo>
                    <a:pt x="14829029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8"/>
          <p:cNvSpPr/>
          <p:nvPr/>
        </p:nvSpPr>
        <p:spPr>
          <a:xfrm>
            <a:off x="651240" y="7416000"/>
            <a:ext cx="11944080" cy="64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3200" b="1" u="none" spc="62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{{exp_1_role}}  </a:t>
            </a:r>
            <a:r>
              <a:rPr lang="en-US" sz="3200" b="0" u="none" spc="62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</a:t>
            </a:r>
            <a:r>
              <a:rPr lang="en-US" sz="3200" b="0" u="none" spc="62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{exp_1_company}} {{exp_1_dates}}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Montserrat"/>
              </a:rPr>
              <a:t>{{exp_1_bullets_block}}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38"/>
          <p:cNvSpPr/>
          <p:nvPr/>
        </p:nvSpPr>
        <p:spPr>
          <a:xfrm>
            <a:off x="737640" y="14252040"/>
            <a:ext cx="1095300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405"/>
              </a:lnSpc>
            </a:pPr>
            <a:endParaRPr lang="es-AR" sz="3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40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9"/>
          <p:cNvSpPr/>
          <p:nvPr/>
        </p:nvSpPr>
        <p:spPr>
          <a:xfrm>
            <a:off x="737640" y="15186600"/>
            <a:ext cx="12423600" cy="15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53"/>
              </a:lnSpc>
            </a:pPr>
            <a:endParaRPr lang="es-AR" sz="3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95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0"/>
          <p:cNvSpPr/>
          <p:nvPr/>
        </p:nvSpPr>
        <p:spPr>
          <a:xfrm>
            <a:off x="764640" y="20436480"/>
            <a:ext cx="1110600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405"/>
              </a:lnSpc>
            </a:pPr>
            <a:endParaRPr lang="es-AR" sz="3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40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14580720" y="540000"/>
            <a:ext cx="413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" name="Group 18"/>
          <p:cNvGrpSpPr/>
          <p:nvPr/>
        </p:nvGrpSpPr>
        <p:grpSpPr>
          <a:xfrm>
            <a:off x="13685040" y="7552440"/>
            <a:ext cx="5374440" cy="15120"/>
            <a:chOff x="13685040" y="7552440"/>
            <a:chExt cx="5374440" cy="15120"/>
          </a:xfrm>
        </p:grpSpPr>
        <p:sp>
          <p:nvSpPr>
            <p:cNvPr id="67" name="Freeform 1"/>
            <p:cNvSpPr/>
            <p:nvPr/>
          </p:nvSpPr>
          <p:spPr>
            <a:xfrm>
              <a:off x="13685040" y="7552440"/>
              <a:ext cx="5374440" cy="15120"/>
            </a:xfrm>
            <a:custGeom>
              <a:avLst/>
              <a:gdLst>
                <a:gd name="textAreaLeft" fmla="*/ 0 w 5374440"/>
                <a:gd name="textAreaRight" fmla="*/ 5386680 w 5374440"/>
                <a:gd name="textAreaTop" fmla="*/ 0 h 15120"/>
                <a:gd name="textAreaBottom" fmla="*/ 24480 h 15120"/>
              </a:gdLst>
              <a:ahLst/>
              <a:cxnLst/>
              <a:rect l="textAreaLeft" t="textAreaTop" r="textAreaRight" b="textAreaBottom"/>
              <a:pathLst>
                <a:path w="7182104" h="47879">
                  <a:moveTo>
                    <a:pt x="0" y="0"/>
                  </a:moveTo>
                  <a:lnTo>
                    <a:pt x="7182104" y="0"/>
                  </a:lnTo>
                  <a:lnTo>
                    <a:pt x="7182104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c0504d"/>
            </a:solidFill>
            <a:ln w="648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TextBox 22"/>
          <p:cNvSpPr/>
          <p:nvPr/>
        </p:nvSpPr>
        <p:spPr>
          <a:xfrm>
            <a:off x="13860360" y="7751520"/>
            <a:ext cx="5938200" cy="18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{{contact_phone}}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r>
              <a:rPr lang="en-US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{{contact_email}}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r>
              <a:rPr lang="en-US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{{contact_location}}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r>
              <a:rPr lang="en-US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{{licencia}}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3"/>
          <p:cNvSpPr/>
          <p:nvPr/>
        </p:nvSpPr>
        <p:spPr>
          <a:xfrm>
            <a:off x="14478120" y="10166040"/>
            <a:ext cx="6466680" cy="4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4"/>
          <p:cNvSpPr/>
          <p:nvPr/>
        </p:nvSpPr>
        <p:spPr>
          <a:xfrm>
            <a:off x="14478120" y="9083520"/>
            <a:ext cx="5252400" cy="4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5"/>
          <p:cNvSpPr/>
          <p:nvPr/>
        </p:nvSpPr>
        <p:spPr>
          <a:xfrm>
            <a:off x="14478120" y="10888560"/>
            <a:ext cx="419148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3680360" y="9864360"/>
            <a:ext cx="596664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2200" b="1" u="none" strike="noStrike">
                <a:solidFill>
                  <a:srgbClr val="3d3d3d"/>
                </a:solidFill>
                <a:effectLst/>
                <a:uFillTx/>
                <a:latin typeface="Proxima nova"/>
              </a:rPr>
              <a:t>[[SIDEBAR_BLOCK]]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3d3d3d"/>
                </a:solidFill>
                <a:effectLst/>
                <a:uFillTx/>
                <a:latin typeface="Proxima nova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551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 Bold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3000" b="0" u="none" spc="-711" strike="noStrike">
                <a:solidFill>
                  <a:srgbClr val="3d3d3d"/>
                </a:solidFill>
                <a:effectLst/>
                <a:uFillTx/>
                <a:latin typeface="Proxima nova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Montserrat Bold"/>
              </a:rPr>
              <a:t>{{body}}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3d3d3d"/>
                </a:solidFill>
                <a:effectLst/>
                <a:uFillTx/>
                <a:latin typeface="Proxima nova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"/>
          <p:cNvSpPr/>
          <p:nvPr/>
        </p:nvSpPr>
        <p:spPr>
          <a:xfrm>
            <a:off x="13680360" y="6861960"/>
            <a:ext cx="372816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CONTACTO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14478120" y="11340360"/>
            <a:ext cx="6466680" cy="4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635760" y="6861600"/>
            <a:ext cx="78040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EXPERIENCIA LABORAL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2"/>
          <p:cNvSpPr/>
          <p:nvPr/>
        </p:nvSpPr>
        <p:spPr>
          <a:xfrm>
            <a:off x="540360" y="900000"/>
            <a:ext cx="11961000" cy="32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203"/>
              </a:lnSpc>
            </a:pPr>
            <a:r>
              <a:rPr lang="en-US" sz="8500" b="0" u="none" strike="noStrike">
                <a:solidFill>
                  <a:srgbClr val="c0504d"/>
                </a:solidFill>
                <a:effectLst/>
                <a:uFillTx/>
                <a:latin typeface="Proxima nova"/>
                <a:ea typeface="The Seasons"/>
              </a:rPr>
              <a:t>{{name}}</a:t>
            </a:r>
            <a:endParaRPr lang="es-AR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200" b="0" u="none" spc="533" strike="noStrike">
                <a:solidFill>
                  <a:srgbClr val="3d3d3d"/>
                </a:solidFill>
                <a:effectLst/>
                <a:uFillTx/>
                <a:latin typeface="Proxima nova"/>
                <a:ea typeface="The Seasons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095"/>
              </a:lnSpc>
            </a:pPr>
            <a:r>
              <a:rPr lang="en-US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Italics"/>
              </a:rPr>
              <a:t>{{about}}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DAG9kcItwbc</dc:identifier>
  <dc:language>es-AR</dc:language>
  <cp:lastModifiedBy/>
  <dcterms:modified xsi:type="dcterms:W3CDTF">2026-03-05T15:32:12Z</dcterms:modified>
  <cp:revision>32</cp:revision>
  <dc:subject/>
  <dc:title>Plantilla_oficial_10.pptx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