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oppins"/>
      <p:regular r:id="rId4"/>
    </p:embeddedFont>
    <p:embeddedFont>
      <p:font typeface="Microsoft YaHei"/>
    </p:embeddedFont>
    <p:embeddedFont>
      <p:font typeface="Now Bold"/>
    </p:embeddedFont>
    <p:embeddedFont>
      <p:font typeface="Montserrat"/>
      <p:regular r:id="rId5"/>
    </p:embeddedFont>
    <p:embeddedFont>
      <p:font typeface="Montserrat Bold"/>
    </p:embeddedFont>
    <p:embeddedFont>
      <p:font typeface="Garet Italics"/>
    </p:embeddedFont>
    <p:embeddedFont>
      <p:font typeface="Garet Bold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oppins_Regular.fntdata"/><Relationship Id="rId5" Type="http://schemas.openxmlformats.org/officeDocument/2006/relationships/font" Target="fonts/Font_2_Montserrat_Regular.fntdata"/><Relationship Id="rId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1960" cy="1351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1960" cy="1489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504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3686F2F-8A6D-4865-B198-89CE1222750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160" cy="113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8040" cy="451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8040" cy="451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504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6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B3BE98D-C72F-4D80-A271-1D72461F283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160" cy="113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9840" cy="62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9840" cy="3940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1280" cy="62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1280" cy="3940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6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7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504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8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A0B67ED-C9DC-4B66-A066-8BBE057F830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160" cy="113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504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B184658-640F-4E49-853C-BEE57381ABF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504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F0CB7F2-694D-4FEF-8C76-A268AFA884A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7720" cy="1151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1200" cy="5842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7720" cy="468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504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32AB180-2E1C-4249-83EE-4E3D1DFC41A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5960" cy="556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5960" cy="4104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5960" cy="794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504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0D182B8-FFE3-4B51-BC0D-CB1E6CFBB4B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1960" cy="1459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504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4514AE0-3C03-46B6-971F-3DF426FDEA9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160" cy="113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9160" cy="451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504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59EA311-3F21-47FA-9451-0F7015FD297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6960" cy="584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9480" cy="584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504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5B6F2C6-DD8F-4C4F-B9EC-E449A345F31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9160" cy="1132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9160" cy="451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504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3280" cy="35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11D5E1F-DAB1-4BF2-8D63-EED9A181BE2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Freeform 2"/>
          <p:cNvSpPr/>
          <p:nvPr/>
        </p:nvSpPr>
        <p:spPr>
          <a:xfrm>
            <a:off x="0" y="0"/>
            <a:ext cx="7308720" cy="30268800"/>
          </a:xfrm>
          <a:custGeom>
            <a:avLst/>
            <a:gdLst>
              <a:gd name="textAreaLeft" fmla="*/ 0 w 7308720"/>
              <a:gd name="textAreaRight" fmla="*/ 7319160 w 7308720"/>
              <a:gd name="textAreaTop" fmla="*/ 0 h 30268800"/>
              <a:gd name="textAreaBottom" fmla="*/ 30278880 h 30268800"/>
            </a:gdLst>
            <a:ahLst/>
            <a:cxnLst/>
            <a:rect l="textAreaLeft" t="textAreaTop" r="textAreaRight" b="textAreaBottom"/>
            <a:pathLst>
              <a:path w="7319255" h="30481435">
                <a:moveTo>
                  <a:pt x="0" y="0"/>
                </a:moveTo>
                <a:lnTo>
                  <a:pt x="7319255" y="0"/>
                </a:lnTo>
                <a:lnTo>
                  <a:pt x="7319255" y="30481435"/>
                </a:lnTo>
                <a:lnTo>
                  <a:pt x="0" y="30481435"/>
                </a:lnTo>
                <a:lnTo>
                  <a:pt x="0" y="0"/>
                </a:lnTo>
                <a:close/>
              </a:path>
            </a:pathLst>
          </a:cu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0" name="Group 3"/>
          <p:cNvGrpSpPr/>
          <p:nvPr/>
        </p:nvGrpSpPr>
        <p:grpSpPr>
          <a:xfrm>
            <a:off x="7958520" y="8651520"/>
            <a:ext cx="12510360" cy="20160"/>
            <a:chOff x="7958520" y="8651520"/>
            <a:chExt cx="12510360" cy="20160"/>
          </a:xfrm>
        </p:grpSpPr>
        <p:sp>
          <p:nvSpPr>
            <p:cNvPr id="61" name="Freeform 4"/>
            <p:cNvSpPr/>
            <p:nvPr/>
          </p:nvSpPr>
          <p:spPr>
            <a:xfrm>
              <a:off x="7958520" y="8651520"/>
              <a:ext cx="12510360" cy="20160"/>
            </a:xfrm>
            <a:custGeom>
              <a:avLst/>
              <a:gdLst>
                <a:gd name="textAreaLeft" fmla="*/ 0 w 12510360"/>
                <a:gd name="textAreaRight" fmla="*/ 12520800 w 12510360"/>
                <a:gd name="textAreaTop" fmla="*/ 0 h 20160"/>
                <a:gd name="textAreaBottom" fmla="*/ 30600 h 20160"/>
              </a:gdLst>
              <a:ahLst/>
              <a:cxnLst/>
              <a:rect l="textAreaLeft" t="textAreaTop" r="textAreaRight" b="textAreaBottom"/>
              <a:pathLst>
                <a:path w="16694277" h="40640">
                  <a:moveTo>
                    <a:pt x="16525239" y="0"/>
                  </a:moveTo>
                  <a:lnTo>
                    <a:pt x="0" y="0"/>
                  </a:lnTo>
                  <a:lnTo>
                    <a:pt x="0" y="40640"/>
                  </a:lnTo>
                  <a:lnTo>
                    <a:pt x="16694277" y="40640"/>
                  </a:lnTo>
                  <a:lnTo>
                    <a:pt x="16694277" y="0"/>
                  </a:lnTo>
                  <a:close/>
                </a:path>
              </a:pathLst>
            </a:custGeom>
            <a:solidFill>
              <a:srgbClr val="163853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4400" bIns="-144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2" name="Group 5"/>
          <p:cNvGrpSpPr/>
          <p:nvPr/>
        </p:nvGrpSpPr>
        <p:grpSpPr>
          <a:xfrm>
            <a:off x="8038440" y="8820000"/>
            <a:ext cx="16920" cy="16059960"/>
            <a:chOff x="8038440" y="8820000"/>
            <a:chExt cx="16920" cy="16059960"/>
          </a:xfrm>
        </p:grpSpPr>
        <p:sp>
          <p:nvSpPr>
            <p:cNvPr id="63" name="Freeform 6"/>
            <p:cNvSpPr/>
            <p:nvPr/>
          </p:nvSpPr>
          <p:spPr>
            <a:xfrm rot="5400000">
              <a:off x="16560" y="16841520"/>
              <a:ext cx="16059960" cy="16920"/>
            </a:xfrm>
            <a:custGeom>
              <a:avLst/>
              <a:gdLst>
                <a:gd name="textAreaLeft" fmla="*/ 0 w 16059960"/>
                <a:gd name="textAreaRight" fmla="*/ 16070400 w 16059960"/>
                <a:gd name="textAreaTop" fmla="*/ 0 h 16920"/>
                <a:gd name="textAreaBottom" fmla="*/ 27360 h 16920"/>
              </a:gdLst>
              <a:ahLst/>
              <a:cxnLst/>
              <a:rect l="textAreaLeft" t="textAreaTop" r="textAreaRight" b="textAreaBottom"/>
              <a:pathLst>
                <a:path w="21427312" h="36322">
                  <a:moveTo>
                    <a:pt x="21276056" y="0"/>
                  </a:moveTo>
                  <a:lnTo>
                    <a:pt x="0" y="0"/>
                  </a:lnTo>
                  <a:lnTo>
                    <a:pt x="0" y="36322"/>
                  </a:lnTo>
                  <a:lnTo>
                    <a:pt x="21427312" y="36322"/>
                  </a:lnTo>
                  <a:lnTo>
                    <a:pt x="21427312" y="0"/>
                  </a:lnTo>
                  <a:close/>
                </a:path>
              </a:pathLst>
            </a:custGeom>
            <a:solidFill>
              <a:srgbClr val="163853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7640" bIns="-1764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4" name="TextBox 26"/>
          <p:cNvSpPr/>
          <p:nvPr/>
        </p:nvSpPr>
        <p:spPr>
          <a:xfrm>
            <a:off x="7931520" y="1204560"/>
            <a:ext cx="12581280" cy="174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7645"/>
              </a:lnSpc>
            </a:pPr>
            <a:r>
              <a:rPr lang="en-US" sz="7650" b="1" u="none" strike="noStrike">
                <a:solidFill>
                  <a:srgbClr val="c0504d"/>
                </a:solidFill>
                <a:effectLst/>
                <a:uFillTx/>
                <a:latin typeface="Poppins"/>
                <a:ea typeface="Poppins"/>
              </a:rPr>
              <a:t>{{name}}</a:t>
            </a:r>
            <a:endParaRPr lang="es-AR" sz="7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6092"/>
              </a:lnSpc>
            </a:pPr>
            <a:r>
              <a:rPr lang="en-US" sz="36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{{title}}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28"/>
          <p:cNvSpPr/>
          <p:nvPr/>
        </p:nvSpPr>
        <p:spPr>
          <a:xfrm>
            <a:off x="7958520" y="7719840"/>
            <a:ext cx="12537360" cy="70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542"/>
              </a:lnSpc>
            </a:pPr>
            <a:r>
              <a:rPr lang="en-US" sz="3959" b="1" u="none" spc="468" strike="noStrike">
                <a:solidFill>
                  <a:srgbClr val="c0504d"/>
                </a:solidFill>
                <a:effectLst/>
                <a:uFillTx/>
                <a:latin typeface="Poppins"/>
                <a:ea typeface="Now Bold"/>
              </a:rPr>
              <a:t>EXPERIENCIA LABORAL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6" name="Group 29"/>
          <p:cNvGrpSpPr/>
          <p:nvPr/>
        </p:nvGrpSpPr>
        <p:grpSpPr>
          <a:xfrm>
            <a:off x="8017200" y="4676760"/>
            <a:ext cx="12478680" cy="20160"/>
            <a:chOff x="8017200" y="4676760"/>
            <a:chExt cx="12478680" cy="20160"/>
          </a:xfrm>
        </p:grpSpPr>
        <p:sp>
          <p:nvSpPr>
            <p:cNvPr id="67" name="Freeform 30"/>
            <p:cNvSpPr/>
            <p:nvPr/>
          </p:nvSpPr>
          <p:spPr>
            <a:xfrm>
              <a:off x="8017200" y="4676760"/>
              <a:ext cx="12478680" cy="20160"/>
            </a:xfrm>
            <a:custGeom>
              <a:avLst/>
              <a:gdLst>
                <a:gd name="textAreaLeft" fmla="*/ 0 w 12478680"/>
                <a:gd name="textAreaRight" fmla="*/ 12489120 w 12478680"/>
                <a:gd name="textAreaTop" fmla="*/ 0 h 20160"/>
                <a:gd name="textAreaBottom" fmla="*/ 30600 h 20160"/>
              </a:gdLst>
              <a:ahLst/>
              <a:cxnLst/>
              <a:rect l="textAreaLeft" t="textAreaTop" r="textAreaRight" b="textAreaBottom"/>
              <a:pathLst>
                <a:path w="16652239" h="40640">
                  <a:moveTo>
                    <a:pt x="16483076" y="0"/>
                  </a:moveTo>
                  <a:lnTo>
                    <a:pt x="0" y="0"/>
                  </a:lnTo>
                  <a:lnTo>
                    <a:pt x="0" y="40640"/>
                  </a:lnTo>
                  <a:lnTo>
                    <a:pt x="16652239" y="40640"/>
                  </a:lnTo>
                  <a:lnTo>
                    <a:pt x="16652239" y="0"/>
                  </a:lnTo>
                  <a:close/>
                </a:path>
              </a:pathLst>
            </a:custGeom>
            <a:solidFill>
              <a:srgbClr val="163853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4400" bIns="-144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8" name="TextBox 31"/>
          <p:cNvSpPr/>
          <p:nvPr/>
        </p:nvSpPr>
        <p:spPr>
          <a:xfrm>
            <a:off x="8017200" y="3807000"/>
            <a:ext cx="12478680" cy="70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542"/>
              </a:lnSpc>
            </a:pPr>
            <a:r>
              <a:rPr lang="en-US" sz="3959" b="1" u="none" spc="468" strike="noStrike">
                <a:solidFill>
                  <a:srgbClr val="c0504d"/>
                </a:solidFill>
                <a:effectLst/>
                <a:uFillTx/>
                <a:latin typeface="Poppins"/>
                <a:ea typeface="Now Bold"/>
              </a:rPr>
              <a:t>PERFIL PROFESIONAL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32"/>
          <p:cNvSpPr/>
          <p:nvPr/>
        </p:nvSpPr>
        <p:spPr>
          <a:xfrm>
            <a:off x="8017200" y="4770720"/>
            <a:ext cx="1247868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3169"/>
              </a:lnSpc>
            </a:pPr>
            <a:r>
              <a:rPr lang="en-US" sz="226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{{about}}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36"/>
          <p:cNvSpPr/>
          <p:nvPr/>
        </p:nvSpPr>
        <p:spPr>
          <a:xfrm>
            <a:off x="8641800" y="8951040"/>
            <a:ext cx="11690640" cy="58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657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38"/>
          <p:cNvSpPr/>
          <p:nvPr/>
        </p:nvSpPr>
        <p:spPr>
          <a:xfrm>
            <a:off x="7884000" y="8233560"/>
            <a:ext cx="12258360" cy="781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4229"/>
              </a:lnSpc>
              <a:buClr>
                <a:srgbClr val="163853"/>
              </a:buClr>
              <a:buFont typeface="Wingdings" charset="2"/>
              <a:buChar char=""/>
            </a:pPr>
            <a:r>
              <a:rPr lang="en-US" sz="2200" b="1" u="none" spc="60" strike="noStrike">
                <a:solidFill>
                  <a:srgbClr val="101010"/>
                </a:solidFill>
                <a:effectLst/>
                <a:uFillTx/>
                <a:latin typeface="Poppins"/>
                <a:ea typeface="Garet Italics"/>
              </a:rPr>
              <a:t>  [[EXPERIENCE_BLOCK]]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229"/>
              </a:lnSpc>
              <a:buClr>
                <a:srgbClr val="163853"/>
              </a:buClr>
              <a:buFont typeface="Wingdings" charset="2"/>
              <a:buChar char=""/>
            </a:pPr>
            <a:r>
              <a:rPr lang="en-US" sz="3330" b="1" u="none" spc="60" strike="noStrike">
                <a:solidFill>
                  <a:srgbClr val="101010"/>
                </a:solidFill>
                <a:effectLst/>
                <a:uFillTx/>
                <a:latin typeface="Poppins"/>
                <a:ea typeface="Garet Italics"/>
              </a:rPr>
              <a:t>  {{exp_1_role}}</a:t>
            </a:r>
            <a:r>
              <a:rPr lang="en-US" sz="3330" b="0" u="none" spc="60" strike="noStrike">
                <a:solidFill>
                  <a:srgbClr val="101010"/>
                </a:solidFill>
                <a:effectLst/>
                <a:uFillTx/>
                <a:latin typeface="Poppins"/>
                <a:ea typeface="Garet Italics"/>
              </a:rPr>
              <a:t> </a:t>
            </a:r>
            <a:r>
              <a:rPr lang="en-US" sz="3020" b="0" u="none" spc="68" strike="noStrike">
                <a:solidFill>
                  <a:srgbClr val="101010"/>
                </a:solidFill>
                <a:effectLst/>
                <a:uFillTx/>
                <a:latin typeface="Poppins"/>
                <a:ea typeface="Garet Bold"/>
              </a:rPr>
              <a:t>{{exp_1_company}}</a:t>
            </a:r>
            <a:r>
              <a:rPr lang="en-US" sz="3020" b="0" u="none" spc="60" strike="noStrike">
                <a:solidFill>
                  <a:srgbClr val="101010"/>
                </a:solidFill>
                <a:effectLst/>
                <a:uFillTx/>
                <a:latin typeface="Poppins"/>
                <a:ea typeface="Garet Italics"/>
              </a:rPr>
              <a:t>{{exp_1_dates}}</a:t>
            </a:r>
            <a:endParaRPr lang="es-AR" sz="3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ct val="100000"/>
              </a:lnSpc>
            </a:pPr>
            <a:r>
              <a:rPr lang="es-AR" sz="24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Montserrat"/>
              </a:rPr>
              <a:t>   {{exp_1_bullets_block}}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ct val="100000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229"/>
              </a:lnSpc>
              <a:buClr>
                <a:srgbClr val="163853"/>
              </a:buClr>
              <a:buFont typeface="Wingdings" charset="2"/>
              <a:buChar char=""/>
            </a:pPr>
            <a:r>
              <a:rPr lang="en-US" sz="3330" b="1" u="none" spc="60" strike="noStrike">
                <a:solidFill>
                  <a:srgbClr val="101010"/>
                </a:solidFill>
                <a:effectLst/>
                <a:uFillTx/>
                <a:latin typeface="Poppins"/>
                <a:ea typeface="Garet Italics"/>
              </a:rPr>
              <a:t>  {{exp_2_role}}</a:t>
            </a:r>
            <a:r>
              <a:rPr lang="en-US" sz="3330" b="0" u="none" spc="60" strike="noStrike">
                <a:solidFill>
                  <a:srgbClr val="101010"/>
                </a:solidFill>
                <a:effectLst/>
                <a:uFillTx/>
                <a:latin typeface="Poppins"/>
                <a:ea typeface="Garet Italics"/>
              </a:rPr>
              <a:t> </a:t>
            </a:r>
            <a:r>
              <a:rPr lang="en-US" sz="3020" b="0" u="none" spc="68" strike="noStrike">
                <a:solidFill>
                  <a:srgbClr val="101010"/>
                </a:solidFill>
                <a:effectLst/>
                <a:uFillTx/>
                <a:latin typeface="Poppins"/>
                <a:ea typeface="Garet Bold"/>
              </a:rPr>
              <a:t>{{exp_2_company}}</a:t>
            </a:r>
            <a:r>
              <a:rPr lang="en-US" sz="3020" b="0" u="none" spc="60" strike="noStrike">
                <a:solidFill>
                  <a:srgbClr val="101010"/>
                </a:solidFill>
                <a:effectLst/>
                <a:uFillTx/>
                <a:latin typeface="Poppins"/>
                <a:ea typeface="Garet Italics"/>
              </a:rPr>
              <a:t>{{exp_2_dates}}</a:t>
            </a:r>
            <a:endParaRPr lang="es-AR" sz="3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ct val="100000"/>
              </a:lnSpc>
            </a:pPr>
            <a:r>
              <a:rPr lang="es-AR" sz="24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Montserrat"/>
              </a:rPr>
              <a:t>   {{exp_2_bullets_block}}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ct val="100000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ct val="100000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ct val="100000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4229"/>
              </a:lnSpc>
              <a:buClr>
                <a:srgbClr val="163853"/>
              </a:buClr>
              <a:buFont typeface="Wingdings" charset="2"/>
              <a:buChar char=""/>
            </a:pPr>
            <a:r>
              <a:rPr lang="en-US" sz="3330" b="1" u="none" spc="60" strike="noStrike">
                <a:solidFill>
                  <a:srgbClr val="101010"/>
                </a:solidFill>
                <a:effectLst/>
                <a:uFillTx/>
                <a:latin typeface="Poppins"/>
                <a:ea typeface="Garet Italics"/>
              </a:rPr>
              <a:t>  {{exp_3_role}}</a:t>
            </a:r>
            <a:r>
              <a:rPr lang="en-US" sz="3330" b="0" u="none" spc="60" strike="noStrike">
                <a:solidFill>
                  <a:srgbClr val="101010"/>
                </a:solidFill>
                <a:effectLst/>
                <a:uFillTx/>
                <a:latin typeface="Poppins"/>
                <a:ea typeface="Garet Italics"/>
              </a:rPr>
              <a:t> </a:t>
            </a:r>
            <a:r>
              <a:rPr lang="en-US" sz="3020" b="0" u="none" spc="68" strike="noStrike">
                <a:solidFill>
                  <a:srgbClr val="101010"/>
                </a:solidFill>
                <a:effectLst/>
                <a:uFillTx/>
                <a:latin typeface="Poppins"/>
                <a:ea typeface="Garet Bold"/>
              </a:rPr>
              <a:t>{{exp_3_company}}</a:t>
            </a:r>
            <a:r>
              <a:rPr lang="en-US" sz="3020" b="0" u="none" spc="60" strike="noStrike">
                <a:solidFill>
                  <a:srgbClr val="101010"/>
                </a:solidFill>
                <a:effectLst/>
                <a:uFillTx/>
                <a:latin typeface="Poppins"/>
                <a:ea typeface="Garet Italics"/>
              </a:rPr>
              <a:t>{{exp_3_dates}}</a:t>
            </a:r>
            <a:endParaRPr lang="es-AR" sz="3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ct val="100000"/>
              </a:lnSpc>
            </a:pPr>
            <a:r>
              <a:rPr lang="es-AR" sz="2400" b="0" u="none" strike="noStrike">
                <a:solidFill>
                  <a:srgbClr val="000000"/>
                </a:solidFill>
                <a:effectLst/>
                <a:uFillTx/>
                <a:latin typeface="Poppins"/>
                <a:ea typeface="Montserrat"/>
              </a:rPr>
              <a:t>   {{exp_3_bullets_block}}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ct val="100000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ct val="100000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4657"/>
              </a:lnSpc>
            </a:pPr>
            <a:endParaRPr lang="es-AR" sz="33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5077"/>
              </a:lnSpc>
            </a:pPr>
            <a:endParaRPr lang="es-AR" sz="27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60000" defTabSz="914400">
              <a:lnSpc>
                <a:spcPts val="4683"/>
              </a:lnSpc>
            </a:pPr>
            <a:endParaRPr lang="es-AR" sz="33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39"/>
          <p:cNvSpPr/>
          <p:nvPr/>
        </p:nvSpPr>
        <p:spPr>
          <a:xfrm>
            <a:off x="8641800" y="14878080"/>
            <a:ext cx="11292840" cy="58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683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40"/>
          <p:cNvSpPr/>
          <p:nvPr/>
        </p:nvSpPr>
        <p:spPr>
          <a:xfrm>
            <a:off x="8641800" y="15528240"/>
            <a:ext cx="12702600" cy="53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229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41"/>
          <p:cNvSpPr/>
          <p:nvPr/>
        </p:nvSpPr>
        <p:spPr>
          <a:xfrm>
            <a:off x="8641800" y="16380000"/>
            <a:ext cx="11292840" cy="257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077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42"/>
          <p:cNvSpPr/>
          <p:nvPr/>
        </p:nvSpPr>
        <p:spPr>
          <a:xfrm>
            <a:off x="8670960" y="20838600"/>
            <a:ext cx="11292840" cy="58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683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43"/>
          <p:cNvSpPr/>
          <p:nvPr/>
        </p:nvSpPr>
        <p:spPr>
          <a:xfrm>
            <a:off x="8670960" y="21488760"/>
            <a:ext cx="12763440" cy="53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229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"/>
          <p:cNvSpPr/>
          <p:nvPr/>
        </p:nvSpPr>
        <p:spPr>
          <a:xfrm>
            <a:off x="724680" y="540000"/>
            <a:ext cx="41338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"/>
          <p:cNvSpPr/>
          <p:nvPr/>
        </p:nvSpPr>
        <p:spPr>
          <a:xfrm>
            <a:off x="505440" y="6048000"/>
            <a:ext cx="6332040" cy="465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ts val="4535"/>
              </a:lnSpc>
            </a:pPr>
            <a:r>
              <a:rPr lang="es-AR" sz="21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[[SIDEBAR_BLOCK]]</a:t>
            </a:r>
            <a:endParaRPr lang="es-AR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4535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{{#sidebar_sections_full}}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7937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{{title}}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2268"/>
              </a:lnSpc>
            </a:pPr>
            <a:r>
              <a:rPr lang="es-AR" sz="2000" b="1" u="none" spc="-300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{{line}}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3969"/>
              </a:lnSpc>
            </a:pPr>
            <a:r>
              <a:rPr lang="es-AR" sz="2200" b="0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{{body}}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4535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{{/sidebar_sections_full}}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39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DAG9kLNdTUY</dc:identifier>
  <dc:language>es-AR</dc:language>
  <cp:lastModifiedBy/>
  <dcterms:modified xsi:type="dcterms:W3CDTF">2026-03-05T14:00:43Z</dcterms:modified>
  <cp:revision>30</cp:revision>
  <dc:subject/>
  <dc:title>Plantilla_oficial_7.pptx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