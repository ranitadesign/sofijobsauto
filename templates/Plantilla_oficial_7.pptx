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Garet Bold"/>
    </p:embeddedFont>
    <p:embeddedFont>
      <p:font typeface="Microsoft YaHei"/>
      <p:regular r:id="rId5"/>
    </p:embeddedFont>
    <p:embeddedFont>
      <p:font typeface="Montserrat Bold"/>
    </p:embeddedFont>
    <p:embeddedFont>
      <p:font typeface="Now Bold"/>
    </p:embeddedFont>
    <p:embeddedFont>
      <p:font typeface="Garet Italics"/>
    </p:embeddedFont>
    <p:embeddedFont>
      <p:font typeface="Montserrat"/>
      <p:regular r:id="rId6"/>
      <p:bold r:id="rId6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Montserrat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520" cy="113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A6115E9-85C3-4A4F-9DD3-C9A6D0A455D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16D8757-92BB-4854-A6DF-6D50156E188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8080" cy="1152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1560" cy="584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8080" cy="468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5DD28DC-4B77-4C71-852F-6B89BD2B0A5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6320" cy="55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6320" cy="4104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6320" cy="79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F1F4395-9F47-45CB-8B03-260411A9758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2320" cy="145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28892AB-0C9C-44C8-8B4A-254C17D9826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520" cy="113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9520" cy="451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87EACF6-3201-4AA6-9FAD-4895B7D974F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7320" cy="584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9840" cy="584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F254810-7B76-4F02-80F1-40BD6C101C9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520" cy="113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9520" cy="451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032C5ED-1D89-4B86-89E7-BC4FAAD822D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2320" cy="135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2320" cy="149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E65E19A-C94E-49CF-8396-F77FD17A109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520" cy="113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8400" cy="451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8400" cy="451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2690E5B-8F32-4E6F-BB08-24E209493C4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520" cy="113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0200" cy="62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0200" cy="3941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1640" cy="62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1640" cy="3941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7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8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D3978B9-C5F9-47A2-BCF2-031BC13BBDB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Freeform 2"/>
          <p:cNvSpPr/>
          <p:nvPr/>
        </p:nvSpPr>
        <p:spPr>
          <a:xfrm>
            <a:off x="0" y="0"/>
            <a:ext cx="7309080" cy="30269160"/>
          </a:xfrm>
          <a:custGeom>
            <a:avLst/>
            <a:gdLst>
              <a:gd name="textAreaLeft" fmla="*/ 0 w 7309080"/>
              <a:gd name="textAreaRight" fmla="*/ 7319160 w 7309080"/>
              <a:gd name="textAreaTop" fmla="*/ 0 h 30269160"/>
              <a:gd name="textAreaBottom" fmla="*/ 30278880 h 30269160"/>
            </a:gdLst>
            <a:ahLst/>
            <a:cxnLst/>
            <a:rect l="textAreaLeft" t="textAreaTop" r="textAreaRight" b="textAreaBottom"/>
            <a:pathLst>
              <a:path w="7319255" h="30481435">
                <a:moveTo>
                  <a:pt x="0" y="0"/>
                </a:moveTo>
                <a:lnTo>
                  <a:pt x="7319255" y="0"/>
                </a:lnTo>
                <a:lnTo>
                  <a:pt x="7319255" y="30481435"/>
                </a:lnTo>
                <a:lnTo>
                  <a:pt x="0" y="30481435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0" name="Group 3"/>
          <p:cNvGrpSpPr/>
          <p:nvPr/>
        </p:nvGrpSpPr>
        <p:grpSpPr>
          <a:xfrm>
            <a:off x="7958520" y="8651520"/>
            <a:ext cx="12510720" cy="20520"/>
            <a:chOff x="7958520" y="8651520"/>
            <a:chExt cx="12510720" cy="20520"/>
          </a:xfrm>
        </p:grpSpPr>
        <p:sp>
          <p:nvSpPr>
            <p:cNvPr id="61" name="Freeform 4"/>
            <p:cNvSpPr/>
            <p:nvPr/>
          </p:nvSpPr>
          <p:spPr>
            <a:xfrm>
              <a:off x="7958520" y="8651520"/>
              <a:ext cx="12510720" cy="20520"/>
            </a:xfrm>
            <a:custGeom>
              <a:avLst/>
              <a:gdLst>
                <a:gd name="textAreaLeft" fmla="*/ 0 w 12510720"/>
                <a:gd name="textAreaRight" fmla="*/ 12520800 w 12510720"/>
                <a:gd name="textAreaTop" fmla="*/ 0 h 20520"/>
                <a:gd name="textAreaBottom" fmla="*/ 30600 h 20520"/>
              </a:gdLst>
              <a:ahLst/>
              <a:cxnLst/>
              <a:rect l="textAreaLeft" t="textAreaTop" r="textAreaRight" b="textAreaBottom"/>
              <a:pathLst>
                <a:path w="16694277" h="40640">
                  <a:moveTo>
                    <a:pt x="16525239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94277" y="40640"/>
                  </a:lnTo>
                  <a:lnTo>
                    <a:pt x="16694277" y="0"/>
                  </a:lnTo>
                  <a:close/>
                </a:path>
              </a:pathLst>
            </a:custGeom>
            <a:solidFill>
              <a:srgbClr val="163853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2" name="Group 5"/>
          <p:cNvGrpSpPr/>
          <p:nvPr/>
        </p:nvGrpSpPr>
        <p:grpSpPr>
          <a:xfrm>
            <a:off x="8038440" y="8820000"/>
            <a:ext cx="17280" cy="16060320"/>
            <a:chOff x="8038440" y="8820000"/>
            <a:chExt cx="17280" cy="16060320"/>
          </a:xfrm>
        </p:grpSpPr>
        <p:sp>
          <p:nvSpPr>
            <p:cNvPr id="63" name="Freeform 6"/>
            <p:cNvSpPr/>
            <p:nvPr/>
          </p:nvSpPr>
          <p:spPr>
            <a:xfrm rot="5400000">
              <a:off x="16560" y="16841520"/>
              <a:ext cx="16060320" cy="17280"/>
            </a:xfrm>
            <a:custGeom>
              <a:avLst/>
              <a:gdLst>
                <a:gd name="textAreaLeft" fmla="*/ 0 w 16060320"/>
                <a:gd name="textAreaRight" fmla="*/ 16070400 w 16060320"/>
                <a:gd name="textAreaTop" fmla="*/ 0 h 17280"/>
                <a:gd name="textAreaBottom" fmla="*/ 27360 h 17280"/>
              </a:gdLst>
              <a:ahLst/>
              <a:cxnLst/>
              <a:rect l="textAreaLeft" t="textAreaTop" r="textAreaRight" b="textAreaBottom"/>
              <a:pathLst>
                <a:path w="21427312" h="36322">
                  <a:moveTo>
                    <a:pt x="21276056" y="0"/>
                  </a:moveTo>
                  <a:lnTo>
                    <a:pt x="0" y="0"/>
                  </a:lnTo>
                  <a:lnTo>
                    <a:pt x="0" y="36322"/>
                  </a:lnTo>
                  <a:lnTo>
                    <a:pt x="21427312" y="36322"/>
                  </a:lnTo>
                  <a:lnTo>
                    <a:pt x="21427312" y="0"/>
                  </a:lnTo>
                  <a:close/>
                </a:path>
              </a:pathLst>
            </a:custGeom>
            <a:solidFill>
              <a:srgbClr val="163853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7640" bIns="-17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4" name="TextBox 26"/>
          <p:cNvSpPr/>
          <p:nvPr/>
        </p:nvSpPr>
        <p:spPr>
          <a:xfrm>
            <a:off x="7931520" y="1204560"/>
            <a:ext cx="12581640" cy="174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7645"/>
              </a:lnSpc>
            </a:pPr>
            <a:r>
              <a:rPr lang="en-US" sz="7650" b="1" u="none" strike="noStrike">
                <a:solidFill>
                  <a:srgbClr val="c0504d"/>
                </a:solidFill>
                <a:effectLst/>
                <a:uFillTx/>
                <a:latin typeface="Poppins"/>
                <a:ea typeface="Poppins"/>
              </a:rPr>
              <a:t>{{name}}</a:t>
            </a:r>
            <a:endParaRPr lang="es-AR" sz="7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6092"/>
              </a:lnSpc>
            </a:pPr>
            <a:r>
              <a:rPr lang="en-US" sz="3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28"/>
          <p:cNvSpPr/>
          <p:nvPr/>
        </p:nvSpPr>
        <p:spPr>
          <a:xfrm>
            <a:off x="7958520" y="7719840"/>
            <a:ext cx="12537720" cy="70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2"/>
              </a:lnSpc>
            </a:pPr>
            <a:r>
              <a:rPr lang="en-US" sz="3959" b="1" u="none" spc="468" strike="noStrike">
                <a:solidFill>
                  <a:srgbClr val="c0504d"/>
                </a:solidFill>
                <a:effectLst/>
                <a:uFillTx/>
                <a:latin typeface="Poppins"/>
                <a:ea typeface="Now Bold"/>
              </a:rPr>
              <a:t>EXPERIENCIA LABORAL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6" name="Group 29"/>
          <p:cNvGrpSpPr/>
          <p:nvPr/>
        </p:nvGrpSpPr>
        <p:grpSpPr>
          <a:xfrm>
            <a:off x="8017200" y="4676760"/>
            <a:ext cx="12479040" cy="20520"/>
            <a:chOff x="8017200" y="4676760"/>
            <a:chExt cx="12479040" cy="20520"/>
          </a:xfrm>
        </p:grpSpPr>
        <p:sp>
          <p:nvSpPr>
            <p:cNvPr id="67" name="Freeform 30"/>
            <p:cNvSpPr/>
            <p:nvPr/>
          </p:nvSpPr>
          <p:spPr>
            <a:xfrm>
              <a:off x="8017200" y="4676760"/>
              <a:ext cx="12479040" cy="20520"/>
            </a:xfrm>
            <a:custGeom>
              <a:avLst/>
              <a:gdLst>
                <a:gd name="textAreaLeft" fmla="*/ 0 w 12479040"/>
                <a:gd name="textAreaRight" fmla="*/ 12489120 w 12479040"/>
                <a:gd name="textAreaTop" fmla="*/ 0 h 20520"/>
                <a:gd name="textAreaBottom" fmla="*/ 30600 h 20520"/>
              </a:gdLst>
              <a:ahLst/>
              <a:cxnLst/>
              <a:rect l="textAreaLeft" t="textAreaTop" r="textAreaRight" b="textAreaBottom"/>
              <a:pathLst>
                <a:path w="16652239" h="40640">
                  <a:moveTo>
                    <a:pt x="16483076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52239" y="40640"/>
                  </a:lnTo>
                  <a:lnTo>
                    <a:pt x="16652239" y="0"/>
                  </a:lnTo>
                  <a:close/>
                </a:path>
              </a:pathLst>
            </a:custGeom>
            <a:solidFill>
              <a:srgbClr val="163853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8" name="TextBox 31"/>
          <p:cNvSpPr/>
          <p:nvPr/>
        </p:nvSpPr>
        <p:spPr>
          <a:xfrm>
            <a:off x="8017200" y="3807000"/>
            <a:ext cx="12479040" cy="70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2"/>
              </a:lnSpc>
            </a:pPr>
            <a:r>
              <a:rPr lang="en-US" sz="3959" b="1" u="none" spc="468" strike="noStrike">
                <a:solidFill>
                  <a:srgbClr val="c0504d"/>
                </a:solidFill>
                <a:effectLst/>
                <a:uFillTx/>
                <a:latin typeface="Poppins"/>
                <a:ea typeface="Now Bold"/>
              </a:rPr>
              <a:t>PERFIL PROFESIONAL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32"/>
          <p:cNvSpPr/>
          <p:nvPr/>
        </p:nvSpPr>
        <p:spPr>
          <a:xfrm>
            <a:off x="8017200" y="4770720"/>
            <a:ext cx="12479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169"/>
              </a:lnSpc>
            </a:pPr>
            <a:r>
              <a:rPr lang="en-US" sz="22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36"/>
          <p:cNvSpPr/>
          <p:nvPr/>
        </p:nvSpPr>
        <p:spPr>
          <a:xfrm>
            <a:off x="8641800" y="8951040"/>
            <a:ext cx="1169100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65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38"/>
          <p:cNvSpPr/>
          <p:nvPr/>
        </p:nvSpPr>
        <p:spPr>
          <a:xfrm>
            <a:off x="7884000" y="8737560"/>
            <a:ext cx="12258720" cy="728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229"/>
              </a:lnSpc>
              <a:buClr>
                <a:srgbClr val="163853"/>
              </a:buClr>
              <a:buFont typeface="Wingdings" charset="2"/>
              <a:buChar char=""/>
            </a:pPr>
            <a:r>
              <a:rPr lang="en-US" sz="3330" b="1" u="none" spc="60" strike="noStrike">
                <a:solidFill>
                  <a:srgbClr val="101010"/>
                </a:solidFill>
                <a:effectLst/>
                <a:uFillTx/>
                <a:latin typeface="Poppins"/>
                <a:ea typeface="Garet Italics"/>
              </a:rPr>
              <a:t>  {{exp_1_role}}</a:t>
            </a:r>
            <a:r>
              <a:rPr lang="en-US" sz="3330" b="0" u="none" spc="60" strike="noStrike">
                <a:solidFill>
                  <a:srgbClr val="101010"/>
                </a:solidFill>
                <a:effectLst/>
                <a:uFillTx/>
                <a:latin typeface="Poppins"/>
                <a:ea typeface="Garet Italics"/>
              </a:rPr>
              <a:t> </a:t>
            </a:r>
            <a:r>
              <a:rPr lang="en-US" sz="3020" b="0" u="none" spc="68" strike="noStrike">
                <a:solidFill>
                  <a:srgbClr val="101010"/>
                </a:solidFill>
                <a:effectLst/>
                <a:uFillTx/>
                <a:latin typeface="Poppins"/>
                <a:ea typeface="Garet Bold"/>
              </a:rPr>
              <a:t>{{exp_1_company}}</a:t>
            </a:r>
            <a:r>
              <a:rPr lang="en-US" sz="3020" b="0" u="none" spc="60" strike="noStrike">
                <a:solidFill>
                  <a:srgbClr val="101010"/>
                </a:solidFill>
                <a:effectLst/>
                <a:uFillTx/>
                <a:latin typeface="Poppins"/>
                <a:ea typeface="Garet Italics"/>
              </a:rPr>
              <a:t>{{exp_1_dates}}</a:t>
            </a:r>
            <a:endParaRPr lang="es-AR" sz="3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   {{exp_1_bullets_block}}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229"/>
              </a:lnSpc>
              <a:buClr>
                <a:srgbClr val="163853"/>
              </a:buClr>
              <a:buFont typeface="Wingdings" charset="2"/>
              <a:buChar char=""/>
            </a:pPr>
            <a:r>
              <a:rPr lang="en-US" sz="3330" b="1" u="none" spc="60" strike="noStrike">
                <a:solidFill>
                  <a:srgbClr val="101010"/>
                </a:solidFill>
                <a:effectLst/>
                <a:uFillTx/>
                <a:latin typeface="Poppins"/>
                <a:ea typeface="Garet Italics"/>
              </a:rPr>
              <a:t>  {{exp_2_role}}</a:t>
            </a:r>
            <a:r>
              <a:rPr lang="en-US" sz="3330" b="0" u="none" spc="60" strike="noStrike">
                <a:solidFill>
                  <a:srgbClr val="101010"/>
                </a:solidFill>
                <a:effectLst/>
                <a:uFillTx/>
                <a:latin typeface="Poppins"/>
                <a:ea typeface="Garet Italics"/>
              </a:rPr>
              <a:t> </a:t>
            </a:r>
            <a:r>
              <a:rPr lang="en-US" sz="3020" b="0" u="none" spc="68" strike="noStrike">
                <a:solidFill>
                  <a:srgbClr val="101010"/>
                </a:solidFill>
                <a:effectLst/>
                <a:uFillTx/>
                <a:latin typeface="Poppins"/>
                <a:ea typeface="Garet Bold"/>
              </a:rPr>
              <a:t>{{exp_2_company}}</a:t>
            </a:r>
            <a:r>
              <a:rPr lang="en-US" sz="3020" b="0" u="none" spc="60" strike="noStrike">
                <a:solidFill>
                  <a:srgbClr val="101010"/>
                </a:solidFill>
                <a:effectLst/>
                <a:uFillTx/>
                <a:latin typeface="Poppins"/>
                <a:ea typeface="Garet Italics"/>
              </a:rPr>
              <a:t>{{exp_2_dates}}</a:t>
            </a:r>
            <a:endParaRPr lang="es-AR" sz="3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   {{exp_2_bullets_block}}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229"/>
              </a:lnSpc>
              <a:buClr>
                <a:srgbClr val="163853"/>
              </a:buClr>
              <a:buFont typeface="Wingdings" charset="2"/>
              <a:buChar char=""/>
            </a:pPr>
            <a:r>
              <a:rPr lang="en-US" sz="3330" b="1" u="none" spc="60" strike="noStrike">
                <a:solidFill>
                  <a:srgbClr val="101010"/>
                </a:solidFill>
                <a:effectLst/>
                <a:uFillTx/>
                <a:latin typeface="Poppins"/>
                <a:ea typeface="Garet Italics"/>
              </a:rPr>
              <a:t>  {{exp_3_role}}</a:t>
            </a:r>
            <a:r>
              <a:rPr lang="en-US" sz="3330" b="0" u="none" spc="60" strike="noStrike">
                <a:solidFill>
                  <a:srgbClr val="101010"/>
                </a:solidFill>
                <a:effectLst/>
                <a:uFillTx/>
                <a:latin typeface="Poppins"/>
                <a:ea typeface="Garet Italics"/>
              </a:rPr>
              <a:t> </a:t>
            </a:r>
            <a:r>
              <a:rPr lang="en-US" sz="3020" b="0" u="none" spc="68" strike="noStrike">
                <a:solidFill>
                  <a:srgbClr val="101010"/>
                </a:solidFill>
                <a:effectLst/>
                <a:uFillTx/>
                <a:latin typeface="Poppins"/>
                <a:ea typeface="Garet Bold"/>
              </a:rPr>
              <a:t>{{exp_3_company}}</a:t>
            </a:r>
            <a:r>
              <a:rPr lang="en-US" sz="3020" b="0" u="none" spc="60" strike="noStrike">
                <a:solidFill>
                  <a:srgbClr val="101010"/>
                </a:solidFill>
                <a:effectLst/>
                <a:uFillTx/>
                <a:latin typeface="Poppins"/>
                <a:ea typeface="Garet Italics"/>
              </a:rPr>
              <a:t>{{exp_3_dates}}</a:t>
            </a:r>
            <a:endParaRPr lang="es-AR" sz="3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   {{exp_3_bullets_block}}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4657"/>
              </a:lnSpc>
            </a:pPr>
            <a:endParaRPr lang="es-AR" sz="33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5077"/>
              </a:lnSpc>
            </a:pPr>
            <a:endParaRPr lang="es-AR" sz="2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4683"/>
              </a:lnSpc>
            </a:pPr>
            <a:endParaRPr lang="es-AR" sz="33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39"/>
          <p:cNvSpPr/>
          <p:nvPr/>
        </p:nvSpPr>
        <p:spPr>
          <a:xfrm>
            <a:off x="8641800" y="14878080"/>
            <a:ext cx="11293200" cy="58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68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40"/>
          <p:cNvSpPr/>
          <p:nvPr/>
        </p:nvSpPr>
        <p:spPr>
          <a:xfrm>
            <a:off x="8641800" y="15528240"/>
            <a:ext cx="12702960" cy="5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22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41"/>
          <p:cNvSpPr/>
          <p:nvPr/>
        </p:nvSpPr>
        <p:spPr>
          <a:xfrm>
            <a:off x="8641800" y="16380000"/>
            <a:ext cx="11293200" cy="257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07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42"/>
          <p:cNvSpPr/>
          <p:nvPr/>
        </p:nvSpPr>
        <p:spPr>
          <a:xfrm>
            <a:off x="8670960" y="20838600"/>
            <a:ext cx="11293200" cy="58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68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43"/>
          <p:cNvSpPr/>
          <p:nvPr/>
        </p:nvSpPr>
        <p:spPr>
          <a:xfrm>
            <a:off x="8670960" y="21488760"/>
            <a:ext cx="12763800" cy="5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22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724680" y="540000"/>
            <a:ext cx="4134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/>
          <p:nvPr/>
        </p:nvSpPr>
        <p:spPr>
          <a:xfrm>
            <a:off x="505440" y="6120000"/>
            <a:ext cx="6332400" cy="40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{{#sidebar_sections_full}}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7937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268"/>
              </a:lnSpc>
            </a:pPr>
            <a:r>
              <a:rPr lang="es-AR" sz="2000" b="1" u="none" spc="-300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3969"/>
              </a:lnSpc>
            </a:pPr>
            <a:r>
              <a:rPr lang="es-AR" sz="220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{{body}}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DAG9kLNdTUY</dc:identifier>
  <dc:language>es-AR</dc:language>
  <cp:lastModifiedBy/>
  <dcterms:modified xsi:type="dcterms:W3CDTF">2026-02-17T01:36:48Z</dcterms:modified>
  <cp:revision>29</cp:revision>
  <dc:subject/>
  <dc:title>Plantilla_oficial_7.pptx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