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Montserrat"/>
      <p:regular r:id="rId5"/>
      <p:bold r:id="rId5"/>
    </p:embeddedFont>
    <p:embeddedFont>
      <p:font typeface="Now Bold"/>
    </p:embeddedFont>
    <p:embeddedFont>
      <p:font typeface="Microsoft YaHei"/>
      <p:regular r:id="rId6"/>
    </p:embeddedFont>
    <p:embeddedFont>
      <p:font typeface="Garet Bold"/>
    </p:embeddedFont>
    <p:embeddedFont>
      <p:font typeface="Montserrat Bold"/>
    </p:embeddedFont>
    <p:embeddedFont>
      <p:font typeface="Garet Itali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ontserrat_Regular.fntdata"/><Relationship Id="rId6" Type="http://schemas.openxmlformats.org/officeDocument/2006/relationships/font" Target="fonts/Font_3_Microsoft_YaHei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80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C87746-C6EF-4AE4-9A8E-A4467773DF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6600" cy="58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9120" cy="58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74B9F5-1654-453E-890E-37F79D4C64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80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089CB6-EC37-42FF-8FF2-2D2AB88183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1600" cy="13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1600" cy="14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C4B73D-A02F-4DED-9906-2459784AF7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768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768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6F5F95-ED20-409D-B9F6-B197AE8B18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9480" cy="62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9480" cy="39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0920" cy="62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0920" cy="39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E6CEE4-59A5-4AC1-B846-BB88503BB9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F28A5D-D36D-41D1-9257-ED06C9D85E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9C681C-E4DB-466A-8A15-D5A51D10FB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7360" cy="115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0840" cy="584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7360" cy="468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7B1DC4-AF8F-48E9-A57F-4A5390AB0E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5600" cy="55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5600" cy="410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5600" cy="79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D26FDE-A26B-434A-8D65-EC3E97302E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1600" cy="145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DBB3D6-0EE2-4379-87C8-C3E1A430CC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0" y="0"/>
            <a:ext cx="7308360" cy="30268440"/>
          </a:xfrm>
          <a:custGeom>
            <a:avLst/>
            <a:gdLst>
              <a:gd name="textAreaLeft" fmla="*/ 0 w 7308360"/>
              <a:gd name="textAreaRight" fmla="*/ 7319160 w 7308360"/>
              <a:gd name="textAreaTop" fmla="*/ 0 h 30268440"/>
              <a:gd name="textAreaBottom" fmla="*/ 30278880 h 30268440"/>
            </a:gdLst>
            <a:ahLst/>
            <a:cxnLst/>
            <a:rect l="textAreaLeft" t="textAreaTop" r="textAreaRight" b="textAreaBottom"/>
            <a:pathLst>
              <a:path w="7319255" h="30481435">
                <a:moveTo>
                  <a:pt x="0" y="0"/>
                </a:moveTo>
                <a:lnTo>
                  <a:pt x="7319255" y="0"/>
                </a:lnTo>
                <a:lnTo>
                  <a:pt x="7319255" y="30481435"/>
                </a:lnTo>
                <a:lnTo>
                  <a:pt x="0" y="30481435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3"/>
          <p:cNvGrpSpPr/>
          <p:nvPr/>
        </p:nvGrpSpPr>
        <p:grpSpPr>
          <a:xfrm>
            <a:off x="7958520" y="8651520"/>
            <a:ext cx="12510000" cy="19800"/>
            <a:chOff x="7958520" y="8651520"/>
            <a:chExt cx="12510000" cy="19800"/>
          </a:xfrm>
        </p:grpSpPr>
        <p:sp>
          <p:nvSpPr>
            <p:cNvPr id="61" name="Freeform 4"/>
            <p:cNvSpPr/>
            <p:nvPr/>
          </p:nvSpPr>
          <p:spPr>
            <a:xfrm>
              <a:off x="7958520" y="8651520"/>
              <a:ext cx="12510000" cy="19800"/>
            </a:xfrm>
            <a:custGeom>
              <a:avLst/>
              <a:gdLst>
                <a:gd name="textAreaLeft" fmla="*/ 0 w 12510000"/>
                <a:gd name="textAreaRight" fmla="*/ 12520800 w 12510000"/>
                <a:gd name="textAreaTop" fmla="*/ 0 h 19800"/>
                <a:gd name="textAreaBottom" fmla="*/ 30600 h 19800"/>
              </a:gdLst>
              <a:ahLst/>
              <a:cxnLst/>
              <a:rect l="textAreaLeft" t="textAreaTop" r="textAreaRight" b="textAreaBottom"/>
              <a:pathLst>
                <a:path w="16694277" h="40640">
                  <a:moveTo>
                    <a:pt x="16525239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94277" y="40640"/>
                  </a:lnTo>
                  <a:lnTo>
                    <a:pt x="16694277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" name="Group 5"/>
          <p:cNvGrpSpPr/>
          <p:nvPr/>
        </p:nvGrpSpPr>
        <p:grpSpPr>
          <a:xfrm>
            <a:off x="8038440" y="8820000"/>
            <a:ext cx="16560" cy="16059600"/>
            <a:chOff x="8038440" y="8820000"/>
            <a:chExt cx="16560" cy="16059600"/>
          </a:xfrm>
        </p:grpSpPr>
        <p:sp>
          <p:nvSpPr>
            <p:cNvPr id="63" name="Freeform 6"/>
            <p:cNvSpPr/>
            <p:nvPr/>
          </p:nvSpPr>
          <p:spPr>
            <a:xfrm rot="5400000">
              <a:off x="16560" y="16841520"/>
              <a:ext cx="16059600" cy="16560"/>
            </a:xfrm>
            <a:custGeom>
              <a:avLst/>
              <a:gdLst>
                <a:gd name="textAreaLeft" fmla="*/ 0 w 16059600"/>
                <a:gd name="textAreaRight" fmla="*/ 16070400 w 16059600"/>
                <a:gd name="textAreaTop" fmla="*/ 0 h 16560"/>
                <a:gd name="textAreaBottom" fmla="*/ 27360 h 16560"/>
              </a:gdLst>
              <a:ahLst/>
              <a:cxnLst/>
              <a:rect l="textAreaLeft" t="textAreaTop" r="textAreaRight" b="textAreaBottom"/>
              <a:pathLst>
                <a:path w="21427312" h="36322">
                  <a:moveTo>
                    <a:pt x="21276056" y="0"/>
                  </a:moveTo>
                  <a:lnTo>
                    <a:pt x="0" y="0"/>
                  </a:lnTo>
                  <a:lnTo>
                    <a:pt x="0" y="36322"/>
                  </a:lnTo>
                  <a:lnTo>
                    <a:pt x="21427312" y="36322"/>
                  </a:lnTo>
                  <a:lnTo>
                    <a:pt x="21427312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640" bIns="-17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TextBox 26"/>
          <p:cNvSpPr/>
          <p:nvPr/>
        </p:nvSpPr>
        <p:spPr>
          <a:xfrm>
            <a:off x="7931520" y="1204560"/>
            <a:ext cx="12580920" cy="17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7645"/>
              </a:lnSpc>
            </a:pPr>
            <a:r>
              <a:rPr lang="en-US" sz="7650" b="1" u="none" strike="noStrike">
                <a:solidFill>
                  <a:srgbClr val="c0504d"/>
                </a:solidFill>
                <a:effectLst/>
                <a:uFillTx/>
                <a:latin typeface="Poppins"/>
                <a:ea typeface="Poppins"/>
              </a:rPr>
              <a:t>{{name}}</a:t>
            </a:r>
            <a:endParaRPr lang="es-AR" sz="7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6092"/>
              </a:lnSpc>
            </a:pPr>
            <a:r>
              <a:rPr lang="en-US" sz="3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8"/>
          <p:cNvSpPr/>
          <p:nvPr/>
        </p:nvSpPr>
        <p:spPr>
          <a:xfrm>
            <a:off x="7958520" y="7719840"/>
            <a:ext cx="1253700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1" u="none" spc="468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" name="Group 29"/>
          <p:cNvGrpSpPr/>
          <p:nvPr/>
        </p:nvGrpSpPr>
        <p:grpSpPr>
          <a:xfrm>
            <a:off x="8017200" y="4676760"/>
            <a:ext cx="12478320" cy="19800"/>
            <a:chOff x="8017200" y="4676760"/>
            <a:chExt cx="12478320" cy="19800"/>
          </a:xfrm>
        </p:grpSpPr>
        <p:sp>
          <p:nvSpPr>
            <p:cNvPr id="67" name="Freeform 30"/>
            <p:cNvSpPr/>
            <p:nvPr/>
          </p:nvSpPr>
          <p:spPr>
            <a:xfrm>
              <a:off x="8017200" y="4676760"/>
              <a:ext cx="12478320" cy="19800"/>
            </a:xfrm>
            <a:custGeom>
              <a:avLst/>
              <a:gdLst>
                <a:gd name="textAreaLeft" fmla="*/ 0 w 12478320"/>
                <a:gd name="textAreaRight" fmla="*/ 12489120 w 12478320"/>
                <a:gd name="textAreaTop" fmla="*/ 0 h 19800"/>
                <a:gd name="textAreaBottom" fmla="*/ 30600 h 19800"/>
              </a:gdLst>
              <a:ahLst/>
              <a:cxnLst/>
              <a:rect l="textAreaLeft" t="textAreaTop" r="textAreaRight" b="textAreaBottom"/>
              <a:pathLst>
                <a:path w="16652239" h="40640">
                  <a:moveTo>
                    <a:pt x="16483076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52239" y="40640"/>
                  </a:lnTo>
                  <a:lnTo>
                    <a:pt x="16652239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TextBox 31"/>
          <p:cNvSpPr/>
          <p:nvPr/>
        </p:nvSpPr>
        <p:spPr>
          <a:xfrm>
            <a:off x="8017200" y="3807000"/>
            <a:ext cx="1247832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1" u="none" spc="468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PERFIL PROFESIONAL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2"/>
          <p:cNvSpPr/>
          <p:nvPr/>
        </p:nvSpPr>
        <p:spPr>
          <a:xfrm>
            <a:off x="8017200" y="4770720"/>
            <a:ext cx="124783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69"/>
              </a:lnSpc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6"/>
          <p:cNvSpPr/>
          <p:nvPr/>
        </p:nvSpPr>
        <p:spPr>
          <a:xfrm>
            <a:off x="8641800" y="8951040"/>
            <a:ext cx="116902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5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8"/>
          <p:cNvSpPr/>
          <p:nvPr/>
        </p:nvSpPr>
        <p:spPr>
          <a:xfrm>
            <a:off x="7884000" y="8737560"/>
            <a:ext cx="12258000" cy="78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229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2200" b="1" u="none" spc="60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 [[EXPERIENCE_BLOCK]]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229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3330" b="1" u="none" spc="60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  {{exp_1_role}}</a:t>
            </a:r>
            <a:r>
              <a:rPr lang="en-US" sz="3330" b="0" u="none" spc="60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 </a:t>
            </a:r>
            <a:r>
              <a:rPr lang="en-US" sz="3020" b="0" u="none" spc="68" strike="noStrike">
                <a:solidFill>
                  <a:srgbClr val="101010"/>
                </a:solidFill>
                <a:effectLst/>
                <a:uFillTx/>
                <a:latin typeface="Poppins"/>
                <a:ea typeface="Garet Bold"/>
              </a:rPr>
              <a:t>{{exp_1_company}}</a:t>
            </a:r>
            <a:r>
              <a:rPr lang="en-US" sz="3020" b="0" u="none" spc="60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{{exp_1_dates}}</a:t>
            </a:r>
            <a:endParaRPr lang="es-AR" sz="3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   {{exp_1_bullets_block}}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229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3330" b="1" u="none" spc="60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  {{exp_2_role}}</a:t>
            </a:r>
            <a:r>
              <a:rPr lang="en-US" sz="3330" b="0" u="none" spc="60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 </a:t>
            </a:r>
            <a:r>
              <a:rPr lang="en-US" sz="3020" b="0" u="none" spc="68" strike="noStrike">
                <a:solidFill>
                  <a:srgbClr val="101010"/>
                </a:solidFill>
                <a:effectLst/>
                <a:uFillTx/>
                <a:latin typeface="Poppins"/>
                <a:ea typeface="Garet Bold"/>
              </a:rPr>
              <a:t>{{exp_2_company}}</a:t>
            </a:r>
            <a:r>
              <a:rPr lang="en-US" sz="3020" b="0" u="none" spc="60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{{exp_2_dates}}</a:t>
            </a:r>
            <a:endParaRPr lang="es-AR" sz="3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   {{exp_2_bullets_block}}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229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3330" b="1" u="none" spc="60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  {{exp_3_role}}</a:t>
            </a:r>
            <a:r>
              <a:rPr lang="en-US" sz="3330" b="0" u="none" spc="60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 </a:t>
            </a:r>
            <a:r>
              <a:rPr lang="en-US" sz="3020" b="0" u="none" spc="68" strike="noStrike">
                <a:solidFill>
                  <a:srgbClr val="101010"/>
                </a:solidFill>
                <a:effectLst/>
                <a:uFillTx/>
                <a:latin typeface="Poppins"/>
                <a:ea typeface="Garet Bold"/>
              </a:rPr>
              <a:t>{{exp_3_company}}</a:t>
            </a:r>
            <a:r>
              <a:rPr lang="en-US" sz="3020" b="0" u="none" spc="60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{{exp_3_dates}}</a:t>
            </a:r>
            <a:endParaRPr lang="es-AR" sz="3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   {{exp_3_bullets_block}}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57"/>
              </a:lnSpc>
            </a:pPr>
            <a:endParaRPr lang="es-AR" sz="3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5077"/>
              </a:lnSpc>
            </a:pPr>
            <a:endParaRPr lang="es-AR" sz="2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83"/>
              </a:lnSpc>
            </a:pPr>
            <a:endParaRPr lang="es-AR" sz="3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9"/>
          <p:cNvSpPr/>
          <p:nvPr/>
        </p:nvSpPr>
        <p:spPr>
          <a:xfrm>
            <a:off x="8641800" y="14878080"/>
            <a:ext cx="11292480" cy="58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8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40"/>
          <p:cNvSpPr/>
          <p:nvPr/>
        </p:nvSpPr>
        <p:spPr>
          <a:xfrm>
            <a:off x="8641800" y="15528240"/>
            <a:ext cx="12702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2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1"/>
          <p:cNvSpPr/>
          <p:nvPr/>
        </p:nvSpPr>
        <p:spPr>
          <a:xfrm>
            <a:off x="8641800" y="16380000"/>
            <a:ext cx="11292480" cy="257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7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42"/>
          <p:cNvSpPr/>
          <p:nvPr/>
        </p:nvSpPr>
        <p:spPr>
          <a:xfrm>
            <a:off x="8670960" y="20838600"/>
            <a:ext cx="11292480" cy="58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8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43"/>
          <p:cNvSpPr/>
          <p:nvPr/>
        </p:nvSpPr>
        <p:spPr>
          <a:xfrm>
            <a:off x="8670960" y="21488760"/>
            <a:ext cx="12763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2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724680" y="540000"/>
            <a:ext cx="4133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505440" y="6048000"/>
            <a:ext cx="6331680" cy="46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4535"/>
              </a:lnSpc>
            </a:pPr>
            <a:r>
              <a:rPr lang="es-AR" sz="21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[[SIDEBAR_BLOCK]]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{{#sidebar_sections_full}}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937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268"/>
              </a:lnSpc>
            </a:pPr>
            <a:r>
              <a:rPr lang="es-AR" sz="2000" b="1" u="none" spc="-300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969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DAG9kLNdTUY</dc:identifier>
  <dc:language>es-AR</dc:language>
  <cp:lastModifiedBy/>
  <dcterms:modified xsi:type="dcterms:W3CDTF">2026-03-09T19:56:13Z</dcterms:modified>
  <cp:revision>31</cp:revision>
  <dc:subject/>
  <dc:title>Plantilla_oficial_7.pptx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