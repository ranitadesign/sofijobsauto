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Now Bold"/>
    </p:embeddedFont>
    <p:embeddedFont>
      <p:font typeface="Montserrat"/>
      <p:regular r:id="rId4"/>
      <p:bold r:id="rId4"/>
    </p:embeddedFont>
    <p:embeddedFont>
      <p:font typeface="Lato"/>
    </p:embeddedFont>
    <p:embeddedFont>
      <p:font typeface="Microsoft YaHei"/>
      <p:regular r:id="rId5"/>
    </p:embeddedFont>
    <p:embeddedFont>
      <p:font typeface="Poppins"/>
      <p:regular r:id="rId6"/>
      <p:bold r:id="rId6"/>
    </p:embeddedFont>
    <p:embeddedFont>
      <p:font typeface="Garet"/>
      <p:regular r:id="rId7"/>
      <p:bold r:id="rId7"/>
    </p:embeddedFont>
    <p:embeddedFont>
      <p:font typeface="Garet Bold Italics"/>
    </p:embeddedFont>
    <p:embeddedFont>
      <p:font typeface="Garet Bold"/>
    </p:embeddedFont>
    <p:embeddedFont>
      <p:font typeface="Garet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Poppins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C3D35B-C98B-4DD4-820E-68C7AF4CC6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AF6A3A-E8CE-476C-A012-EE38FC91E9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80D786-BE49-4E11-A9A3-7236BFA169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CE8B02-62A6-4400-BE06-604101F933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1BAA4C-2F74-400B-8227-399B0E2887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960E17-55D5-4C78-90C4-1963351623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CB4088-8475-4D58-B652-F81F0AF12D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1EE214-6F5B-4C5A-B5F5-91DB4927D5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3E99C1-96AD-48AC-B9A7-049FE25AD6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D90395-CEE1-4490-A97F-4C65857A16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815AB4-F5A9-4159-9E21-6C693F9D0FE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12680" cy="30272760"/>
          </a:xfrm>
          <a:custGeom>
            <a:avLst/>
            <a:gdLst>
              <a:gd name="textAreaLeft" fmla="*/ 0 w 7312680"/>
              <a:gd name="textAreaRight" fmla="*/ 7319160 w 7312680"/>
              <a:gd name="textAreaTop" fmla="*/ 0 h 30272760"/>
              <a:gd name="textAreaBottom" fmla="*/ 30278880 h 3027276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958520" y="8651520"/>
            <a:ext cx="12514320" cy="24120"/>
            <a:chOff x="7958520" y="8651520"/>
            <a:chExt cx="12514320" cy="24120"/>
          </a:xfrm>
        </p:grpSpPr>
        <p:sp>
          <p:nvSpPr>
            <p:cNvPr id="61" name="Freeform 4"/>
            <p:cNvSpPr/>
            <p:nvPr/>
          </p:nvSpPr>
          <p:spPr>
            <a:xfrm>
              <a:off x="7958520" y="8651520"/>
              <a:ext cx="12514320" cy="24120"/>
            </a:xfrm>
            <a:custGeom>
              <a:avLst/>
              <a:gdLst>
                <a:gd name="textAreaLeft" fmla="*/ 0 w 12514320"/>
                <a:gd name="textAreaRight" fmla="*/ 12520800 w 1251432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5"/>
          <p:cNvGrpSpPr/>
          <p:nvPr/>
        </p:nvGrpSpPr>
        <p:grpSpPr>
          <a:xfrm>
            <a:off x="8056080" y="9053280"/>
            <a:ext cx="20880" cy="16063920"/>
            <a:chOff x="8056080" y="9053280"/>
            <a:chExt cx="20880" cy="16063920"/>
          </a:xfrm>
        </p:grpSpPr>
        <p:sp>
          <p:nvSpPr>
            <p:cNvPr id="63" name="Freeform 6"/>
            <p:cNvSpPr/>
            <p:nvPr/>
          </p:nvSpPr>
          <p:spPr>
            <a:xfrm rot="5400000">
              <a:off x="34200" y="17074800"/>
              <a:ext cx="16063920" cy="20880"/>
            </a:xfrm>
            <a:custGeom>
              <a:avLst/>
              <a:gdLst>
                <a:gd name="textAreaLeft" fmla="*/ 0 w 16063920"/>
                <a:gd name="textAreaRight" fmla="*/ 16070400 w 16063920"/>
                <a:gd name="textAreaTop" fmla="*/ 0 h 20880"/>
                <a:gd name="textAreaBottom" fmla="*/ 27360 h 2088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Freeform 7"/>
          <p:cNvSpPr/>
          <p:nvPr/>
        </p:nvSpPr>
        <p:spPr>
          <a:xfrm>
            <a:off x="1002960" y="6948360"/>
            <a:ext cx="347760" cy="378360"/>
          </a:xfrm>
          <a:custGeom>
            <a:avLst/>
            <a:gdLst>
              <a:gd name="textAreaLeft" fmla="*/ 0 w 347760"/>
              <a:gd name="textAreaRight" fmla="*/ 354240 w 347760"/>
              <a:gd name="textAreaTop" fmla="*/ 0 h 378360"/>
              <a:gd name="textAreaBottom" fmla="*/ 384840 h 378360"/>
            </a:gdLst>
            <a:ahLst/>
            <a:cxnLst/>
            <a:rect l="textAreaLeft" t="textAreaTop" r="textAreaRight" b="textAreaBottom"/>
            <a:pathLst>
              <a:path w="354311" h="384829">
                <a:moveTo>
                  <a:pt x="0" y="0"/>
                </a:moveTo>
                <a:lnTo>
                  <a:pt x="354311" y="0"/>
                </a:lnTo>
                <a:lnTo>
                  <a:pt x="354311" y="384829"/>
                </a:lnTo>
                <a:lnTo>
                  <a:pt x="0" y="3848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991080" y="7923600"/>
            <a:ext cx="359640" cy="255960"/>
          </a:xfrm>
          <a:custGeom>
            <a:avLst/>
            <a:gdLst>
              <a:gd name="textAreaLeft" fmla="*/ 0 w 359640"/>
              <a:gd name="textAreaRight" fmla="*/ 366120 w 359640"/>
              <a:gd name="textAreaTop" fmla="*/ 0 h 255960"/>
              <a:gd name="textAreaBottom" fmla="*/ 262440 h 255960"/>
            </a:gdLst>
            <a:ahLst/>
            <a:cxnLst/>
            <a:rect l="textAreaLeft" t="textAreaTop" r="textAreaRight" b="textAreaBottom"/>
            <a:pathLst>
              <a:path w="366160" h="262585">
                <a:moveTo>
                  <a:pt x="0" y="0"/>
                </a:moveTo>
                <a:lnTo>
                  <a:pt x="366160" y="0"/>
                </a:lnTo>
                <a:lnTo>
                  <a:pt x="366160" y="262585"/>
                </a:lnTo>
                <a:lnTo>
                  <a:pt x="0" y="2625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036080" y="8886960"/>
            <a:ext cx="292680" cy="452880"/>
          </a:xfrm>
          <a:custGeom>
            <a:avLst/>
            <a:gdLst>
              <a:gd name="textAreaLeft" fmla="*/ 0 w 292680"/>
              <a:gd name="textAreaRight" fmla="*/ 299160 w 292680"/>
              <a:gd name="textAreaTop" fmla="*/ 0 h 452880"/>
              <a:gd name="textAreaBottom" fmla="*/ 459360 h 452880"/>
            </a:gdLst>
            <a:ahLst/>
            <a:cxnLst/>
            <a:rect l="textAreaLeft" t="textAreaTop" r="textAreaRight" b="textAreaBottom"/>
            <a:pathLst>
              <a:path w="299285" h="459181">
                <a:moveTo>
                  <a:pt x="0" y="0"/>
                </a:moveTo>
                <a:lnTo>
                  <a:pt x="299285" y="0"/>
                </a:lnTo>
                <a:lnTo>
                  <a:pt x="299285" y="459181"/>
                </a:lnTo>
                <a:lnTo>
                  <a:pt x="0" y="459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020600" y="6599880"/>
            <a:ext cx="5110560" cy="24120"/>
            <a:chOff x="1020600" y="6599880"/>
            <a:chExt cx="5110560" cy="24120"/>
          </a:xfrm>
        </p:grpSpPr>
        <p:sp>
          <p:nvSpPr>
            <p:cNvPr id="68" name="Freeform 11"/>
            <p:cNvSpPr/>
            <p:nvPr/>
          </p:nvSpPr>
          <p:spPr>
            <a:xfrm>
              <a:off x="1020600" y="6599880"/>
              <a:ext cx="5110560" cy="24120"/>
            </a:xfrm>
            <a:custGeom>
              <a:avLst/>
              <a:gdLst>
                <a:gd name="textAreaLeft" fmla="*/ 0 w 5110560"/>
                <a:gd name="textAreaRight" fmla="*/ 5117040 w 511056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6822694" h="40640">
                  <a:moveTo>
                    <a:pt x="6653530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6822694" y="40640"/>
                  </a:lnTo>
                  <a:lnTo>
                    <a:pt x="6822694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943560" y="9763560"/>
            <a:ext cx="487800" cy="387360"/>
          </a:xfrm>
          <a:custGeom>
            <a:avLst/>
            <a:gdLst>
              <a:gd name="textAreaLeft" fmla="*/ 0 w 487800"/>
              <a:gd name="textAreaRight" fmla="*/ 494280 w 487800"/>
              <a:gd name="textAreaTop" fmla="*/ 0 h 387360"/>
              <a:gd name="textAreaBottom" fmla="*/ 393840 h 387360"/>
            </a:gdLst>
            <a:ahLst/>
            <a:cxnLst/>
            <a:rect l="textAreaLeft" t="textAreaTop" r="textAreaRight" b="textAreaBottom"/>
            <a:pathLst>
              <a:path w="494443" h="393754">
                <a:moveTo>
                  <a:pt x="0" y="0"/>
                </a:moveTo>
                <a:lnTo>
                  <a:pt x="494442" y="0"/>
                </a:lnTo>
                <a:lnTo>
                  <a:pt x="494442" y="393754"/>
                </a:lnTo>
                <a:lnTo>
                  <a:pt x="0" y="39375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997920" y="5709600"/>
            <a:ext cx="40906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543f3f"/>
                </a:solidFill>
                <a:effectLst/>
                <a:uFillTx/>
                <a:latin typeface="Montserrat"/>
                <a:ea typeface="Now Bold"/>
              </a:rPr>
              <a:t>CONTACTO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6"/>
          <p:cNvSpPr/>
          <p:nvPr/>
        </p:nvSpPr>
        <p:spPr>
          <a:xfrm>
            <a:off x="7931520" y="1204560"/>
            <a:ext cx="1258524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7"/>
          <p:cNvSpPr/>
          <p:nvPr/>
        </p:nvSpPr>
        <p:spPr>
          <a:xfrm>
            <a:off x="7958160" y="2880000"/>
            <a:ext cx="129160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8"/>
          <p:cNvSpPr/>
          <p:nvPr/>
        </p:nvSpPr>
        <p:spPr>
          <a:xfrm>
            <a:off x="7958520" y="7719840"/>
            <a:ext cx="1254132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Montserrat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9"/>
          <p:cNvGrpSpPr/>
          <p:nvPr/>
        </p:nvGrpSpPr>
        <p:grpSpPr>
          <a:xfrm>
            <a:off x="8017200" y="4676760"/>
            <a:ext cx="12482640" cy="24120"/>
            <a:chOff x="8017200" y="4676760"/>
            <a:chExt cx="12482640" cy="24120"/>
          </a:xfrm>
        </p:grpSpPr>
        <p:sp>
          <p:nvSpPr>
            <p:cNvPr id="75" name="Freeform 30"/>
            <p:cNvSpPr/>
            <p:nvPr/>
          </p:nvSpPr>
          <p:spPr>
            <a:xfrm>
              <a:off x="8017200" y="4676760"/>
              <a:ext cx="12482640" cy="24120"/>
            </a:xfrm>
            <a:custGeom>
              <a:avLst/>
              <a:gdLst>
                <a:gd name="textAreaLeft" fmla="*/ 0 w 12482640"/>
                <a:gd name="textAreaRight" fmla="*/ 12489120 w 1248264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31"/>
          <p:cNvSpPr/>
          <p:nvPr/>
        </p:nvSpPr>
        <p:spPr>
          <a:xfrm>
            <a:off x="8017200" y="3807000"/>
            <a:ext cx="124826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Montserrat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2"/>
          <p:cNvSpPr/>
          <p:nvPr/>
        </p:nvSpPr>
        <p:spPr>
          <a:xfrm>
            <a:off x="8017200" y="4770720"/>
            <a:ext cx="12482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33"/>
          <p:cNvGrpSpPr/>
          <p:nvPr/>
        </p:nvGrpSpPr>
        <p:grpSpPr>
          <a:xfrm>
            <a:off x="7931520" y="27047520"/>
            <a:ext cx="12514320" cy="24120"/>
            <a:chOff x="7931520" y="27047520"/>
            <a:chExt cx="12514320" cy="24120"/>
          </a:xfrm>
        </p:grpSpPr>
        <p:sp>
          <p:nvSpPr>
            <p:cNvPr id="79" name="Freeform 34"/>
            <p:cNvSpPr/>
            <p:nvPr/>
          </p:nvSpPr>
          <p:spPr>
            <a:xfrm>
              <a:off x="7931520" y="27047520"/>
              <a:ext cx="12514320" cy="24120"/>
            </a:xfrm>
            <a:custGeom>
              <a:avLst/>
              <a:gdLst>
                <a:gd name="textAreaLeft" fmla="*/ 0 w 12514320"/>
                <a:gd name="textAreaRight" fmla="*/ 12520800 w 12514320"/>
                <a:gd name="textAreaTop" fmla="*/ 0 h 24120"/>
                <a:gd name="textAreaBottom" fmla="*/ 30600 h 241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5"/>
          <p:cNvSpPr/>
          <p:nvPr/>
        </p:nvSpPr>
        <p:spPr>
          <a:xfrm>
            <a:off x="7931520" y="26135640"/>
            <a:ext cx="12541320" cy="7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FORMACIÓN ACADÉMICA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6"/>
          <p:cNvSpPr/>
          <p:nvPr/>
        </p:nvSpPr>
        <p:spPr>
          <a:xfrm>
            <a:off x="8641800" y="8951040"/>
            <a:ext cx="11694600" cy="58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8"/>
          <p:cNvSpPr/>
          <p:nvPr/>
        </p:nvSpPr>
        <p:spPr>
          <a:xfrm>
            <a:off x="8641800" y="9180000"/>
            <a:ext cx="12262320" cy="71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r>
              <a:rPr lang="en-US" sz="3330" b="1" u="none" spc="68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{{exp_1_company}}</a:t>
            </a:r>
            <a:endParaRPr lang="es-AR" sz="33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{{exp_1_role}} {{exp_1_dates}}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3"/>
              </a:lnSpc>
            </a:pPr>
            <a:r>
              <a:rPr lang="en-US" sz="3340" b="1" u="none" spc="65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{{exp_2_company}}</a:t>
            </a: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{{exp_2_role}} {{exp_2_dates}}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3"/>
              </a:lnSpc>
            </a:pPr>
            <a:r>
              <a:rPr lang="en-US" sz="3340" b="1" u="none" spc="65" strike="noStrike">
                <a:solidFill>
                  <a:srgbClr val="101010"/>
                </a:solidFill>
                <a:effectLst/>
                <a:uFillTx/>
                <a:latin typeface="Montserrat"/>
                <a:ea typeface="Garet Bold Italics"/>
              </a:rPr>
              <a:t>{{exp_3_company}}</a:t>
            </a: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{{exp_3_role}} {{exp_3_dates}}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9"/>
          <p:cNvSpPr/>
          <p:nvPr/>
        </p:nvSpPr>
        <p:spPr>
          <a:xfrm>
            <a:off x="8641800" y="14878080"/>
            <a:ext cx="1129680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0"/>
          <p:cNvSpPr/>
          <p:nvPr/>
        </p:nvSpPr>
        <p:spPr>
          <a:xfrm>
            <a:off x="8641800" y="15528240"/>
            <a:ext cx="12706560" cy="53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1"/>
          <p:cNvSpPr/>
          <p:nvPr/>
        </p:nvSpPr>
        <p:spPr>
          <a:xfrm>
            <a:off x="8641800" y="16380000"/>
            <a:ext cx="11296800" cy="25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07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2"/>
          <p:cNvSpPr/>
          <p:nvPr/>
        </p:nvSpPr>
        <p:spPr>
          <a:xfrm>
            <a:off x="8670960" y="20838600"/>
            <a:ext cx="1129680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3"/>
          <p:cNvSpPr/>
          <p:nvPr/>
        </p:nvSpPr>
        <p:spPr>
          <a:xfrm>
            <a:off x="8670960" y="21488760"/>
            <a:ext cx="12767400" cy="53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7931520" y="27154080"/>
            <a:ext cx="12404880" cy="28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47"/>
          <p:cNvGrpSpPr/>
          <p:nvPr/>
        </p:nvGrpSpPr>
        <p:grpSpPr>
          <a:xfrm>
            <a:off x="1534680" y="6956640"/>
            <a:ext cx="4584240" cy="3215160"/>
            <a:chOff x="1534680" y="6956640"/>
            <a:chExt cx="4584240" cy="3215160"/>
          </a:xfrm>
        </p:grpSpPr>
        <p:sp>
          <p:nvSpPr>
            <p:cNvPr id="90" name="TextBox 48"/>
            <p:cNvSpPr/>
            <p:nvPr/>
          </p:nvSpPr>
          <p:spPr>
            <a:xfrm>
              <a:off x="1534680" y="6956640"/>
              <a:ext cx="458424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+{{contact_phone}}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TextBox 49"/>
            <p:cNvSpPr/>
            <p:nvPr/>
          </p:nvSpPr>
          <p:spPr>
            <a:xfrm>
              <a:off x="1534680" y="7824600"/>
              <a:ext cx="458424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{{contact_email}}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50"/>
            <p:cNvSpPr/>
            <p:nvPr/>
          </p:nvSpPr>
          <p:spPr>
            <a:xfrm>
              <a:off x="1550520" y="8900640"/>
              <a:ext cx="4568400" cy="32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557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{{contact_location}}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TextBox 51"/>
            <p:cNvSpPr/>
            <p:nvPr/>
          </p:nvSpPr>
          <p:spPr>
            <a:xfrm>
              <a:off x="1549080" y="9769680"/>
              <a:ext cx="438696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Licencia de conducir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" name=""/>
          <p:cNvSpPr/>
          <p:nvPr/>
        </p:nvSpPr>
        <p:spPr>
          <a:xfrm>
            <a:off x="1440720" y="53532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721080" y="11520000"/>
            <a:ext cx="5938200" cy="301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2026-01-14T15:03:07Z</dcterms:modified>
  <cp:revision>19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