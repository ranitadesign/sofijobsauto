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409A7C-CD89-4E30-8821-B828BA2E3E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7B17AF-4D55-4F2A-A476-837FEDFF82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5A7A91-0D68-4849-BE0E-678D611CA7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748A01-CCBF-4F56-80D3-439BA8780D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70AF4B-2720-4290-B882-405CEADB13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BBD52C-FCBB-4795-81B5-D56E102F45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68960A-8F04-48BE-98AA-83F631C52B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9A95E0-4F6B-4F38-B399-AF473B0956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3CF713-8674-4868-80A0-5724D950AC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AE3B79-791F-45BF-9C40-4DCD8F64E2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A84DBE-5199-4123-B1B5-9956F45E89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4"/>
          <p:cNvGrpSpPr/>
          <p:nvPr/>
        </p:nvGrpSpPr>
        <p:grpSpPr>
          <a:xfrm>
            <a:off x="753480" y="7815600"/>
            <a:ext cx="19898280" cy="14040"/>
            <a:chOff x="753480" y="7815600"/>
            <a:chExt cx="19898280" cy="14040"/>
          </a:xfrm>
        </p:grpSpPr>
        <p:sp>
          <p:nvSpPr>
            <p:cNvPr id="60" name="Freeform 5"/>
            <p:cNvSpPr/>
            <p:nvPr/>
          </p:nvSpPr>
          <p:spPr>
            <a:xfrm>
              <a:off x="753480" y="7815600"/>
              <a:ext cx="19898280" cy="14040"/>
            </a:xfrm>
            <a:custGeom>
              <a:avLst/>
              <a:gdLst>
                <a:gd name="textAreaLeft" fmla="*/ 0 w 19898280"/>
                <a:gd name="textAreaRight" fmla="*/ 19911240 w 1989828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6"/>
          <p:cNvSpPr/>
          <p:nvPr/>
        </p:nvSpPr>
        <p:spPr>
          <a:xfrm>
            <a:off x="740160" y="7111080"/>
            <a:ext cx="1513332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5"/>
          <p:cNvGrpSpPr/>
          <p:nvPr/>
        </p:nvGrpSpPr>
        <p:grpSpPr>
          <a:xfrm>
            <a:off x="726840" y="7416360"/>
            <a:ext cx="20091600" cy="5499720"/>
            <a:chOff x="726840" y="7416360"/>
            <a:chExt cx="20091600" cy="5499720"/>
          </a:xfrm>
        </p:grpSpPr>
        <p:sp>
          <p:nvSpPr>
            <p:cNvPr id="63" name="TextBox 26"/>
            <p:cNvSpPr/>
            <p:nvPr/>
          </p:nvSpPr>
          <p:spPr>
            <a:xfrm>
              <a:off x="778680" y="8000280"/>
              <a:ext cx="14720040" cy="188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7"/>
            <p:cNvSpPr/>
            <p:nvPr/>
          </p:nvSpPr>
          <p:spPr>
            <a:xfrm>
              <a:off x="726840" y="7416360"/>
              <a:ext cx="20091600" cy="549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28"/>
            <p:cNvSpPr/>
            <p:nvPr/>
          </p:nvSpPr>
          <p:spPr>
            <a:xfrm>
              <a:off x="3111840" y="7416360"/>
              <a:ext cx="12522240" cy="46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"/>
          <p:cNvGrpSpPr/>
          <p:nvPr/>
        </p:nvGrpSpPr>
        <p:grpSpPr>
          <a:xfrm>
            <a:off x="736920" y="4809240"/>
            <a:ext cx="19824480" cy="17280"/>
            <a:chOff x="736920" y="4809240"/>
            <a:chExt cx="19824480" cy="17280"/>
          </a:xfrm>
        </p:grpSpPr>
        <p:sp>
          <p:nvSpPr>
            <p:cNvPr id="67" name="Freeform 2"/>
            <p:cNvSpPr/>
            <p:nvPr/>
          </p:nvSpPr>
          <p:spPr>
            <a:xfrm>
              <a:off x="736920" y="4809240"/>
              <a:ext cx="19824480" cy="17280"/>
            </a:xfrm>
            <a:custGeom>
              <a:avLst/>
              <a:gdLst>
                <a:gd name="textAreaLeft" fmla="*/ 0 w 19824480"/>
                <a:gd name="textAreaRight" fmla="*/ 19834200 w 198244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4"/>
          <p:cNvSpPr/>
          <p:nvPr/>
        </p:nvSpPr>
        <p:spPr>
          <a:xfrm>
            <a:off x="736920" y="3936240"/>
            <a:ext cx="130618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736920" y="4929120"/>
            <a:ext cx="198064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6"/>
          <p:cNvSpPr/>
          <p:nvPr/>
        </p:nvSpPr>
        <p:spPr>
          <a:xfrm>
            <a:off x="0" y="360720"/>
            <a:ext cx="9604440" cy="3396600"/>
          </a:xfrm>
          <a:custGeom>
            <a:avLst/>
            <a:gdLst>
              <a:gd name="textAreaLeft" fmla="*/ 0 w 9604440"/>
              <a:gd name="textAreaRight" fmla="*/ 9617400 w 9604440"/>
              <a:gd name="textAreaTop" fmla="*/ 0 h 3396600"/>
              <a:gd name="textAreaBottom" fmla="*/ 3409200 h 339660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12780000" y="995040"/>
            <a:ext cx="827748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1"/>
          <p:cNvSpPr/>
          <p:nvPr/>
        </p:nvSpPr>
        <p:spPr>
          <a:xfrm>
            <a:off x="7553520" y="39600"/>
            <a:ext cx="269568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280360" y="1080"/>
            <a:ext cx="3769200" cy="376920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00" y="-16560"/>
            <a:ext cx="3049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2"/>
          <p:cNvSpPr/>
          <p:nvPr/>
        </p:nvSpPr>
        <p:spPr>
          <a:xfrm>
            <a:off x="540360" y="720360"/>
            <a:ext cx="719820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766880"/>
            <a:ext cx="19775880" cy="16200"/>
            <a:chOff x="711000" y="19766880"/>
            <a:chExt cx="19775880" cy="16200"/>
          </a:xfrm>
        </p:grpSpPr>
        <p:sp>
          <p:nvSpPr>
            <p:cNvPr id="77" name="Freeform 1"/>
            <p:cNvSpPr/>
            <p:nvPr/>
          </p:nvSpPr>
          <p:spPr>
            <a:xfrm>
              <a:off x="711000" y="19766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5231680"/>
            <a:ext cx="19845720" cy="16200"/>
            <a:chOff x="731520" y="25231680"/>
            <a:chExt cx="19845720" cy="16200"/>
          </a:xfrm>
        </p:grpSpPr>
        <p:sp>
          <p:nvSpPr>
            <p:cNvPr id="79" name="Freeform 10"/>
            <p:cNvSpPr/>
            <p:nvPr/>
          </p:nvSpPr>
          <p:spPr>
            <a:xfrm>
              <a:off x="731520" y="2523168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39936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47720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2200" cy="262080"/>
          </a:xfrm>
          <a:custGeom>
            <a:avLst/>
            <a:gdLst>
              <a:gd name="textAreaLeft" fmla="*/ 0 w 21382200"/>
              <a:gd name="textAreaRight" fmla="*/ 21393000 w 21382200"/>
              <a:gd name="textAreaTop" fmla="*/ 0 h 262080"/>
              <a:gd name="textAreaBottom" fmla="*/ 265680 h 2620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9055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756800"/>
            <a:ext cx="1973340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5153200"/>
            <a:ext cx="1982304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350880"/>
            <a:ext cx="19775880" cy="16200"/>
            <a:chOff x="711000" y="21350880"/>
            <a:chExt cx="19775880" cy="16200"/>
          </a:xfrm>
        </p:grpSpPr>
        <p:sp>
          <p:nvSpPr>
            <p:cNvPr id="87" name="Freeform 3"/>
            <p:cNvSpPr/>
            <p:nvPr/>
          </p:nvSpPr>
          <p:spPr>
            <a:xfrm>
              <a:off x="711000" y="21350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639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435120"/>
            <a:ext cx="1973340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140040"/>
            <a:ext cx="19845720" cy="16200"/>
            <a:chOff x="731520" y="27140040"/>
            <a:chExt cx="19845720" cy="16200"/>
          </a:xfrm>
        </p:grpSpPr>
        <p:sp>
          <p:nvSpPr>
            <p:cNvPr id="91" name="Freeform 4"/>
            <p:cNvSpPr/>
            <p:nvPr/>
          </p:nvSpPr>
          <p:spPr>
            <a:xfrm>
              <a:off x="731520" y="2714004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30772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38556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169560"/>
            <a:ext cx="1982304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2026-03-08T23:27:58Z</dcterms:modified>
  <cp:revision>37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