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Montserrat"/>
      <p:regular r:id="rId4"/>
      <p:bold r:id="rId4"/>
    </p:embeddedFont>
    <p:embeddedFont>
      <p:font typeface="Poppins"/>
      <p:regular r:id="rId5"/>
      <p:bold r:id="rId5"/>
    </p:embeddedFont>
    <p:embeddedFont>
      <p:font typeface="Proxima nova"/>
    </p:embeddedFont>
    <p:embeddedFont>
      <p:font typeface="Microsoft YaHei"/>
      <p:regular r:id="rId6"/>
    </p:embeddedFont>
    <p:embeddedFont>
      <p:font typeface="Montserrat Bold"/>
    </p:embeddedFont>
    <p:embeddedFont>
      <p:font typeface="Garet"/>
      <p:regular r:id="rId7"/>
      <p:bold r:id="rId7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FF1DB1-2E16-4325-A514-C7A03B6DC99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560" cy="114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040" cy="584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560" cy="467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BB263E2-5BD9-4F1A-8C68-1697BF91A7B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800" cy="55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800" cy="410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800" cy="79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A1669B5-7506-4CC1-B287-4F011EA6C6F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800" cy="14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794AEE1-B7DF-410D-9202-C33E52FDAA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00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5EE873-494F-45D5-8240-80017843C11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800" cy="583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7320" cy="583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1030775-180E-488A-B108-ACDF660254A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00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D5BCB40-D600-43D6-849F-447C0E7F214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800" cy="134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800" cy="1487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8E752FA-A082-4872-9045-454CE469AD7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88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88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70BAB96-C87E-4817-8745-1C550D0939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7680" cy="62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7680" cy="39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120" cy="62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120" cy="39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E412E26-6733-412C-9C8F-73B9FE35151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F5C4029-D302-48C1-B385-505A3DD497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4"/>
          <p:cNvGrpSpPr/>
          <p:nvPr/>
        </p:nvGrpSpPr>
        <p:grpSpPr>
          <a:xfrm>
            <a:off x="753480" y="7815600"/>
            <a:ext cx="19898640" cy="14400"/>
            <a:chOff x="753480" y="7815600"/>
            <a:chExt cx="19898640" cy="14400"/>
          </a:xfrm>
        </p:grpSpPr>
        <p:sp>
          <p:nvSpPr>
            <p:cNvPr id="60" name="Freeform 5"/>
            <p:cNvSpPr/>
            <p:nvPr/>
          </p:nvSpPr>
          <p:spPr>
            <a:xfrm>
              <a:off x="753480" y="7815600"/>
              <a:ext cx="19898640" cy="14400"/>
            </a:xfrm>
            <a:custGeom>
              <a:avLst/>
              <a:gdLst>
                <a:gd name="textAreaLeft" fmla="*/ 0 w 19898640"/>
                <a:gd name="textAreaRight" fmla="*/ 19911240 w 19898640"/>
                <a:gd name="textAreaTop" fmla="*/ 0 h 14400"/>
                <a:gd name="textAreaBottom" fmla="*/ 27000 h 14400"/>
              </a:gdLst>
              <a:ahLst/>
              <a:cxnLst/>
              <a:rect l="textAreaLeft" t="textAreaTop" r="textAreaRight" b="textAreaBottom"/>
              <a:pathLst>
                <a:path w="26548335" h="35941">
                  <a:moveTo>
                    <a:pt x="0" y="0"/>
                  </a:moveTo>
                  <a:lnTo>
                    <a:pt x="26548335" y="0"/>
                  </a:lnTo>
                  <a:lnTo>
                    <a:pt x="2654833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16"/>
          <p:cNvSpPr/>
          <p:nvPr/>
        </p:nvSpPr>
        <p:spPr>
          <a:xfrm>
            <a:off x="740160" y="7111080"/>
            <a:ext cx="1513368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30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EXPERIENCIA LABORAL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25"/>
          <p:cNvGrpSpPr/>
          <p:nvPr/>
        </p:nvGrpSpPr>
        <p:grpSpPr>
          <a:xfrm>
            <a:off x="726840" y="7416360"/>
            <a:ext cx="20091960" cy="5500080"/>
            <a:chOff x="726840" y="7416360"/>
            <a:chExt cx="20091960" cy="5500080"/>
          </a:xfrm>
        </p:grpSpPr>
        <p:sp>
          <p:nvSpPr>
            <p:cNvPr id="63" name="TextBox 26"/>
            <p:cNvSpPr/>
            <p:nvPr/>
          </p:nvSpPr>
          <p:spPr>
            <a:xfrm>
              <a:off x="778680" y="8000280"/>
              <a:ext cx="14720400" cy="188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3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TextBox 27"/>
            <p:cNvSpPr/>
            <p:nvPr/>
          </p:nvSpPr>
          <p:spPr>
            <a:xfrm>
              <a:off x="726840" y="7416360"/>
              <a:ext cx="20091960" cy="5500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470"/>
                </a:lnSpc>
              </a:pPr>
              <a:r>
                <a:rPr lang="en-US" sz="25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Garet"/>
                </a:rPr>
                <a:t>[[EXPERIENCE_BLOCK]]</a:t>
              </a:r>
              <a:endParaRPr lang="es-AR" sz="2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endParaRPr>
            </a:p>
            <a:p>
              <a:pPr defTabSz="914400">
                <a:lnSpc>
                  <a:spcPts val="3969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{{exp_1_role}}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{{exp_1_company}}   {{exp_1_dates}}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{{exp_1_bullets_block}}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endParaRPr>
            </a:p>
            <a:p>
              <a:pPr defTabSz="914400">
                <a:lnSpc>
                  <a:spcPts val="4819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{{exp_2_role}}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{{exp_2_company}}   {{exp_2_dates}}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{{exp_2_bullets_block}}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endParaRPr>
            </a:p>
            <a:p>
              <a:pPr defTabSz="914400">
                <a:lnSpc>
                  <a:spcPts val="4819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{{exp_3_role}}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{{exp_3_company}}   {{exp_3_dates}}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{{exp_3_bullets_block}}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endParaRPr>
            </a:p>
            <a:p>
              <a:pPr defTabSz="914400">
                <a:lnSpc>
                  <a:spcPts val="4819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{{exp_4_role}}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{{exp_4_company}}   {{exp_3_dates}}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{{exp_4_bullets_block}}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endParaRPr>
            </a:p>
            <a:p>
              <a:pPr defTabSz="914400">
                <a:lnSpc>
                  <a:spcPts val="4819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{{exp_5_role}}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{{exp_5_company}}   {{exp_5_dates}}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{{exp_5_bullets_block}}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endParaRPr>
            </a:p>
          </p:txBody>
        </p:sp>
        <p:sp>
          <p:nvSpPr>
            <p:cNvPr id="65" name="TextBox 28"/>
            <p:cNvSpPr/>
            <p:nvPr/>
          </p:nvSpPr>
          <p:spPr>
            <a:xfrm>
              <a:off x="3111840" y="7416360"/>
              <a:ext cx="12522600" cy="469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7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6" name="Group 2"/>
          <p:cNvGrpSpPr/>
          <p:nvPr/>
        </p:nvGrpSpPr>
        <p:grpSpPr>
          <a:xfrm>
            <a:off x="736920" y="4809240"/>
            <a:ext cx="19824840" cy="17640"/>
            <a:chOff x="736920" y="4809240"/>
            <a:chExt cx="19824840" cy="17640"/>
          </a:xfrm>
        </p:grpSpPr>
        <p:sp>
          <p:nvSpPr>
            <p:cNvPr id="67" name="Freeform 2"/>
            <p:cNvSpPr/>
            <p:nvPr/>
          </p:nvSpPr>
          <p:spPr>
            <a:xfrm>
              <a:off x="736920" y="4809240"/>
              <a:ext cx="19824840" cy="17640"/>
            </a:xfrm>
            <a:custGeom>
              <a:avLst/>
              <a:gdLst>
                <a:gd name="textAreaLeft" fmla="*/ 0 w 19824840"/>
                <a:gd name="textAreaRight" fmla="*/ 19834200 w 19824840"/>
                <a:gd name="textAreaTop" fmla="*/ 0 h 17640"/>
                <a:gd name="textAreaBottom" fmla="*/ 27000 h 17640"/>
              </a:gdLst>
              <a:ahLst/>
              <a:cxnLst/>
              <a:rect l="textAreaLeft" t="textAreaTop" r="textAreaRight" b="textAreaBottom"/>
              <a:pathLst>
                <a:path w="26445718" h="35941">
                  <a:moveTo>
                    <a:pt x="0" y="0"/>
                  </a:moveTo>
                  <a:lnTo>
                    <a:pt x="26445718" y="0"/>
                  </a:lnTo>
                  <a:lnTo>
                    <a:pt x="264457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14"/>
          <p:cNvSpPr/>
          <p:nvPr/>
        </p:nvSpPr>
        <p:spPr>
          <a:xfrm>
            <a:off x="736920" y="3936240"/>
            <a:ext cx="1306224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PERFIL PROFESIONAL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5"/>
          <p:cNvSpPr/>
          <p:nvPr/>
        </p:nvSpPr>
        <p:spPr>
          <a:xfrm>
            <a:off x="736920" y="4929120"/>
            <a:ext cx="198068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4"/>
              </a:lnSpc>
            </a:pPr>
            <a:r>
              <a:rPr lang="en-US" sz="269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endParaRPr lang="es-AR" sz="2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Freeform 6"/>
          <p:cNvSpPr/>
          <p:nvPr/>
        </p:nvSpPr>
        <p:spPr>
          <a:xfrm>
            <a:off x="0" y="360720"/>
            <a:ext cx="9604800" cy="3396960"/>
          </a:xfrm>
          <a:custGeom>
            <a:avLst/>
            <a:gdLst>
              <a:gd name="textAreaLeft" fmla="*/ 0 w 9604800"/>
              <a:gd name="textAreaRight" fmla="*/ 9617400 w 9604800"/>
              <a:gd name="textAreaTop" fmla="*/ 0 h 3396960"/>
              <a:gd name="textAreaBottom" fmla="*/ 3409200 h 3396960"/>
            </a:gdLst>
            <a:ahLst/>
            <a:cxnLst/>
            <a:rect l="textAreaLeft" t="textAreaTop" r="textAreaRight" b="textAreaBottom"/>
            <a:pathLst>
              <a:path w="9617439" h="4035127">
                <a:moveTo>
                  <a:pt x="0" y="0"/>
                </a:moveTo>
                <a:lnTo>
                  <a:pt x="9617439" y="0"/>
                </a:lnTo>
                <a:lnTo>
                  <a:pt x="9617439" y="4035128"/>
                </a:lnTo>
                <a:lnTo>
                  <a:pt x="0" y="4035128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7"/>
          <p:cNvSpPr/>
          <p:nvPr/>
        </p:nvSpPr>
        <p:spPr>
          <a:xfrm>
            <a:off x="12780000" y="995040"/>
            <a:ext cx="827784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791"/>
              </a:lnSpc>
            </a:pPr>
            <a:r>
              <a:rPr lang="en-US" sz="526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{{name}}</a:t>
            </a:r>
            <a:endParaRPr lang="es-AR" sz="5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366"/>
              </a:lnSpc>
            </a:pPr>
            <a:r>
              <a:rPr lang="en-US" sz="32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41"/>
          <p:cNvSpPr/>
          <p:nvPr/>
        </p:nvSpPr>
        <p:spPr>
          <a:xfrm>
            <a:off x="7553520" y="39600"/>
            <a:ext cx="2696040" cy="6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8280360" y="1080"/>
            <a:ext cx="3769560" cy="3769560"/>
          </a:xfrm>
          <a:prstGeom prst="flowChartConnector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8100000" y="-16560"/>
            <a:ext cx="3050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2"/>
          <p:cNvSpPr/>
          <p:nvPr/>
        </p:nvSpPr>
        <p:spPr>
          <a:xfrm>
            <a:off x="540360" y="720360"/>
            <a:ext cx="7198560" cy="20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+{{contact_phone}}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Group 7"/>
          <p:cNvGrpSpPr/>
          <p:nvPr/>
        </p:nvGrpSpPr>
        <p:grpSpPr>
          <a:xfrm>
            <a:off x="711000" y="19766880"/>
            <a:ext cx="19776240" cy="16560"/>
            <a:chOff x="711000" y="19766880"/>
            <a:chExt cx="19776240" cy="16560"/>
          </a:xfrm>
        </p:grpSpPr>
        <p:sp>
          <p:nvSpPr>
            <p:cNvPr id="77" name="Freeform 1"/>
            <p:cNvSpPr/>
            <p:nvPr/>
          </p:nvSpPr>
          <p:spPr>
            <a:xfrm>
              <a:off x="711000" y="19766880"/>
              <a:ext cx="19776240" cy="16560"/>
            </a:xfrm>
            <a:custGeom>
              <a:avLst/>
              <a:gdLst>
                <a:gd name="textAreaLeft" fmla="*/ 0 w 19776240"/>
                <a:gd name="textAreaRight" fmla="*/ 19786680 w 1977624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9"/>
          <p:cNvGrpSpPr/>
          <p:nvPr/>
        </p:nvGrpSpPr>
        <p:grpSpPr>
          <a:xfrm>
            <a:off x="731520" y="25231680"/>
            <a:ext cx="19846080" cy="16560"/>
            <a:chOff x="731520" y="25231680"/>
            <a:chExt cx="19846080" cy="16560"/>
          </a:xfrm>
        </p:grpSpPr>
        <p:sp>
          <p:nvSpPr>
            <p:cNvPr id="79" name="Freeform 10"/>
            <p:cNvSpPr/>
            <p:nvPr/>
          </p:nvSpPr>
          <p:spPr>
            <a:xfrm>
              <a:off x="731520" y="25231680"/>
              <a:ext cx="19846080" cy="16560"/>
            </a:xfrm>
            <a:custGeom>
              <a:avLst/>
              <a:gdLst>
                <a:gd name="textAreaLeft" fmla="*/ 0 w 19846080"/>
                <a:gd name="textAreaRight" fmla="*/ 19856520 w 1984608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11"/>
          <p:cNvSpPr/>
          <p:nvPr/>
        </p:nvSpPr>
        <p:spPr>
          <a:xfrm>
            <a:off x="719640" y="24399360"/>
            <a:ext cx="1509408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CURSOS Y CAPACITACIONES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2"/>
          <p:cNvSpPr/>
          <p:nvPr/>
        </p:nvSpPr>
        <p:spPr>
          <a:xfrm>
            <a:off x="719640" y="25477200"/>
            <a:ext cx="19823400" cy="11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Freeform 13"/>
          <p:cNvSpPr/>
          <p:nvPr/>
        </p:nvSpPr>
        <p:spPr>
          <a:xfrm>
            <a:off x="360" y="30019320"/>
            <a:ext cx="21382560" cy="262440"/>
          </a:xfrm>
          <a:custGeom>
            <a:avLst/>
            <a:gdLst>
              <a:gd name="textAreaLeft" fmla="*/ 0 w 21382560"/>
              <a:gd name="textAreaRight" fmla="*/ 21393000 w 21382560"/>
              <a:gd name="textAreaTop" fmla="*/ 0 h 262440"/>
              <a:gd name="textAreaBottom" fmla="*/ 265680 h 262440"/>
            </a:gdLst>
            <a:ahLst/>
            <a:cxnLst/>
            <a:rect l="textAreaLeft" t="textAreaTop" r="textAreaRight" b="textAreaBottom"/>
            <a:pathLst>
              <a:path w="21392989" h="1219584">
                <a:moveTo>
                  <a:pt x="0" y="0"/>
                </a:moveTo>
                <a:lnTo>
                  <a:pt x="21392989" y="0"/>
                </a:lnTo>
                <a:lnTo>
                  <a:pt x="21392989" y="1219584"/>
                </a:lnTo>
                <a:lnTo>
                  <a:pt x="0" y="1219584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9"/>
          <p:cNvSpPr/>
          <p:nvPr/>
        </p:nvSpPr>
        <p:spPr>
          <a:xfrm>
            <a:off x="688680" y="19055160"/>
            <a:ext cx="1978056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FORMACIÓN ACADÉMICA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20"/>
          <p:cNvSpPr/>
          <p:nvPr/>
        </p:nvSpPr>
        <p:spPr>
          <a:xfrm>
            <a:off x="785160" y="19756800"/>
            <a:ext cx="19733760" cy="93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{{edu_1_degree}}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{{edu_1_school}}  {{edu_1_years}}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{{edu_2_degree}}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{{edu_2_school}}  {{edu_2_years}}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"/>
          <p:cNvSpPr/>
          <p:nvPr/>
        </p:nvSpPr>
        <p:spPr>
          <a:xfrm>
            <a:off x="771840" y="25153200"/>
            <a:ext cx="19823400" cy="189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oup 1"/>
          <p:cNvGrpSpPr/>
          <p:nvPr/>
        </p:nvGrpSpPr>
        <p:grpSpPr>
          <a:xfrm>
            <a:off x="711000" y="21350880"/>
            <a:ext cx="19776240" cy="16560"/>
            <a:chOff x="711000" y="21350880"/>
            <a:chExt cx="19776240" cy="16560"/>
          </a:xfrm>
        </p:grpSpPr>
        <p:sp>
          <p:nvSpPr>
            <p:cNvPr id="87" name="Freeform 3"/>
            <p:cNvSpPr/>
            <p:nvPr/>
          </p:nvSpPr>
          <p:spPr>
            <a:xfrm>
              <a:off x="711000" y="21350880"/>
              <a:ext cx="19776240" cy="16560"/>
            </a:xfrm>
            <a:custGeom>
              <a:avLst/>
              <a:gdLst>
                <a:gd name="textAreaLeft" fmla="*/ 0 w 19776240"/>
                <a:gd name="textAreaRight" fmla="*/ 19786680 w 1977624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8" name="TextBox 2"/>
          <p:cNvSpPr/>
          <p:nvPr/>
        </p:nvSpPr>
        <p:spPr>
          <a:xfrm>
            <a:off x="688680" y="20639160"/>
            <a:ext cx="1978056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FORMACIÓN ACADÉMICA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3"/>
          <p:cNvSpPr/>
          <p:nvPr/>
        </p:nvSpPr>
        <p:spPr>
          <a:xfrm>
            <a:off x="317160" y="21435120"/>
            <a:ext cx="19733760" cy="302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0" name="Group 3"/>
          <p:cNvGrpSpPr/>
          <p:nvPr/>
        </p:nvGrpSpPr>
        <p:grpSpPr>
          <a:xfrm>
            <a:off x="731520" y="27140040"/>
            <a:ext cx="19846080" cy="16560"/>
            <a:chOff x="731520" y="27140040"/>
            <a:chExt cx="19846080" cy="16560"/>
          </a:xfrm>
        </p:grpSpPr>
        <p:sp>
          <p:nvSpPr>
            <p:cNvPr id="91" name="Freeform 4"/>
            <p:cNvSpPr/>
            <p:nvPr/>
          </p:nvSpPr>
          <p:spPr>
            <a:xfrm>
              <a:off x="731520" y="27140040"/>
              <a:ext cx="19846080" cy="16560"/>
            </a:xfrm>
            <a:custGeom>
              <a:avLst/>
              <a:gdLst>
                <a:gd name="textAreaLeft" fmla="*/ 0 w 19846080"/>
                <a:gd name="textAreaRight" fmla="*/ 19856520 w 1984608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2" name="TextBox 4"/>
          <p:cNvSpPr/>
          <p:nvPr/>
        </p:nvSpPr>
        <p:spPr>
          <a:xfrm>
            <a:off x="719640" y="26307720"/>
            <a:ext cx="1509408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COMPETENCIAS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5"/>
          <p:cNvSpPr/>
          <p:nvPr/>
        </p:nvSpPr>
        <p:spPr>
          <a:xfrm>
            <a:off x="719640" y="27385560"/>
            <a:ext cx="19823400" cy="11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6"/>
          <p:cNvSpPr/>
          <p:nvPr/>
        </p:nvSpPr>
        <p:spPr>
          <a:xfrm>
            <a:off x="771840" y="27169560"/>
            <a:ext cx="19823400" cy="331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DAG9kkGcXe8</dc:identifier>
  <dc:language>es-AR</dc:language>
  <cp:lastModifiedBy/>
  <dcterms:modified xsi:type="dcterms:W3CDTF">2026-03-08T21:05:29Z</dcterms:modified>
  <cp:revision>36</cp:revision>
  <dc:subject/>
  <dc:title>Plantilla_oficial_13.pptx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