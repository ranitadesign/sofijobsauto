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Nova"/>
    </p:embeddedFont>
    <p:embeddedFont>
      <p:font typeface="Montserrat"/>
      <p:regular r:id="rId4"/>
      <p:bold r:id="rId4"/>
    </p:embeddedFont>
    <p:embeddedFont>
      <p:font typeface="Poppins"/>
      <p:regular r:id="rId5"/>
      <p:bold r:id="rId5"/>
    </p:embeddedFont>
    <p:embeddedFont>
      <p:font typeface="Poppins Bold"/>
    </p:embeddedFont>
    <p:embeddedFont>
      <p:font typeface="Montserrat Bold"/>
    </p:embeddedFont>
    <p:embeddedFont>
      <p:font typeface="Microsoft YaHei"/>
      <p:regular r:id="rId6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ontserrat_Regular.fntdata"/><Relationship Id="rId5" Type="http://schemas.openxmlformats.org/officeDocument/2006/relationships/font" Target="fonts/Font_2_Poppins_Regular.fntdata"/><Relationship Id="rId6" Type="http://schemas.openxmlformats.org/officeDocument/2006/relationships/font" Target="fonts/Font_3_Microsoft_YaHei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680" cy="113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1680" cy="451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984821-26F7-4B7F-A48A-4A3CBA19A4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4480" cy="135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4480" cy="149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7A5E2F-5D6C-445E-AE3E-FD7E47DE6B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680" cy="113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0560" cy="451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0560" cy="451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24298B-FDDF-4012-BFAA-B26F345C97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680" cy="113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2360" cy="63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2360" cy="39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3800" cy="63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3800" cy="39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8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997878-BC24-47AA-9B91-95C857796A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680" cy="113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D1C7A5-101A-43C8-95DB-A0F4B77FCE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2306FF-32C3-49E2-8E57-699508DF4B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0240" cy="115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3720" cy="584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0240" cy="468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C5B00C-58F2-4F92-AA71-2AD5E71A78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8480" cy="55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8480" cy="410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8480" cy="79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CBBA22-35B8-4E92-BA09-6C363C3318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4480" cy="146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3A85DF-2683-4C99-8619-26BC8373E4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680" cy="113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1680" cy="451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442B74-F8E1-4E82-8FBF-2689DABC68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9480" cy="584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2000" cy="584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756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58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796101-D9F3-4329-A8A4-09CBC75C4C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736920" y="4808880"/>
            <a:ext cx="19826280" cy="19080"/>
            <a:chOff x="736920" y="4808880"/>
            <a:chExt cx="19826280" cy="19080"/>
          </a:xfrm>
        </p:grpSpPr>
        <p:sp>
          <p:nvSpPr>
            <p:cNvPr id="60" name="Freeform 3"/>
            <p:cNvSpPr/>
            <p:nvPr/>
          </p:nvSpPr>
          <p:spPr>
            <a:xfrm>
              <a:off x="736920" y="4808880"/>
              <a:ext cx="19826280" cy="19080"/>
            </a:xfrm>
            <a:custGeom>
              <a:avLst/>
              <a:gdLst>
                <a:gd name="textAreaLeft" fmla="*/ 0 w 19826280"/>
                <a:gd name="textAreaRight" fmla="*/ 19834200 w 19826280"/>
                <a:gd name="textAreaTop" fmla="*/ 0 h 19080"/>
                <a:gd name="textAreaBottom" fmla="*/ 27000 h 19080"/>
              </a:gdLst>
              <a:ahLst/>
              <a:cxnLst/>
              <a:rect l="textAreaLeft" t="textAreaTop" r="textAreaRight" b="textAreaBottom"/>
              <a:pathLst>
                <a:path w="26445718" h="35941">
                  <a:moveTo>
                    <a:pt x="0" y="0"/>
                  </a:moveTo>
                  <a:lnTo>
                    <a:pt x="26445718" y="0"/>
                  </a:lnTo>
                  <a:lnTo>
                    <a:pt x="264457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4"/>
          <p:cNvGrpSpPr/>
          <p:nvPr/>
        </p:nvGrpSpPr>
        <p:grpSpPr>
          <a:xfrm>
            <a:off x="753480" y="8103600"/>
            <a:ext cx="19903320" cy="19080"/>
            <a:chOff x="753480" y="8103600"/>
            <a:chExt cx="19903320" cy="19080"/>
          </a:xfrm>
        </p:grpSpPr>
        <p:sp>
          <p:nvSpPr>
            <p:cNvPr id="62" name="Freeform 5"/>
            <p:cNvSpPr/>
            <p:nvPr/>
          </p:nvSpPr>
          <p:spPr>
            <a:xfrm>
              <a:off x="753480" y="8103600"/>
              <a:ext cx="19903320" cy="19080"/>
            </a:xfrm>
            <a:custGeom>
              <a:avLst/>
              <a:gdLst>
                <a:gd name="textAreaLeft" fmla="*/ 0 w 19903320"/>
                <a:gd name="textAreaRight" fmla="*/ 19911240 w 19903320"/>
                <a:gd name="textAreaTop" fmla="*/ 0 h 19080"/>
                <a:gd name="textAreaBottom" fmla="*/ 27000 h 19080"/>
              </a:gdLst>
              <a:ahLst/>
              <a:cxnLst/>
              <a:rect l="textAreaLeft" t="textAreaTop" r="textAreaRight" b="textAreaBottom"/>
              <a:pathLst>
                <a:path w="26548335" h="35941">
                  <a:moveTo>
                    <a:pt x="0" y="0"/>
                  </a:moveTo>
                  <a:lnTo>
                    <a:pt x="26548335" y="0"/>
                  </a:lnTo>
                  <a:lnTo>
                    <a:pt x="26548335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Freeform 6"/>
          <p:cNvSpPr/>
          <p:nvPr/>
        </p:nvSpPr>
        <p:spPr>
          <a:xfrm>
            <a:off x="0" y="360000"/>
            <a:ext cx="9609480" cy="3401640"/>
          </a:xfrm>
          <a:custGeom>
            <a:avLst/>
            <a:gdLst>
              <a:gd name="textAreaLeft" fmla="*/ 0 w 9609480"/>
              <a:gd name="textAreaRight" fmla="*/ 9617400 w 9609480"/>
              <a:gd name="textAreaTop" fmla="*/ 0 h 3401640"/>
              <a:gd name="textAreaBottom" fmla="*/ 3409200 h 3401640"/>
            </a:gdLst>
            <a:ahLst/>
            <a:cxnLst/>
            <a:rect l="textAreaLeft" t="textAreaTop" r="textAreaRight" b="textAreaBottom"/>
            <a:pathLst>
              <a:path w="9617439" h="4035127">
                <a:moveTo>
                  <a:pt x="0" y="0"/>
                </a:moveTo>
                <a:lnTo>
                  <a:pt x="9617439" y="0"/>
                </a:lnTo>
                <a:lnTo>
                  <a:pt x="9617439" y="4035128"/>
                </a:lnTo>
                <a:lnTo>
                  <a:pt x="0" y="4035128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7"/>
          <p:cNvGrpSpPr/>
          <p:nvPr/>
        </p:nvGrpSpPr>
        <p:grpSpPr>
          <a:xfrm>
            <a:off x="728640" y="25243920"/>
            <a:ext cx="19778760" cy="19080"/>
            <a:chOff x="728640" y="25243920"/>
            <a:chExt cx="19778760" cy="19080"/>
          </a:xfrm>
        </p:grpSpPr>
        <p:sp>
          <p:nvSpPr>
            <p:cNvPr id="65" name="Freeform 8"/>
            <p:cNvSpPr/>
            <p:nvPr/>
          </p:nvSpPr>
          <p:spPr>
            <a:xfrm>
              <a:off x="728640" y="25243920"/>
              <a:ext cx="19778760" cy="19080"/>
            </a:xfrm>
            <a:custGeom>
              <a:avLst/>
              <a:gdLst>
                <a:gd name="textAreaLeft" fmla="*/ 0 w 19778760"/>
                <a:gd name="textAreaRight" fmla="*/ 19786680 w 19778760"/>
                <a:gd name="textAreaTop" fmla="*/ 0 h 19080"/>
                <a:gd name="textAreaBottom" fmla="*/ 27000 h 19080"/>
              </a:gdLst>
              <a:ahLst/>
              <a:cxnLst/>
              <a:rect l="textAreaLeft" t="textAreaTop" r="textAreaRight" b="textAreaBottom"/>
              <a:pathLst>
                <a:path w="26382218" h="35941">
                  <a:moveTo>
                    <a:pt x="0" y="0"/>
                  </a:moveTo>
                  <a:lnTo>
                    <a:pt x="26382218" y="0"/>
                  </a:lnTo>
                  <a:lnTo>
                    <a:pt x="263822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" name="Group 9"/>
          <p:cNvGrpSpPr/>
          <p:nvPr/>
        </p:nvGrpSpPr>
        <p:grpSpPr>
          <a:xfrm>
            <a:off x="731160" y="27355320"/>
            <a:ext cx="19848600" cy="19080"/>
            <a:chOff x="731160" y="27355320"/>
            <a:chExt cx="19848600" cy="19080"/>
          </a:xfrm>
        </p:grpSpPr>
        <p:sp>
          <p:nvSpPr>
            <p:cNvPr id="67" name="Freeform 10"/>
            <p:cNvSpPr/>
            <p:nvPr/>
          </p:nvSpPr>
          <p:spPr>
            <a:xfrm>
              <a:off x="731160" y="27355320"/>
              <a:ext cx="19848600" cy="19080"/>
            </a:xfrm>
            <a:custGeom>
              <a:avLst/>
              <a:gdLst>
                <a:gd name="textAreaLeft" fmla="*/ 0 w 19848600"/>
                <a:gd name="textAreaRight" fmla="*/ 19856520 w 19848600"/>
                <a:gd name="textAreaTop" fmla="*/ 0 h 19080"/>
                <a:gd name="textAreaBottom" fmla="*/ 27000 h 19080"/>
              </a:gdLst>
              <a:ahLst/>
              <a:cxnLst/>
              <a:rect l="textAreaLeft" t="textAreaTop" r="textAreaRight" b="textAreaBottom"/>
              <a:pathLst>
                <a:path w="26475183" h="35941">
                  <a:moveTo>
                    <a:pt x="0" y="0"/>
                  </a:moveTo>
                  <a:lnTo>
                    <a:pt x="26475183" y="0"/>
                  </a:lnTo>
                  <a:lnTo>
                    <a:pt x="2647518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TextBox 11"/>
          <p:cNvSpPr/>
          <p:nvPr/>
        </p:nvSpPr>
        <p:spPr>
          <a:xfrm>
            <a:off x="719280" y="26523000"/>
            <a:ext cx="1509660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Poppins"/>
                <a:ea typeface="Montserrat Bold"/>
              </a:rPr>
              <a:t>CURSOS Y CAPACITACIONES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2"/>
          <p:cNvSpPr/>
          <p:nvPr/>
        </p:nvSpPr>
        <p:spPr>
          <a:xfrm>
            <a:off x="719280" y="27348840"/>
            <a:ext cx="19825920" cy="23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21840" lvl="2" indent="-407160" defTabSz="914400">
              <a:lnSpc>
                <a:spcPts val="4697"/>
              </a:lnSpc>
              <a:buClr>
                <a:srgbClr val="343434"/>
              </a:buClr>
              <a:buFont typeface="Arial"/>
              <a:buChar char="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{{it_1}}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1840" lvl="2" indent="-407160" defTabSz="914400">
              <a:lnSpc>
                <a:spcPts val="4697"/>
              </a:lnSpc>
              <a:buClr>
                <a:srgbClr val="343434"/>
              </a:buClr>
              <a:buFont typeface="Arial"/>
              <a:buChar char="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{{it_2}}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1840" lvl="2" indent="-407160" defTabSz="914400">
              <a:lnSpc>
                <a:spcPts val="4697"/>
              </a:lnSpc>
              <a:buClr>
                <a:srgbClr val="343434"/>
              </a:buClr>
              <a:buFont typeface="Arial"/>
              <a:buChar char="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{{it_3}}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9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Freeform 13"/>
          <p:cNvSpPr/>
          <p:nvPr/>
        </p:nvSpPr>
        <p:spPr>
          <a:xfrm>
            <a:off x="0" y="29520000"/>
            <a:ext cx="21385080" cy="727920"/>
          </a:xfrm>
          <a:custGeom>
            <a:avLst/>
            <a:gdLst>
              <a:gd name="textAreaLeft" fmla="*/ 0 w 21385080"/>
              <a:gd name="textAreaRight" fmla="*/ 21393000 w 21385080"/>
              <a:gd name="textAreaTop" fmla="*/ 0 h 727920"/>
              <a:gd name="textAreaBottom" fmla="*/ 735480 h 727920"/>
            </a:gdLst>
            <a:ahLst/>
            <a:cxnLst/>
            <a:rect l="textAreaLeft" t="textAreaTop" r="textAreaRight" b="textAreaBottom"/>
            <a:pathLst>
              <a:path w="21392989" h="1219584">
                <a:moveTo>
                  <a:pt x="0" y="0"/>
                </a:moveTo>
                <a:lnTo>
                  <a:pt x="21392989" y="0"/>
                </a:lnTo>
                <a:lnTo>
                  <a:pt x="21392989" y="1219584"/>
                </a:lnTo>
                <a:lnTo>
                  <a:pt x="0" y="1219584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4"/>
          <p:cNvSpPr/>
          <p:nvPr/>
        </p:nvSpPr>
        <p:spPr>
          <a:xfrm>
            <a:off x="736920" y="3935880"/>
            <a:ext cx="1306368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Poppins"/>
                <a:ea typeface="Montserrat Bold"/>
              </a:rPr>
              <a:t>PERFIL PROFESIONAL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5"/>
          <p:cNvSpPr/>
          <p:nvPr/>
        </p:nvSpPr>
        <p:spPr>
          <a:xfrm>
            <a:off x="736920" y="4928760"/>
            <a:ext cx="1980828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64"/>
              </a:lnSpc>
            </a:pPr>
            <a:r>
              <a:rPr lang="en-US" sz="2690" b="0" u="none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{{about}}</a:t>
            </a:r>
            <a:endParaRPr lang="es-AR" sz="2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6"/>
          <p:cNvSpPr/>
          <p:nvPr/>
        </p:nvSpPr>
        <p:spPr>
          <a:xfrm>
            <a:off x="740160" y="7399080"/>
            <a:ext cx="1513836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30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Poppins"/>
                <a:ea typeface="Montserrat Bold"/>
              </a:rPr>
              <a:t>EXPERIENCIA LABORAL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7"/>
          <p:cNvSpPr/>
          <p:nvPr/>
        </p:nvSpPr>
        <p:spPr>
          <a:xfrm>
            <a:off x="12780000" y="994320"/>
            <a:ext cx="9081360" cy="7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791"/>
              </a:lnSpc>
            </a:pPr>
            <a:r>
              <a:rPr lang="en-US" sz="5260" b="1" u="none" strike="noStrike">
                <a:solidFill>
                  <a:srgbClr val="c0504d"/>
                </a:solidFill>
                <a:effectLst/>
                <a:uFillTx/>
                <a:latin typeface="Poppins"/>
                <a:ea typeface="Montserrat Bold"/>
              </a:rPr>
              <a:t>{{name}}</a:t>
            </a:r>
            <a:endParaRPr lang="es-AR" sz="5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8"/>
          <p:cNvSpPr/>
          <p:nvPr/>
        </p:nvSpPr>
        <p:spPr>
          <a:xfrm>
            <a:off x="12780000" y="2160000"/>
            <a:ext cx="9081000" cy="6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366"/>
              </a:lnSpc>
            </a:pPr>
            <a:r>
              <a:rPr lang="en-US" sz="3200" b="1" u="none" strike="noStrike">
                <a:solidFill>
                  <a:srgbClr val="c0504d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9"/>
          <p:cNvSpPr/>
          <p:nvPr/>
        </p:nvSpPr>
        <p:spPr>
          <a:xfrm>
            <a:off x="706320" y="24388200"/>
            <a:ext cx="1978308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Poppins"/>
                <a:ea typeface="Montserrat Bold"/>
              </a:rPr>
              <a:t>FORMACIÓN ACADÉMICA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0"/>
          <p:cNvSpPr/>
          <p:nvPr/>
        </p:nvSpPr>
        <p:spPr>
          <a:xfrm>
            <a:off x="753480" y="25109640"/>
            <a:ext cx="19736280" cy="12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049040" lvl="2" indent="-349560" defTabSz="914400">
              <a:lnSpc>
                <a:spcPts val="4810"/>
              </a:lnSpc>
              <a:buClr>
                <a:srgbClr val="343434"/>
              </a:buClr>
              <a:buFont typeface="Arial"/>
              <a:buChar char="⚬"/>
            </a:pPr>
            <a:r>
              <a:rPr lang="en-US" sz="2430" b="1" u="none" spc="40" strike="noStrike">
                <a:solidFill>
                  <a:srgbClr val="343434"/>
                </a:solidFill>
                <a:effectLst/>
                <a:uFillTx/>
                <a:latin typeface="Nova"/>
                <a:ea typeface="Montserrat Bold"/>
              </a:rPr>
              <a:t>{{edu_1_degree}}  </a:t>
            </a:r>
            <a:r>
              <a:rPr lang="en-US" sz="2430" b="0" u="none" spc="40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{{edu_1_school}}  {{edu_1_years}}</a:t>
            </a:r>
            <a:endParaRPr lang="es-A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49040" lvl="2" indent="-349560" defTabSz="914400">
              <a:lnSpc>
                <a:spcPts val="4810"/>
              </a:lnSpc>
              <a:buClr>
                <a:srgbClr val="343434"/>
              </a:buClr>
              <a:buFont typeface="Arial"/>
              <a:buChar char="⚬"/>
            </a:pPr>
            <a:r>
              <a:rPr lang="en-US" sz="2430" b="1" u="none" spc="40" strike="noStrike">
                <a:solidFill>
                  <a:srgbClr val="343434"/>
                </a:solidFill>
                <a:effectLst/>
                <a:uFillTx/>
                <a:latin typeface="Nova"/>
                <a:ea typeface="Montserrat Bold"/>
              </a:rPr>
              <a:t>{{edu_2_degree}}  </a:t>
            </a:r>
            <a:r>
              <a:rPr lang="en-US" sz="2430" b="0" u="none" spc="40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{{edu_2_school}}  {{edu_2_years}}</a:t>
            </a:r>
            <a:endParaRPr lang="es-A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1"/>
          <p:cNvSpPr/>
          <p:nvPr/>
        </p:nvSpPr>
        <p:spPr>
          <a:xfrm>
            <a:off x="166680" y="2035080"/>
            <a:ext cx="7928640" cy="5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41"/>
              </a:lnSpc>
            </a:pPr>
            <a:r>
              <a:rPr lang="en-US" sz="260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{{contact_email}}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2"/>
          <p:cNvSpPr/>
          <p:nvPr/>
        </p:nvSpPr>
        <p:spPr>
          <a:xfrm>
            <a:off x="180000" y="720000"/>
            <a:ext cx="7915320" cy="5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41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+{{contact_phone}}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3"/>
          <p:cNvSpPr/>
          <p:nvPr/>
        </p:nvSpPr>
        <p:spPr>
          <a:xfrm>
            <a:off x="180000" y="1361160"/>
            <a:ext cx="7915320" cy="5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41"/>
              </a:lnSpc>
            </a:pPr>
            <a:r>
              <a:rPr lang="en-US" sz="260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{{contact_location}}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4"/>
          <p:cNvSpPr/>
          <p:nvPr/>
        </p:nvSpPr>
        <p:spPr>
          <a:xfrm>
            <a:off x="180000" y="2747880"/>
            <a:ext cx="6744240" cy="5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41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Disponibilidad full time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" name="Group 25"/>
          <p:cNvGrpSpPr/>
          <p:nvPr/>
        </p:nvGrpSpPr>
        <p:grpSpPr>
          <a:xfrm>
            <a:off x="726840" y="8388360"/>
            <a:ext cx="20096640" cy="7991640"/>
            <a:chOff x="726840" y="8388360"/>
            <a:chExt cx="20096640" cy="7991640"/>
          </a:xfrm>
        </p:grpSpPr>
        <p:sp>
          <p:nvSpPr>
            <p:cNvPr id="83" name="TextBox 26"/>
            <p:cNvSpPr/>
            <p:nvPr/>
          </p:nvSpPr>
          <p:spPr>
            <a:xfrm>
              <a:off x="778680" y="8972280"/>
              <a:ext cx="14725080" cy="1891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73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27"/>
            <p:cNvSpPr/>
            <p:nvPr/>
          </p:nvSpPr>
          <p:spPr>
            <a:xfrm>
              <a:off x="726840" y="8388360"/>
              <a:ext cx="20096640" cy="7991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252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Poppins Bold"/>
                  <a:ea typeface="Poppins Bold"/>
                </a:rPr>
                <a:t>{{exp_1_role}}</a:t>
              </a:r>
              <a:r>
                <a:rPr lang="en-US" sz="2700" b="1" u="none" strike="noStrike">
                  <a:solidFill>
                    <a:srgbClr val="1e1e1e"/>
                  </a:solidFill>
                  <a:effectLst/>
                  <a:uFillTx/>
                  <a:latin typeface="Poppins Bold"/>
                  <a:ea typeface="Poppins Bold"/>
                </a:rPr>
                <a:t>  </a:t>
              </a:r>
              <a:r>
                <a:rPr lang="en-US" sz="2700" b="0" u="none" strike="noStrike">
                  <a:solidFill>
                    <a:srgbClr val="1e1e1e"/>
                  </a:solidFill>
                  <a:effectLst/>
                  <a:uFillTx/>
                  <a:latin typeface="Nova"/>
                  <a:ea typeface="Poppins"/>
                </a:rPr>
                <a:t>{{exp_1_company}}   {{exp_1_dates}}</a:t>
              </a:r>
              <a:endParaRPr lang="es-AR" sz="2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819"/>
                </a:lnSpc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Nova"/>
                  <a:ea typeface="Montserrat"/>
                </a:rPr>
                <a:t>{{exp_1_bullets_block}}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endParaRPr lang="es-AR" sz="2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Poppins Bold"/>
                  <a:ea typeface="Poppins Bold"/>
                </a:rPr>
                <a:t>{{exp_2_role}}</a:t>
              </a:r>
              <a:r>
                <a:rPr lang="en-US" sz="2700" b="1" u="none" strike="noStrike">
                  <a:solidFill>
                    <a:srgbClr val="1e1e1e"/>
                  </a:solidFill>
                  <a:effectLst/>
                  <a:uFillTx/>
                  <a:latin typeface="Poppins Bold"/>
                  <a:ea typeface="Poppins Bold"/>
                </a:rPr>
                <a:t>  </a:t>
              </a:r>
              <a:r>
                <a:rPr lang="en-US" sz="2700" b="0" u="none" strike="noStrike">
                  <a:solidFill>
                    <a:srgbClr val="1e1e1e"/>
                  </a:solidFill>
                  <a:effectLst/>
                  <a:uFillTx/>
                  <a:latin typeface="Nova"/>
                  <a:ea typeface="Poppins"/>
                </a:rPr>
                <a:t>{{exp_2_company}}   {{exp_2_dates}}</a:t>
              </a:r>
              <a:endParaRPr lang="es-AR" sz="2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819"/>
                </a:lnSpc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Nova"/>
                  <a:ea typeface="Montserrat"/>
                </a:rPr>
                <a:t>{{exp_2_bullets_block}}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endParaRPr lang="es-AR" sz="2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Poppins Bold"/>
                  <a:ea typeface="Poppins Bold"/>
                </a:rPr>
                <a:t>{{exp_3_role}}</a:t>
              </a:r>
              <a:r>
                <a:rPr lang="en-US" sz="2700" b="1" u="none" strike="noStrike">
                  <a:solidFill>
                    <a:srgbClr val="1e1e1e"/>
                  </a:solidFill>
                  <a:effectLst/>
                  <a:uFillTx/>
                  <a:latin typeface="Poppins Bold"/>
                  <a:ea typeface="Poppins Bold"/>
                </a:rPr>
                <a:t>  </a:t>
              </a:r>
              <a:r>
                <a:rPr lang="en-US" sz="2700" b="0" u="none" strike="noStrike">
                  <a:solidFill>
                    <a:srgbClr val="1e1e1e"/>
                  </a:solidFill>
                  <a:effectLst/>
                  <a:uFillTx/>
                  <a:latin typeface="Nova"/>
                  <a:ea typeface="Poppins"/>
                </a:rPr>
                <a:t>{{exp_3_company}}   {{exp_3_dates}}</a:t>
              </a:r>
              <a:endParaRPr lang="es-AR" sz="2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819"/>
                </a:lnSpc>
                <a:spcBef>
                  <a:spcPts val="283"/>
                </a:spcBef>
                <a:spcAft>
                  <a:spcPts val="283"/>
                </a:spcAft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Nova"/>
                  <a:ea typeface="Montserrat"/>
                </a:rPr>
                <a:t>{{exp_3_bullets_block}}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endParaRPr lang="es-AR" sz="2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Poppins Bold"/>
                  <a:ea typeface="Poppins Bold"/>
                </a:rPr>
                <a:t>{{exp_4_role}}</a:t>
              </a:r>
              <a:r>
                <a:rPr lang="en-US" sz="2700" b="1" u="none" strike="noStrike">
                  <a:solidFill>
                    <a:srgbClr val="1e1e1e"/>
                  </a:solidFill>
                  <a:effectLst/>
                  <a:uFillTx/>
                  <a:latin typeface="Poppins Bold"/>
                  <a:ea typeface="Poppins Bold"/>
                </a:rPr>
                <a:t> </a:t>
              </a:r>
              <a:r>
                <a:rPr lang="en-US" sz="2700" b="1" u="none" strike="noStrike">
                  <a:solidFill>
                    <a:srgbClr val="1e1e1e"/>
                  </a:solidFill>
                  <a:effectLst/>
                  <a:uFillTx/>
                  <a:latin typeface="Nova"/>
                  <a:ea typeface="Poppins Bold"/>
                </a:rPr>
                <a:t> </a:t>
              </a:r>
              <a:r>
                <a:rPr lang="en-US" sz="2700" b="0" u="none" strike="noStrike">
                  <a:solidFill>
                    <a:srgbClr val="1e1e1e"/>
                  </a:solidFill>
                  <a:effectLst/>
                  <a:uFillTx/>
                  <a:latin typeface="Nova"/>
                  <a:ea typeface="Poppins"/>
                </a:rPr>
                <a:t>{{exp_4_company}}   {{exp_3_dates}}</a:t>
              </a:r>
              <a:endParaRPr lang="es-AR" sz="2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819"/>
                </a:lnSpc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Nova"/>
                  <a:ea typeface="Montserrat"/>
                </a:rPr>
                <a:t>{{exp_4_bullets_block}}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endParaRPr lang="es-AR" sz="2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Poppins Bold"/>
                  <a:ea typeface="Poppins Bold"/>
                </a:rPr>
                <a:t>{{exp_5_role}}</a:t>
              </a:r>
              <a:r>
                <a:rPr lang="en-US" sz="2700" b="1" u="none" strike="noStrike">
                  <a:solidFill>
                    <a:srgbClr val="1e1e1e"/>
                  </a:solidFill>
                  <a:effectLst/>
                  <a:uFillTx/>
                  <a:latin typeface="Poppins Bold"/>
                  <a:ea typeface="Poppins Bold"/>
                </a:rPr>
                <a:t>  </a:t>
              </a:r>
              <a:r>
                <a:rPr lang="en-US" sz="2700" b="0" u="none" strike="noStrike">
                  <a:solidFill>
                    <a:srgbClr val="1e1e1e"/>
                  </a:solidFill>
                  <a:effectLst/>
                  <a:uFillTx/>
                  <a:latin typeface="Nova"/>
                  <a:ea typeface="Poppins"/>
                </a:rPr>
                <a:t>{{exp_5_company}}   {{exp_5_dates}}</a:t>
              </a:r>
              <a:endParaRPr lang="es-AR" sz="2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819"/>
                </a:lnSpc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Nova"/>
                  <a:ea typeface="Montserrat"/>
                </a:rPr>
                <a:t>{{exp_5_bullets_block}}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28"/>
            <p:cNvSpPr/>
            <p:nvPr/>
          </p:nvSpPr>
          <p:spPr>
            <a:xfrm>
              <a:off x="3111840" y="8388360"/>
              <a:ext cx="1252728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77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TextBox 41"/>
          <p:cNvSpPr/>
          <p:nvPr/>
        </p:nvSpPr>
        <p:spPr>
          <a:xfrm>
            <a:off x="7553520" y="38880"/>
            <a:ext cx="270072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3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8280360" y="360"/>
            <a:ext cx="3774240" cy="3774240"/>
          </a:xfrm>
          <a:prstGeom prst="flowChartConnector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8100000" y="-17280"/>
            <a:ext cx="3054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"/>
          <p:cNvSpPr/>
          <p:nvPr/>
        </p:nvSpPr>
        <p:spPr>
          <a:xfrm>
            <a:off x="3960360" y="27377280"/>
            <a:ext cx="19827000" cy="23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21840" lvl="2" indent="-407160" defTabSz="914400">
              <a:lnSpc>
                <a:spcPts val="4697"/>
              </a:lnSpc>
              <a:buClr>
                <a:srgbClr val="343434"/>
              </a:buClr>
              <a:buFont typeface="Arial"/>
              <a:buChar char="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{{cursos_1}}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1840" lvl="2" indent="-407160" defTabSz="914400">
              <a:lnSpc>
                <a:spcPts val="4697"/>
              </a:lnSpc>
              <a:buClr>
                <a:srgbClr val="343434"/>
              </a:buClr>
              <a:buFont typeface="Arial"/>
              <a:buChar char="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{{cursos_2}}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1840" lvl="2" indent="-407160" defTabSz="914400">
              <a:lnSpc>
                <a:spcPts val="4697"/>
              </a:lnSpc>
              <a:buClr>
                <a:srgbClr val="343434"/>
              </a:buClr>
              <a:buFont typeface="Arial"/>
              <a:buChar char="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{{cursos_3}}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9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DAG9kkGcXe8</dc:identifier>
  <dc:language>es-AR</dc:language>
  <cp:lastModifiedBy/>
  <dcterms:modified xsi:type="dcterms:W3CDTF">2026-01-14T16:18:41Z</dcterms:modified>
  <cp:revision>23</cp:revision>
  <dc:subject/>
  <dc:title>Plantilla_oficial_13.pptx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