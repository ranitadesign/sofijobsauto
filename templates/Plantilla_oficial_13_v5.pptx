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</p:embeddedFont>
    <p:embeddedFont>
      <p:font typeface="Poppins"/>
      <p:regular r:id="rId4"/>
      <p:bold r:id="rId4"/>
    </p:embeddedFont>
    <p:embeddedFont>
      <p:font typeface="Montserrat"/>
      <p:regular r:id="rId5"/>
      <p:bold r:id="rId5"/>
    </p:embeddedFont>
    <p:embeddedFont>
      <p:font typeface="Poppins Bold"/>
    </p:embeddedFont>
    <p:embeddedFont>
      <p:font typeface="Microsoft YaHei"/>
      <p:regular r:id="rId6"/>
    </p:embeddedFont>
    <p:embeddedFont>
      <p:font typeface="Montserrat Bold"/>
    </p:embeddedFont>
    <p:embeddedFont>
      <p:font typeface="Garet"/>
      <p:regular r:id="rId7"/>
      <p:bold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ontserrat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Gare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2720" cy="55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2720" cy="4101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2720" cy="791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180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C3A4C30-79D6-408E-8A6C-9418692EC3D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8720" cy="145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180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94EAC84-2113-4B98-BFF7-AAAF3618586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920" cy="112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5920" cy="4512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180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77B8D86-77B4-41D6-A594-4AB1E0B1F99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3720" cy="583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6240" cy="583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180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C84EA95-9C40-4F7A-B7C2-0D58EFF5BC5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920" cy="112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5920" cy="4512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180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CF9ED6E-0EC6-43A0-B18B-796A4D017A3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8720" cy="134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8720" cy="148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180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210E89B-FE1B-4C5F-955F-383D779012B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920" cy="112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4800" cy="4512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4800" cy="4512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180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0978356-2037-41A9-A6A6-970B8BC340F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920" cy="112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6600" cy="62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6600" cy="3937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8040" cy="62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8040" cy="3937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180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77BCC44-FEFE-4FB9-BA21-96A61DE9B99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920" cy="112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180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B9632EE-EB3E-432D-9260-F2640E40F74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180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7111157-50E7-464E-A0BA-BEF010F2486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4480" cy="114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7960" cy="583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4480" cy="467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180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CD4E24C-A815-4647-B7E1-849DED95033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4"/>
          <p:cNvGrpSpPr/>
          <p:nvPr/>
        </p:nvGrpSpPr>
        <p:grpSpPr>
          <a:xfrm>
            <a:off x="753480" y="7707600"/>
            <a:ext cx="19897560" cy="13320"/>
            <a:chOff x="753480" y="7707600"/>
            <a:chExt cx="19897560" cy="13320"/>
          </a:xfrm>
        </p:grpSpPr>
        <p:sp>
          <p:nvSpPr>
            <p:cNvPr id="60" name="Freeform 5"/>
            <p:cNvSpPr/>
            <p:nvPr/>
          </p:nvSpPr>
          <p:spPr>
            <a:xfrm>
              <a:off x="753480" y="7707600"/>
              <a:ext cx="19897560" cy="13320"/>
            </a:xfrm>
            <a:custGeom>
              <a:avLst/>
              <a:gdLst>
                <a:gd name="textAreaLeft" fmla="*/ 0 w 19897560"/>
                <a:gd name="textAreaRight" fmla="*/ 19911240 w 19897560"/>
                <a:gd name="textAreaTop" fmla="*/ 0 h 13320"/>
                <a:gd name="textAreaBottom" fmla="*/ 27000 h 13320"/>
              </a:gdLst>
              <a:ahLst/>
              <a:cxnLst/>
              <a:rect l="textAreaLeft" t="textAreaTop" r="textAreaRight" b="textAreaBottom"/>
              <a:pathLst>
                <a:path w="26548335" h="35941">
                  <a:moveTo>
                    <a:pt x="0" y="0"/>
                  </a:moveTo>
                  <a:lnTo>
                    <a:pt x="26548335" y="0"/>
                  </a:lnTo>
                  <a:lnTo>
                    <a:pt x="26548335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16"/>
          <p:cNvSpPr/>
          <p:nvPr/>
        </p:nvSpPr>
        <p:spPr>
          <a:xfrm>
            <a:off x="740160" y="7003080"/>
            <a:ext cx="15132600" cy="66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30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EXPERIENCIA LABORAL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25"/>
          <p:cNvGrpSpPr/>
          <p:nvPr/>
        </p:nvGrpSpPr>
        <p:grpSpPr>
          <a:xfrm>
            <a:off x="726840" y="7668360"/>
            <a:ext cx="20090880" cy="3960360"/>
            <a:chOff x="726840" y="7668360"/>
            <a:chExt cx="20090880" cy="3960360"/>
          </a:xfrm>
        </p:grpSpPr>
        <p:sp>
          <p:nvSpPr>
            <p:cNvPr id="63" name="TextBox 27"/>
            <p:cNvSpPr/>
            <p:nvPr/>
          </p:nvSpPr>
          <p:spPr>
            <a:xfrm>
              <a:off x="726840" y="7668360"/>
              <a:ext cx="20090880" cy="3960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2835"/>
                </a:lnSpc>
              </a:pPr>
              <a:r>
                <a:rPr lang="en-US" sz="2300" b="0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Garet"/>
                </a:rPr>
                <a:t>[[EXPERIENCE_BLOCK]]</a:t>
              </a:r>
              <a:endParaRPr lang="es-AR" sz="2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835"/>
                </a:lnSpc>
              </a:pPr>
              <a:r>
                <a:rPr lang="en-US" sz="23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{{exp_1_role}}  </a:t>
              </a:r>
              <a:r>
                <a:rPr lang="en-US" sz="23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{{exp_1_company}}   {{exp_1_dates}}</a:t>
              </a:r>
              <a:endParaRPr lang="es-AR" sz="2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835"/>
                </a:lnSpc>
              </a:pPr>
              <a:r>
                <a:rPr lang="es-AR" sz="23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{{exp_1_bullets_block}}</a:t>
              </a:r>
              <a:endParaRPr lang="es-AR" sz="2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835"/>
                </a:lnSpc>
              </a:pPr>
              <a:r>
                <a:rPr lang="en-US" sz="23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{{exp_2_role}}  </a:t>
              </a:r>
              <a:r>
                <a:rPr lang="en-US" sz="23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{{exp_2_company}}   {{exp_2_dates}}</a:t>
              </a:r>
              <a:endParaRPr lang="es-AR" sz="2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835"/>
                </a:lnSpc>
              </a:pPr>
              <a:r>
                <a:rPr lang="es-AR" sz="23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{{exp_2_bullets_block}}</a:t>
              </a:r>
              <a:endParaRPr lang="es-AR" sz="2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835"/>
                </a:lnSpc>
              </a:pPr>
              <a:r>
                <a:rPr lang="en-US" sz="23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{{exp_3_role}}  </a:t>
              </a:r>
              <a:r>
                <a:rPr lang="en-US" sz="23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{{exp_3_company}}   {{exp_3_dates}}</a:t>
              </a:r>
              <a:endParaRPr lang="es-AR" sz="2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835"/>
                </a:lnSpc>
              </a:pPr>
              <a:r>
                <a:rPr lang="es-AR" sz="23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{{exp_3_bullets_block}}</a:t>
              </a:r>
              <a:endParaRPr lang="es-AR" sz="2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835"/>
                </a:lnSpc>
              </a:pPr>
              <a:r>
                <a:rPr lang="en-US" sz="23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{{exp_4_role}}  </a:t>
              </a:r>
              <a:r>
                <a:rPr lang="en-US" sz="23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{{exp_4_company}}   {{exp_3_dates}}</a:t>
              </a:r>
              <a:endParaRPr lang="es-AR" sz="2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835"/>
                </a:lnSpc>
              </a:pPr>
              <a:r>
                <a:rPr lang="es-AR" sz="23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{{exp_4_bullets_block}}</a:t>
              </a:r>
              <a:endParaRPr lang="es-AR" sz="2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835"/>
                </a:lnSpc>
              </a:pPr>
              <a:r>
                <a:rPr lang="en-US" sz="23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{{exp_5_role}}  </a:t>
              </a:r>
              <a:r>
                <a:rPr lang="en-US" sz="23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{{exp_5_company}}   {{exp_5_dates}}</a:t>
              </a:r>
              <a:endParaRPr lang="es-AR" sz="2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835"/>
                </a:lnSpc>
              </a:pPr>
              <a:r>
                <a:rPr lang="es-AR" sz="23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{{exp_5_bullets_block}}</a:t>
              </a:r>
              <a:endParaRPr lang="es-AR" sz="2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4" name="Group 2"/>
          <p:cNvGrpSpPr/>
          <p:nvPr/>
        </p:nvGrpSpPr>
        <p:grpSpPr>
          <a:xfrm>
            <a:off x="736920" y="4809240"/>
            <a:ext cx="19823760" cy="16560"/>
            <a:chOff x="736920" y="4809240"/>
            <a:chExt cx="19823760" cy="16560"/>
          </a:xfrm>
        </p:grpSpPr>
        <p:sp>
          <p:nvSpPr>
            <p:cNvPr id="65" name="Freeform 2"/>
            <p:cNvSpPr/>
            <p:nvPr/>
          </p:nvSpPr>
          <p:spPr>
            <a:xfrm>
              <a:off x="736920" y="4809240"/>
              <a:ext cx="19823760" cy="16560"/>
            </a:xfrm>
            <a:custGeom>
              <a:avLst/>
              <a:gdLst>
                <a:gd name="textAreaLeft" fmla="*/ 0 w 19823760"/>
                <a:gd name="textAreaRight" fmla="*/ 19834200 w 19823760"/>
                <a:gd name="textAreaTop" fmla="*/ 0 h 16560"/>
                <a:gd name="textAreaBottom" fmla="*/ 27000 h 16560"/>
              </a:gdLst>
              <a:ahLst/>
              <a:cxnLst/>
              <a:rect l="textAreaLeft" t="textAreaTop" r="textAreaRight" b="textAreaBottom"/>
              <a:pathLst>
                <a:path w="26445718" h="35941">
                  <a:moveTo>
                    <a:pt x="0" y="0"/>
                  </a:moveTo>
                  <a:lnTo>
                    <a:pt x="26445718" y="0"/>
                  </a:lnTo>
                  <a:lnTo>
                    <a:pt x="264457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6" name="TextBox 14"/>
          <p:cNvSpPr/>
          <p:nvPr/>
        </p:nvSpPr>
        <p:spPr>
          <a:xfrm>
            <a:off x="736920" y="3936240"/>
            <a:ext cx="1306116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PERFIL PROFESIONAL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15"/>
          <p:cNvSpPr/>
          <p:nvPr/>
        </p:nvSpPr>
        <p:spPr>
          <a:xfrm>
            <a:off x="736920" y="4929120"/>
            <a:ext cx="1980576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64"/>
              </a:lnSpc>
            </a:pPr>
            <a:r>
              <a:rPr lang="en-US" sz="269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{{about}}</a:t>
            </a:r>
            <a:endParaRPr lang="es-AR" sz="2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Freeform 6"/>
          <p:cNvSpPr/>
          <p:nvPr/>
        </p:nvSpPr>
        <p:spPr>
          <a:xfrm>
            <a:off x="0" y="360720"/>
            <a:ext cx="9603720" cy="3395880"/>
          </a:xfrm>
          <a:custGeom>
            <a:avLst/>
            <a:gdLst>
              <a:gd name="textAreaLeft" fmla="*/ 0 w 9603720"/>
              <a:gd name="textAreaRight" fmla="*/ 9617400 w 9603720"/>
              <a:gd name="textAreaTop" fmla="*/ 0 h 3395880"/>
              <a:gd name="textAreaBottom" fmla="*/ 3409200 h 3395880"/>
            </a:gdLst>
            <a:ahLst/>
            <a:cxnLst/>
            <a:rect l="textAreaLeft" t="textAreaTop" r="textAreaRight" b="textAreaBottom"/>
            <a:pathLst>
              <a:path w="9617439" h="4035127">
                <a:moveTo>
                  <a:pt x="0" y="0"/>
                </a:moveTo>
                <a:lnTo>
                  <a:pt x="9617439" y="0"/>
                </a:lnTo>
                <a:lnTo>
                  <a:pt x="9617439" y="4035128"/>
                </a:lnTo>
                <a:lnTo>
                  <a:pt x="0" y="4035128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7"/>
          <p:cNvSpPr/>
          <p:nvPr/>
        </p:nvSpPr>
        <p:spPr>
          <a:xfrm>
            <a:off x="12780000" y="995040"/>
            <a:ext cx="827676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791"/>
              </a:lnSpc>
            </a:pPr>
            <a:r>
              <a:rPr lang="en-US" sz="526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Montserrat Bold"/>
              </a:rPr>
              <a:t>{{name}}</a:t>
            </a:r>
            <a:endParaRPr lang="es-AR" sz="5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366"/>
              </a:lnSpc>
            </a:pPr>
            <a:r>
              <a:rPr lang="en-US" sz="320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Montserrat Bold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41"/>
          <p:cNvSpPr/>
          <p:nvPr/>
        </p:nvSpPr>
        <p:spPr>
          <a:xfrm>
            <a:off x="7553520" y="39600"/>
            <a:ext cx="2694960" cy="66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8280360" y="1080"/>
            <a:ext cx="3768480" cy="3768480"/>
          </a:xfrm>
          <a:prstGeom prst="flowChartConnector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8100000" y="-16560"/>
            <a:ext cx="3049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22"/>
          <p:cNvSpPr/>
          <p:nvPr/>
        </p:nvSpPr>
        <p:spPr>
          <a:xfrm>
            <a:off x="540360" y="720360"/>
            <a:ext cx="7197480" cy="20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41"/>
              </a:lnSpc>
            </a:pPr>
            <a:r>
              <a:rPr lang="en-US" sz="283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+{{contact_phone}}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{{contact_location}}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{{contact_email}}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4" name="Group 7"/>
          <p:cNvGrpSpPr/>
          <p:nvPr/>
        </p:nvGrpSpPr>
        <p:grpSpPr>
          <a:xfrm>
            <a:off x="711000" y="20937600"/>
            <a:ext cx="19775160" cy="15480"/>
            <a:chOff x="711000" y="20937600"/>
            <a:chExt cx="19775160" cy="15480"/>
          </a:xfrm>
        </p:grpSpPr>
        <p:sp>
          <p:nvSpPr>
            <p:cNvPr id="75" name="Freeform 1"/>
            <p:cNvSpPr/>
            <p:nvPr/>
          </p:nvSpPr>
          <p:spPr>
            <a:xfrm>
              <a:off x="711000" y="20937600"/>
              <a:ext cx="19775160" cy="15480"/>
            </a:xfrm>
            <a:custGeom>
              <a:avLst/>
              <a:gdLst>
                <a:gd name="textAreaLeft" fmla="*/ 0 w 19775160"/>
                <a:gd name="textAreaRight" fmla="*/ 19786680 w 19775160"/>
                <a:gd name="textAreaTop" fmla="*/ 0 h 15480"/>
                <a:gd name="textAreaBottom" fmla="*/ 27000 h 15480"/>
              </a:gdLst>
              <a:ahLst/>
              <a:cxnLst/>
              <a:rect l="textAreaLeft" t="textAreaTop" r="textAreaRight" b="textAreaBottom"/>
              <a:pathLst>
                <a:path w="26382218" h="35941">
                  <a:moveTo>
                    <a:pt x="0" y="0"/>
                  </a:moveTo>
                  <a:lnTo>
                    <a:pt x="26382218" y="0"/>
                  </a:lnTo>
                  <a:lnTo>
                    <a:pt x="263822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6" name="TextBox 12"/>
          <p:cNvSpPr/>
          <p:nvPr/>
        </p:nvSpPr>
        <p:spPr>
          <a:xfrm>
            <a:off x="719640" y="25909200"/>
            <a:ext cx="19822320" cy="11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Freeform 13"/>
          <p:cNvSpPr/>
          <p:nvPr/>
        </p:nvSpPr>
        <p:spPr>
          <a:xfrm>
            <a:off x="360" y="30019320"/>
            <a:ext cx="21381480" cy="261360"/>
          </a:xfrm>
          <a:custGeom>
            <a:avLst/>
            <a:gdLst>
              <a:gd name="textAreaLeft" fmla="*/ 0 w 21381480"/>
              <a:gd name="textAreaRight" fmla="*/ 21393000 w 21381480"/>
              <a:gd name="textAreaTop" fmla="*/ 0 h 261360"/>
              <a:gd name="textAreaBottom" fmla="*/ 265680 h 261360"/>
            </a:gdLst>
            <a:ahLst/>
            <a:cxnLst/>
            <a:rect l="textAreaLeft" t="textAreaTop" r="textAreaRight" b="textAreaBottom"/>
            <a:pathLst>
              <a:path w="21392989" h="1219584">
                <a:moveTo>
                  <a:pt x="0" y="0"/>
                </a:moveTo>
                <a:lnTo>
                  <a:pt x="21392989" y="0"/>
                </a:lnTo>
                <a:lnTo>
                  <a:pt x="21392989" y="1219584"/>
                </a:lnTo>
                <a:lnTo>
                  <a:pt x="0" y="1219584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9"/>
          <p:cNvSpPr/>
          <p:nvPr/>
        </p:nvSpPr>
        <p:spPr>
          <a:xfrm>
            <a:off x="688680" y="20225880"/>
            <a:ext cx="1977948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FORMACIÓN ACADÉMICA Y CAPACITACIONES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20"/>
          <p:cNvSpPr/>
          <p:nvPr/>
        </p:nvSpPr>
        <p:spPr>
          <a:xfrm>
            <a:off x="785160" y="20927520"/>
            <a:ext cx="19732680" cy="20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{{edu_1_degree}} </a:t>
            </a:r>
            <a:r>
              <a:rPr lang="en-US" sz="2300" b="1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 </a:t>
            </a: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{{edu_1_school}}  {{edu_1_years}}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{{edu_2_degree}} </a:t>
            </a:r>
            <a:r>
              <a:rPr lang="en-US" sz="2300" b="1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 </a:t>
            </a: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{{edu_2_school}}  {{edu_2_years}}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283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283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283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{{curso_3}}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0" name="Group 1"/>
          <p:cNvGrpSpPr/>
          <p:nvPr/>
        </p:nvGrpSpPr>
        <p:grpSpPr>
          <a:xfrm>
            <a:off x="711000" y="23654880"/>
            <a:ext cx="19775160" cy="15480"/>
            <a:chOff x="711000" y="23654880"/>
            <a:chExt cx="19775160" cy="15480"/>
          </a:xfrm>
        </p:grpSpPr>
        <p:sp>
          <p:nvSpPr>
            <p:cNvPr id="81" name="Freeform 3"/>
            <p:cNvSpPr/>
            <p:nvPr/>
          </p:nvSpPr>
          <p:spPr>
            <a:xfrm>
              <a:off x="711000" y="23654880"/>
              <a:ext cx="19775160" cy="15480"/>
            </a:xfrm>
            <a:custGeom>
              <a:avLst/>
              <a:gdLst>
                <a:gd name="textAreaLeft" fmla="*/ 0 w 19775160"/>
                <a:gd name="textAreaRight" fmla="*/ 19786680 w 19775160"/>
                <a:gd name="textAreaTop" fmla="*/ 0 h 15480"/>
                <a:gd name="textAreaBottom" fmla="*/ 27000 h 15480"/>
              </a:gdLst>
              <a:ahLst/>
              <a:cxnLst/>
              <a:rect l="textAreaLeft" t="textAreaTop" r="textAreaRight" b="textAreaBottom"/>
              <a:pathLst>
                <a:path w="26382218" h="35941">
                  <a:moveTo>
                    <a:pt x="0" y="0"/>
                  </a:moveTo>
                  <a:lnTo>
                    <a:pt x="26382218" y="0"/>
                  </a:lnTo>
                  <a:lnTo>
                    <a:pt x="263822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2" name="TextBox 2"/>
          <p:cNvSpPr/>
          <p:nvPr/>
        </p:nvSpPr>
        <p:spPr>
          <a:xfrm>
            <a:off x="688680" y="22943160"/>
            <a:ext cx="1977948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INFORMATICA E IDIOMAS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3"/>
          <p:cNvSpPr/>
          <p:nvPr/>
        </p:nvSpPr>
        <p:spPr>
          <a:xfrm>
            <a:off x="317160" y="23739120"/>
            <a:ext cx="19732680" cy="30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{{it_3}}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{{it_4}}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{{idioma_2}}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{{idioma_3}} 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4" name="Group 3"/>
          <p:cNvGrpSpPr/>
          <p:nvPr/>
        </p:nvGrpSpPr>
        <p:grpSpPr>
          <a:xfrm>
            <a:off x="731520" y="27572040"/>
            <a:ext cx="19845000" cy="15480"/>
            <a:chOff x="731520" y="27572040"/>
            <a:chExt cx="19845000" cy="15480"/>
          </a:xfrm>
        </p:grpSpPr>
        <p:sp>
          <p:nvSpPr>
            <p:cNvPr id="85" name="Freeform 4"/>
            <p:cNvSpPr/>
            <p:nvPr/>
          </p:nvSpPr>
          <p:spPr>
            <a:xfrm>
              <a:off x="731520" y="27572040"/>
              <a:ext cx="19845000" cy="15480"/>
            </a:xfrm>
            <a:custGeom>
              <a:avLst/>
              <a:gdLst>
                <a:gd name="textAreaLeft" fmla="*/ 0 w 19845000"/>
                <a:gd name="textAreaRight" fmla="*/ 19856520 w 19845000"/>
                <a:gd name="textAreaTop" fmla="*/ 0 h 15480"/>
                <a:gd name="textAreaBottom" fmla="*/ 27000 h 15480"/>
              </a:gdLst>
              <a:ahLst/>
              <a:cxnLst/>
              <a:rect l="textAreaLeft" t="textAreaTop" r="textAreaRight" b="textAreaBottom"/>
              <a:pathLst>
                <a:path w="26475183" h="35941">
                  <a:moveTo>
                    <a:pt x="0" y="0"/>
                  </a:moveTo>
                  <a:lnTo>
                    <a:pt x="26475183" y="0"/>
                  </a:lnTo>
                  <a:lnTo>
                    <a:pt x="2647518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6" name="TextBox 4"/>
          <p:cNvSpPr/>
          <p:nvPr/>
        </p:nvSpPr>
        <p:spPr>
          <a:xfrm>
            <a:off x="719640" y="26739720"/>
            <a:ext cx="1509300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COMPETENCIAS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5"/>
          <p:cNvSpPr/>
          <p:nvPr/>
        </p:nvSpPr>
        <p:spPr>
          <a:xfrm>
            <a:off x="719640" y="27817560"/>
            <a:ext cx="19822320" cy="11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6"/>
          <p:cNvSpPr/>
          <p:nvPr/>
        </p:nvSpPr>
        <p:spPr>
          <a:xfrm>
            <a:off x="771840" y="27709560"/>
            <a:ext cx="19822320" cy="21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283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283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283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283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283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{{skill_5}}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283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{{skill_6}}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53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DAG9kkGcXe8</dc:identifier>
  <dc:language>es-AR</dc:language>
  <cp:lastModifiedBy/>
  <dcterms:modified xsi:type="dcterms:W3CDTF">2026-03-09T00:49:55Z</dcterms:modified>
  <cp:revision>39</cp:revision>
  <dc:subject/>
  <dc:title>Plantilla_oficial_13.pptx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