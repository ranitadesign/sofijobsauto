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Proxima nova"/>
    </p:embeddedFont>
    <p:embeddedFont>
      <p:font typeface="Montserrat"/>
      <p:regular r:id="rId5"/>
      <p:bold r:id="rId5"/>
    </p:embeddedFont>
    <p:embeddedFont>
      <p:font typeface="Microsoft YaHei"/>
      <p:regular r:id="rId6"/>
    </p:embeddedFont>
    <p:embeddedFont>
      <p:font typeface="Montserrat Bold"/>
    </p:embeddedFont>
    <p:embeddedFont>
      <p:font typeface="Garet"/>
      <p:regular r:id="rId7"/>
      <p:bold r:id="rId7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ontserrat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4080" cy="583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6600" cy="583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B2A190-3CC9-4F0A-A1E2-677693F3C35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28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C0777B4-721D-47AE-8318-59A0790E7C8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9080" cy="134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9080" cy="14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1CDFE34-15B2-4C01-B913-8C847B95EBF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516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516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B20CC7E-CADA-4627-B0DE-078F673CB6B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6960" cy="62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6960" cy="39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8400" cy="62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8400" cy="39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7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8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96F7448-D807-4D82-8A63-34F00B2EA26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9A7DAFB-5A08-4579-9052-A4CD86E67FB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80AFFCC-044A-46C0-BABF-B6A1E06412F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4840" cy="114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832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4840" cy="467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2509166-3CDB-4C6F-B785-332A775ECE3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3080" cy="55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3080" cy="410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3080" cy="79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6406666-3C11-443C-ADB5-527D50EAFA9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9080" cy="145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D9DC17C-661A-4649-8381-4744AB0463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28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B25AFF-A3B6-41FB-8A61-97501642C96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4"/>
          <p:cNvGrpSpPr/>
          <p:nvPr/>
        </p:nvGrpSpPr>
        <p:grpSpPr>
          <a:xfrm>
            <a:off x="753480" y="7815600"/>
            <a:ext cx="19897920" cy="13680"/>
            <a:chOff x="753480" y="7815600"/>
            <a:chExt cx="19897920" cy="13680"/>
          </a:xfrm>
        </p:grpSpPr>
        <p:sp>
          <p:nvSpPr>
            <p:cNvPr id="60" name="Freeform 5"/>
            <p:cNvSpPr/>
            <p:nvPr/>
          </p:nvSpPr>
          <p:spPr>
            <a:xfrm>
              <a:off x="753480" y="7815600"/>
              <a:ext cx="19897920" cy="13680"/>
            </a:xfrm>
            <a:custGeom>
              <a:avLst/>
              <a:gdLst>
                <a:gd name="textAreaLeft" fmla="*/ 0 w 19897920"/>
                <a:gd name="textAreaRight" fmla="*/ 19911240 w 19897920"/>
                <a:gd name="textAreaTop" fmla="*/ 0 h 13680"/>
                <a:gd name="textAreaBottom" fmla="*/ 27000 h 13680"/>
              </a:gdLst>
              <a:ahLst/>
              <a:cxnLst/>
              <a:rect l="textAreaLeft" t="textAreaTop" r="textAreaRight" b="textAreaBottom"/>
              <a:pathLst>
                <a:path w="26548335" h="35941">
                  <a:moveTo>
                    <a:pt x="0" y="0"/>
                  </a:moveTo>
                  <a:lnTo>
                    <a:pt x="26548335" y="0"/>
                  </a:lnTo>
                  <a:lnTo>
                    <a:pt x="26548335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16"/>
          <p:cNvSpPr/>
          <p:nvPr/>
        </p:nvSpPr>
        <p:spPr>
          <a:xfrm>
            <a:off x="740160" y="7111080"/>
            <a:ext cx="1513296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30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EXPERIENCIA LABORAL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25"/>
          <p:cNvGrpSpPr/>
          <p:nvPr/>
        </p:nvGrpSpPr>
        <p:grpSpPr>
          <a:xfrm>
            <a:off x="726840" y="7776360"/>
            <a:ext cx="20091240" cy="4650120"/>
            <a:chOff x="726840" y="7776360"/>
            <a:chExt cx="20091240" cy="4650120"/>
          </a:xfrm>
        </p:grpSpPr>
        <p:sp>
          <p:nvSpPr>
            <p:cNvPr id="63" name="TextBox 26"/>
            <p:cNvSpPr/>
            <p:nvPr/>
          </p:nvSpPr>
          <p:spPr>
            <a:xfrm>
              <a:off x="778680" y="8360280"/>
              <a:ext cx="14719680" cy="1885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73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" name="TextBox 27"/>
            <p:cNvSpPr/>
            <p:nvPr/>
          </p:nvSpPr>
          <p:spPr>
            <a:xfrm>
              <a:off x="726840" y="7776360"/>
              <a:ext cx="20091240" cy="4650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US" sz="25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Garet"/>
                </a:rPr>
                <a:t>[[EXPERIENCE_BLOCK]]</a:t>
              </a:r>
              <a:endParaRPr lang="es-AR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{{exp_1_role}}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{{exp_1_company}}   {{exp_1_dates}}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{{exp_1_bullets_block}}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{{exp_2_role}}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{{exp_2_company}}   {{exp_2_dates}}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{{exp_2_bullets_block}}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{{exp_3_role}}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{{exp_3_company}}   {{exp_3_dates}}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{{exp_3_bullets_block}}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{{exp_4_role}}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{{exp_4_company}}   {{exp_3_dates}}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{{exp_4_bullets_block}}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{{exp_5_role}}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{{exp_5_company}}   {{exp_5_dates}}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{{exp_5_bullets_block}}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" name="TextBox 28"/>
            <p:cNvSpPr/>
            <p:nvPr/>
          </p:nvSpPr>
          <p:spPr>
            <a:xfrm>
              <a:off x="3111840" y="7776360"/>
              <a:ext cx="12521880" cy="468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77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6" name="Group 2"/>
          <p:cNvGrpSpPr/>
          <p:nvPr/>
        </p:nvGrpSpPr>
        <p:grpSpPr>
          <a:xfrm>
            <a:off x="736920" y="4809240"/>
            <a:ext cx="19824120" cy="16920"/>
            <a:chOff x="736920" y="4809240"/>
            <a:chExt cx="19824120" cy="16920"/>
          </a:xfrm>
        </p:grpSpPr>
        <p:sp>
          <p:nvSpPr>
            <p:cNvPr id="67" name="Freeform 2"/>
            <p:cNvSpPr/>
            <p:nvPr/>
          </p:nvSpPr>
          <p:spPr>
            <a:xfrm>
              <a:off x="736920" y="4809240"/>
              <a:ext cx="19824120" cy="16920"/>
            </a:xfrm>
            <a:custGeom>
              <a:avLst/>
              <a:gdLst>
                <a:gd name="textAreaLeft" fmla="*/ 0 w 19824120"/>
                <a:gd name="textAreaRight" fmla="*/ 19834200 w 19824120"/>
                <a:gd name="textAreaTop" fmla="*/ 0 h 16920"/>
                <a:gd name="textAreaBottom" fmla="*/ 27000 h 16920"/>
              </a:gdLst>
              <a:ahLst/>
              <a:cxnLst/>
              <a:rect l="textAreaLeft" t="textAreaTop" r="textAreaRight" b="textAreaBottom"/>
              <a:pathLst>
                <a:path w="26445718" h="35941">
                  <a:moveTo>
                    <a:pt x="0" y="0"/>
                  </a:moveTo>
                  <a:lnTo>
                    <a:pt x="26445718" y="0"/>
                  </a:lnTo>
                  <a:lnTo>
                    <a:pt x="264457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14"/>
          <p:cNvSpPr/>
          <p:nvPr/>
        </p:nvSpPr>
        <p:spPr>
          <a:xfrm>
            <a:off x="736920" y="3936240"/>
            <a:ext cx="1306152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PERFIL PROFESIONAL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5"/>
          <p:cNvSpPr/>
          <p:nvPr/>
        </p:nvSpPr>
        <p:spPr>
          <a:xfrm>
            <a:off x="736920" y="4929120"/>
            <a:ext cx="1980612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4"/>
              </a:lnSpc>
            </a:pPr>
            <a:r>
              <a:rPr lang="en-US" sz="269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{{about}}</a:t>
            </a:r>
            <a:endParaRPr lang="es-AR" sz="2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Freeform 6"/>
          <p:cNvSpPr/>
          <p:nvPr/>
        </p:nvSpPr>
        <p:spPr>
          <a:xfrm>
            <a:off x="0" y="360720"/>
            <a:ext cx="9604080" cy="3396240"/>
          </a:xfrm>
          <a:custGeom>
            <a:avLst/>
            <a:gdLst>
              <a:gd name="textAreaLeft" fmla="*/ 0 w 9604080"/>
              <a:gd name="textAreaRight" fmla="*/ 9617400 w 9604080"/>
              <a:gd name="textAreaTop" fmla="*/ 0 h 3396240"/>
              <a:gd name="textAreaBottom" fmla="*/ 3409200 h 3396240"/>
            </a:gdLst>
            <a:ahLst/>
            <a:cxnLst/>
            <a:rect l="textAreaLeft" t="textAreaTop" r="textAreaRight" b="textAreaBottom"/>
            <a:pathLst>
              <a:path w="9617439" h="4035127">
                <a:moveTo>
                  <a:pt x="0" y="0"/>
                </a:moveTo>
                <a:lnTo>
                  <a:pt x="9617439" y="0"/>
                </a:lnTo>
                <a:lnTo>
                  <a:pt x="9617439" y="4035128"/>
                </a:lnTo>
                <a:lnTo>
                  <a:pt x="0" y="4035128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7"/>
          <p:cNvSpPr/>
          <p:nvPr/>
        </p:nvSpPr>
        <p:spPr>
          <a:xfrm>
            <a:off x="12780000" y="995040"/>
            <a:ext cx="827712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791"/>
              </a:lnSpc>
            </a:pPr>
            <a:r>
              <a:rPr lang="en-US" sz="526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{{name}}</a:t>
            </a:r>
            <a:endParaRPr lang="es-AR" sz="5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366"/>
              </a:lnSpc>
            </a:pPr>
            <a:r>
              <a:rPr lang="en-US" sz="320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41"/>
          <p:cNvSpPr/>
          <p:nvPr/>
        </p:nvSpPr>
        <p:spPr>
          <a:xfrm>
            <a:off x="7553520" y="39600"/>
            <a:ext cx="2695320" cy="67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8280360" y="1080"/>
            <a:ext cx="3768840" cy="3768840"/>
          </a:xfrm>
          <a:prstGeom prst="flowChartConnector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8100000" y="-16560"/>
            <a:ext cx="3049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2"/>
          <p:cNvSpPr/>
          <p:nvPr/>
        </p:nvSpPr>
        <p:spPr>
          <a:xfrm>
            <a:off x="540360" y="720360"/>
            <a:ext cx="7197840" cy="20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+{{contact_phone}}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{{contact_location}}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{{contact_email}}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Group 7"/>
          <p:cNvGrpSpPr/>
          <p:nvPr/>
        </p:nvGrpSpPr>
        <p:grpSpPr>
          <a:xfrm>
            <a:off x="711000" y="19766880"/>
            <a:ext cx="19775520" cy="15840"/>
            <a:chOff x="711000" y="19766880"/>
            <a:chExt cx="19775520" cy="15840"/>
          </a:xfrm>
        </p:grpSpPr>
        <p:sp>
          <p:nvSpPr>
            <p:cNvPr id="77" name="Freeform 1"/>
            <p:cNvSpPr/>
            <p:nvPr/>
          </p:nvSpPr>
          <p:spPr>
            <a:xfrm>
              <a:off x="711000" y="19766880"/>
              <a:ext cx="19775520" cy="15840"/>
            </a:xfrm>
            <a:custGeom>
              <a:avLst/>
              <a:gdLst>
                <a:gd name="textAreaLeft" fmla="*/ 0 w 19775520"/>
                <a:gd name="textAreaRight" fmla="*/ 19786680 w 19775520"/>
                <a:gd name="textAreaTop" fmla="*/ 0 h 15840"/>
                <a:gd name="textAreaBottom" fmla="*/ 27000 h 1584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9"/>
          <p:cNvGrpSpPr/>
          <p:nvPr/>
        </p:nvGrpSpPr>
        <p:grpSpPr>
          <a:xfrm>
            <a:off x="731520" y="25231680"/>
            <a:ext cx="19845360" cy="15840"/>
            <a:chOff x="731520" y="25231680"/>
            <a:chExt cx="19845360" cy="15840"/>
          </a:xfrm>
        </p:grpSpPr>
        <p:sp>
          <p:nvSpPr>
            <p:cNvPr id="79" name="Freeform 10"/>
            <p:cNvSpPr/>
            <p:nvPr/>
          </p:nvSpPr>
          <p:spPr>
            <a:xfrm>
              <a:off x="731520" y="25231680"/>
              <a:ext cx="19845360" cy="15840"/>
            </a:xfrm>
            <a:custGeom>
              <a:avLst/>
              <a:gdLst>
                <a:gd name="textAreaLeft" fmla="*/ 0 w 19845360"/>
                <a:gd name="textAreaRight" fmla="*/ 19856520 w 19845360"/>
                <a:gd name="textAreaTop" fmla="*/ 0 h 15840"/>
                <a:gd name="textAreaBottom" fmla="*/ 27000 h 1584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11"/>
          <p:cNvSpPr/>
          <p:nvPr/>
        </p:nvSpPr>
        <p:spPr>
          <a:xfrm>
            <a:off x="719640" y="24399360"/>
            <a:ext cx="1509336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CURSOS Y CAPACITACIONES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2"/>
          <p:cNvSpPr/>
          <p:nvPr/>
        </p:nvSpPr>
        <p:spPr>
          <a:xfrm>
            <a:off x="719640" y="25477200"/>
            <a:ext cx="19822680" cy="11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Freeform 13"/>
          <p:cNvSpPr/>
          <p:nvPr/>
        </p:nvSpPr>
        <p:spPr>
          <a:xfrm>
            <a:off x="360" y="30019320"/>
            <a:ext cx="21381840" cy="261720"/>
          </a:xfrm>
          <a:custGeom>
            <a:avLst/>
            <a:gdLst>
              <a:gd name="textAreaLeft" fmla="*/ 0 w 21381840"/>
              <a:gd name="textAreaRight" fmla="*/ 21393000 w 21381840"/>
              <a:gd name="textAreaTop" fmla="*/ 0 h 261720"/>
              <a:gd name="textAreaBottom" fmla="*/ 265680 h 261720"/>
            </a:gdLst>
            <a:ahLst/>
            <a:cxnLst/>
            <a:rect l="textAreaLeft" t="textAreaTop" r="textAreaRight" b="textAreaBottom"/>
            <a:pathLst>
              <a:path w="21392989" h="1219584">
                <a:moveTo>
                  <a:pt x="0" y="0"/>
                </a:moveTo>
                <a:lnTo>
                  <a:pt x="21392989" y="0"/>
                </a:lnTo>
                <a:lnTo>
                  <a:pt x="21392989" y="1219584"/>
                </a:lnTo>
                <a:lnTo>
                  <a:pt x="0" y="1219584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9"/>
          <p:cNvSpPr/>
          <p:nvPr/>
        </p:nvSpPr>
        <p:spPr>
          <a:xfrm>
            <a:off x="688680" y="19055160"/>
            <a:ext cx="1977984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FORMACIÓN ACADÉMICA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20"/>
          <p:cNvSpPr/>
          <p:nvPr/>
        </p:nvSpPr>
        <p:spPr>
          <a:xfrm>
            <a:off x="785160" y="19756800"/>
            <a:ext cx="19733040" cy="93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{{edu_1_degree}}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{{edu_1_school}}  {{edu_1_years}}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{{edu_2_degree}}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{{edu_2_school}}  {{edu_2_years}}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"/>
          <p:cNvSpPr/>
          <p:nvPr/>
        </p:nvSpPr>
        <p:spPr>
          <a:xfrm>
            <a:off x="771840" y="25369200"/>
            <a:ext cx="19822680" cy="10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283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283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283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oup 1"/>
          <p:cNvGrpSpPr/>
          <p:nvPr/>
        </p:nvGrpSpPr>
        <p:grpSpPr>
          <a:xfrm>
            <a:off x="711000" y="21350880"/>
            <a:ext cx="19775520" cy="15840"/>
            <a:chOff x="711000" y="21350880"/>
            <a:chExt cx="19775520" cy="15840"/>
          </a:xfrm>
        </p:grpSpPr>
        <p:sp>
          <p:nvSpPr>
            <p:cNvPr id="87" name="Freeform 3"/>
            <p:cNvSpPr/>
            <p:nvPr/>
          </p:nvSpPr>
          <p:spPr>
            <a:xfrm>
              <a:off x="711000" y="21350880"/>
              <a:ext cx="19775520" cy="15840"/>
            </a:xfrm>
            <a:custGeom>
              <a:avLst/>
              <a:gdLst>
                <a:gd name="textAreaLeft" fmla="*/ 0 w 19775520"/>
                <a:gd name="textAreaRight" fmla="*/ 19786680 w 19775520"/>
                <a:gd name="textAreaTop" fmla="*/ 0 h 15840"/>
                <a:gd name="textAreaBottom" fmla="*/ 27000 h 1584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8" name="TextBox 2"/>
          <p:cNvSpPr/>
          <p:nvPr/>
        </p:nvSpPr>
        <p:spPr>
          <a:xfrm>
            <a:off x="688680" y="20639160"/>
            <a:ext cx="1977984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INFORMATICA E IDIOMAS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3"/>
          <p:cNvSpPr/>
          <p:nvPr/>
        </p:nvSpPr>
        <p:spPr>
          <a:xfrm>
            <a:off x="317160" y="21435120"/>
            <a:ext cx="19733040" cy="30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0" name="Group 3"/>
          <p:cNvGrpSpPr/>
          <p:nvPr/>
        </p:nvGrpSpPr>
        <p:grpSpPr>
          <a:xfrm>
            <a:off x="731520" y="27140040"/>
            <a:ext cx="19845360" cy="15840"/>
            <a:chOff x="731520" y="27140040"/>
            <a:chExt cx="19845360" cy="15840"/>
          </a:xfrm>
        </p:grpSpPr>
        <p:sp>
          <p:nvSpPr>
            <p:cNvPr id="91" name="Freeform 4"/>
            <p:cNvSpPr/>
            <p:nvPr/>
          </p:nvSpPr>
          <p:spPr>
            <a:xfrm>
              <a:off x="731520" y="27140040"/>
              <a:ext cx="19845360" cy="15840"/>
            </a:xfrm>
            <a:custGeom>
              <a:avLst/>
              <a:gdLst>
                <a:gd name="textAreaLeft" fmla="*/ 0 w 19845360"/>
                <a:gd name="textAreaRight" fmla="*/ 19856520 w 19845360"/>
                <a:gd name="textAreaTop" fmla="*/ 0 h 15840"/>
                <a:gd name="textAreaBottom" fmla="*/ 27000 h 1584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2" name="TextBox 4"/>
          <p:cNvSpPr/>
          <p:nvPr/>
        </p:nvSpPr>
        <p:spPr>
          <a:xfrm>
            <a:off x="719640" y="26307720"/>
            <a:ext cx="1509336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COMPETENCIAS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5"/>
          <p:cNvSpPr/>
          <p:nvPr/>
        </p:nvSpPr>
        <p:spPr>
          <a:xfrm>
            <a:off x="719640" y="27385560"/>
            <a:ext cx="19822680" cy="11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6"/>
          <p:cNvSpPr/>
          <p:nvPr/>
        </p:nvSpPr>
        <p:spPr>
          <a:xfrm>
            <a:off x="771840" y="27313560"/>
            <a:ext cx="19822680" cy="275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283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283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283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283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283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{{skill_5}}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283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{{skill_6}}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DAG9kkGcXe8</dc:identifier>
  <dc:language>es-AR</dc:language>
  <cp:lastModifiedBy/>
  <dcterms:modified xsi:type="dcterms:W3CDTF">2026-03-09T00:30:40Z</dcterms:modified>
  <cp:revision>38</cp:revision>
  <dc:subject/>
  <dc:title>Plantilla_oficial_13.pptx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