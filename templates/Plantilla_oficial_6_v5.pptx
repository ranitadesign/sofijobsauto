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TT Drugs"/>
      <p:regular r:id="rId8"/>
      <p:bold r:id="rId8"/>
    </p:embeddedFont>
    <p:embeddedFont>
      <p:font typeface="Montserrat Bold"/>
    </p:embeddedFont>
    <p:embeddedFont>
      <p:font typeface="TT Drugs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font" Target="fonts/Font_5_TT_Drugs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1709F8-7F0C-4D4A-A251-8699482C84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60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12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A97DE1-A25E-491D-827B-83AC9C9715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5915DB-1CE9-44F0-A58D-2FF4B747B8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600" cy="13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600" cy="14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93E827-B2CF-420F-B510-EAE11A59E1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F3E175-25AB-4DB1-B484-A7ECBAB345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48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48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92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92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F856EC-1B80-4B0E-A7CC-3275E6ED57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DC6685-4524-409C-8601-4701AA50DA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416BB4-DA43-46C7-846D-7F83026C7D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360" cy="115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84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360" cy="468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95C533-2F1A-47AC-951D-C1986917E7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600" cy="5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600" cy="41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600" cy="79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11C179-160B-4B8C-A54F-1D33EFC6E7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600" cy="14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6FEB8C-9997-4593-8D0F-EB47CFE34A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3"/>
          <p:cNvSpPr/>
          <p:nvPr/>
        </p:nvSpPr>
        <p:spPr>
          <a:xfrm>
            <a:off x="3339000" y="875880"/>
            <a:ext cx="18025560" cy="5135760"/>
          </a:xfrm>
          <a:custGeom>
            <a:avLst/>
            <a:gdLst>
              <a:gd name="textAreaLeft" fmla="*/ 0 w 18025560"/>
              <a:gd name="textAreaRight" fmla="*/ 18036000 w 18025560"/>
              <a:gd name="textAreaTop" fmla="*/ 0 h 5135760"/>
              <a:gd name="textAreaBottom" fmla="*/ 5146560 h 513576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4"/>
          <p:cNvSpPr/>
          <p:nvPr/>
        </p:nvSpPr>
        <p:spPr>
          <a:xfrm>
            <a:off x="883440" y="469080"/>
            <a:ext cx="6325200" cy="6325200"/>
          </a:xfrm>
          <a:custGeom>
            <a:avLst/>
            <a:gdLst>
              <a:gd name="textAreaLeft" fmla="*/ 0 w 6325200"/>
              <a:gd name="textAreaRight" fmla="*/ 6336000 w 6325200"/>
              <a:gd name="textAreaTop" fmla="*/ 0 h 6325200"/>
              <a:gd name="textAreaBottom" fmla="*/ 6336000 h 632520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9"/>
          <p:cNvGrpSpPr/>
          <p:nvPr/>
        </p:nvGrpSpPr>
        <p:grpSpPr>
          <a:xfrm>
            <a:off x="8604720" y="12108240"/>
            <a:ext cx="11993040" cy="16200"/>
            <a:chOff x="8604720" y="12108240"/>
            <a:chExt cx="11993040" cy="16200"/>
          </a:xfrm>
        </p:grpSpPr>
        <p:sp>
          <p:nvSpPr>
            <p:cNvPr id="62" name="Freeform 10"/>
            <p:cNvSpPr/>
            <p:nvPr/>
          </p:nvSpPr>
          <p:spPr>
            <a:xfrm>
              <a:off x="8604720" y="12108240"/>
              <a:ext cx="11993040" cy="16200"/>
            </a:xfrm>
            <a:custGeom>
              <a:avLst/>
              <a:gdLst>
                <a:gd name="textAreaLeft" fmla="*/ 0 w 11993040"/>
                <a:gd name="textAreaRight" fmla="*/ 12003840 w 1199304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29"/>
          <p:cNvSpPr/>
          <p:nvPr/>
        </p:nvSpPr>
        <p:spPr>
          <a:xfrm>
            <a:off x="7688520" y="2306880"/>
            <a:ext cx="1368468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30"/>
          <p:cNvGrpSpPr/>
          <p:nvPr/>
        </p:nvGrpSpPr>
        <p:grpSpPr>
          <a:xfrm>
            <a:off x="8694000" y="7995240"/>
            <a:ext cx="11993040" cy="25200"/>
            <a:chOff x="8694000" y="7995240"/>
            <a:chExt cx="11993040" cy="25200"/>
          </a:xfrm>
        </p:grpSpPr>
        <p:sp>
          <p:nvSpPr>
            <p:cNvPr id="65" name="Freeform 31"/>
            <p:cNvSpPr/>
            <p:nvPr/>
          </p:nvSpPr>
          <p:spPr>
            <a:xfrm>
              <a:off x="8694000" y="7995240"/>
              <a:ext cx="11993040" cy="25200"/>
            </a:xfrm>
            <a:custGeom>
              <a:avLst/>
              <a:gdLst>
                <a:gd name="textAreaLeft" fmla="*/ 0 w 11993040"/>
                <a:gd name="textAreaRight" fmla="*/ 12003840 w 11993040"/>
                <a:gd name="textAreaTop" fmla="*/ 0 h 25200"/>
                <a:gd name="textAreaBottom" fmla="*/ 36000 h 2520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32"/>
          <p:cNvSpPr/>
          <p:nvPr/>
        </p:nvSpPr>
        <p:spPr>
          <a:xfrm>
            <a:off x="8689680" y="8171280"/>
            <a:ext cx="1199304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3"/>
          <p:cNvSpPr/>
          <p:nvPr/>
        </p:nvSpPr>
        <p:spPr>
          <a:xfrm>
            <a:off x="8673480" y="7020000"/>
            <a:ext cx="120092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4"/>
          <p:cNvSpPr/>
          <p:nvPr/>
        </p:nvSpPr>
        <p:spPr>
          <a:xfrm>
            <a:off x="8604720" y="11160000"/>
            <a:ext cx="67806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3"/>
          <p:cNvSpPr/>
          <p:nvPr/>
        </p:nvSpPr>
        <p:spPr>
          <a:xfrm>
            <a:off x="835560" y="1508400"/>
            <a:ext cx="3436200" cy="6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44"/>
          <p:cNvGrpSpPr/>
          <p:nvPr/>
        </p:nvGrpSpPr>
        <p:grpSpPr>
          <a:xfrm>
            <a:off x="8550000" y="12195720"/>
            <a:ext cx="12047760" cy="6230880"/>
            <a:chOff x="8550000" y="12195720"/>
            <a:chExt cx="12047760" cy="6230880"/>
          </a:xfrm>
        </p:grpSpPr>
        <p:sp>
          <p:nvSpPr>
            <p:cNvPr id="71" name="TextBox 45"/>
            <p:cNvSpPr/>
            <p:nvPr/>
          </p:nvSpPr>
          <p:spPr>
            <a:xfrm>
              <a:off x="8577360" y="12195720"/>
              <a:ext cx="12020400" cy="6230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100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[[EXPERIENCE_BLOCK]] </a:t>
              </a:r>
              <a:endParaRPr lang="es-AR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3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{{exp_1_company}}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r>
                <a:rPr lang="es-AR" sz="17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}  {{exp_2_company}}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{{exp_3_company}} {{exp_3_dates}}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{{exp_4_role}}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{{exp_4_company}} {{exp_4_dates}}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{{exp_4_bullets_block}}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{{exp_5_role}}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{{exp_5_company}} {{exp_5_dates}}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{{exp_5_bullets_block}}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47"/>
            <p:cNvSpPr/>
            <p:nvPr/>
          </p:nvSpPr>
          <p:spPr>
            <a:xfrm>
              <a:off x="8550000" y="15081480"/>
              <a:ext cx="12020400" cy="38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"/>
          <p:cNvSpPr/>
          <p:nvPr/>
        </p:nvSpPr>
        <p:spPr>
          <a:xfrm>
            <a:off x="360" y="7024320"/>
            <a:ext cx="8091360" cy="2275128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800000" y="900360"/>
            <a:ext cx="413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900000" y="6660360"/>
            <a:ext cx="6329160" cy="43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 Bold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2026-03-09T19:55:58Z</dcterms:modified>
  <cp:revision>31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