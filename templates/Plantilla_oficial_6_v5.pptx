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TT Drugs"/>
      <p:regular r:id="rId6"/>
      <p:bold r:id="rId6"/>
    </p:embeddedFont>
    <p:embeddedFont>
      <p:font typeface="TT Drugs Bold"/>
    </p:embeddedFont>
    <p:embeddedFont>
      <p:font typeface="Montserrat"/>
      <p:regular r:id="rId7"/>
      <p:bold r:id="rId7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TT_Drugs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FED305-40CA-42AA-BE51-7014AEB92D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B1D663-B19B-43FB-8BA8-4A96362C57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08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56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080" cy="468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72901F-3AB9-46EC-8CF0-229BF68CF7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63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6320" cy="41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6320" cy="79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1456C2-CA09-4926-B9BF-B3402D3B57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2320" cy="145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5F1267-43E4-4EA2-BEF5-799D9CA999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135BAF-7425-48CC-911B-470D695B50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732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84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3F4216-9827-4D77-97E6-21ECDAE1D2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DCA3B1-2CDE-4586-BABA-D9D01E878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23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2320" cy="14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02E1E5-4F70-4607-917D-F774936F22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219875-4F6C-4D1F-BBF6-526BD4DC85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20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20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164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164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1EA79A-E51D-4234-821C-CB91902B4C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3"/>
          <p:cNvSpPr/>
          <p:nvPr/>
        </p:nvSpPr>
        <p:spPr>
          <a:xfrm>
            <a:off x="3339000" y="875880"/>
            <a:ext cx="18026280" cy="5136480"/>
          </a:xfrm>
          <a:custGeom>
            <a:avLst/>
            <a:gdLst>
              <a:gd name="textAreaLeft" fmla="*/ 0 w 18026280"/>
              <a:gd name="textAreaRight" fmla="*/ 18036000 w 18026280"/>
              <a:gd name="textAreaTop" fmla="*/ 0 h 5136480"/>
              <a:gd name="textAreaBottom" fmla="*/ 5146560 h 5136480"/>
            </a:gdLst>
            <a:ahLst/>
            <a:cxnLst/>
            <a:rect l="textAreaLeft" t="textAreaTop" r="textAreaRight" b="textAreaBottom"/>
            <a:pathLst>
              <a:path w="20694873" h="5146467">
                <a:moveTo>
                  <a:pt x="0" y="0"/>
                </a:moveTo>
                <a:lnTo>
                  <a:pt x="20694872" y="0"/>
                </a:lnTo>
                <a:lnTo>
                  <a:pt x="20694872" y="5146467"/>
                </a:lnTo>
                <a:lnTo>
                  <a:pt x="0" y="5146467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4"/>
          <p:cNvSpPr/>
          <p:nvPr/>
        </p:nvSpPr>
        <p:spPr>
          <a:xfrm>
            <a:off x="883440" y="469080"/>
            <a:ext cx="6325920" cy="6325920"/>
          </a:xfrm>
          <a:custGeom>
            <a:avLst/>
            <a:gdLst>
              <a:gd name="textAreaLeft" fmla="*/ 0 w 6325920"/>
              <a:gd name="textAreaRight" fmla="*/ 6336000 w 6325920"/>
              <a:gd name="textAreaTop" fmla="*/ 0 h 6325920"/>
              <a:gd name="textAreaBottom" fmla="*/ 6336000 h 6325920"/>
            </a:gdLst>
            <a:ahLst/>
            <a:cxnLst/>
            <a:rect l="textAreaLeft" t="textAreaTop" r="textAreaRight" b="textAreaBottom"/>
            <a:pathLst>
              <a:path w="6335955" h="6335955">
                <a:moveTo>
                  <a:pt x="0" y="0"/>
                </a:moveTo>
                <a:lnTo>
                  <a:pt x="6335955" y="0"/>
                </a:lnTo>
                <a:lnTo>
                  <a:pt x="6335955" y="6335955"/>
                </a:lnTo>
                <a:lnTo>
                  <a:pt x="0" y="6335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Group 9"/>
          <p:cNvGrpSpPr/>
          <p:nvPr/>
        </p:nvGrpSpPr>
        <p:grpSpPr>
          <a:xfrm>
            <a:off x="8604720" y="12108240"/>
            <a:ext cx="11993760" cy="16920"/>
            <a:chOff x="8604720" y="12108240"/>
            <a:chExt cx="11993760" cy="16920"/>
          </a:xfrm>
        </p:grpSpPr>
        <p:sp>
          <p:nvSpPr>
            <p:cNvPr id="62" name="Freeform 10"/>
            <p:cNvSpPr/>
            <p:nvPr/>
          </p:nvSpPr>
          <p:spPr>
            <a:xfrm>
              <a:off x="8604720" y="12108240"/>
              <a:ext cx="11993760" cy="16920"/>
            </a:xfrm>
            <a:custGeom>
              <a:avLst/>
              <a:gdLst>
                <a:gd name="textAreaLeft" fmla="*/ 0 w 11993760"/>
                <a:gd name="textAreaRight" fmla="*/ 12003840 w 11993760"/>
                <a:gd name="textAreaTop" fmla="*/ 0 h 16920"/>
                <a:gd name="textAreaBottom" fmla="*/ 27000 h 16920"/>
              </a:gdLst>
              <a:ahLst/>
              <a:cxnLst/>
              <a:rect l="textAreaLeft" t="textAreaTop" r="textAreaRight" b="textAreaBottom"/>
              <a:pathLst>
                <a:path w="16005303" h="35941">
                  <a:moveTo>
                    <a:pt x="0" y="0"/>
                  </a:moveTo>
                  <a:lnTo>
                    <a:pt x="16005303" y="0"/>
                  </a:lnTo>
                  <a:lnTo>
                    <a:pt x="1600530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29"/>
          <p:cNvSpPr/>
          <p:nvPr/>
        </p:nvSpPr>
        <p:spPr>
          <a:xfrm>
            <a:off x="7688520" y="2306880"/>
            <a:ext cx="1368540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09"/>
              </a:lnSpc>
            </a:pPr>
            <a:r>
              <a:rPr lang="en-US" sz="6510" b="1" u="none" spc="519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{{name}}</a:t>
            </a:r>
            <a:endParaRPr lang="es-AR" sz="6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4220" b="0" u="none" spc="227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{{title}}</a:t>
            </a:r>
            <a:endParaRPr lang="es-AR" sz="4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30"/>
          <p:cNvGrpSpPr/>
          <p:nvPr/>
        </p:nvGrpSpPr>
        <p:grpSpPr>
          <a:xfrm>
            <a:off x="8694000" y="7995240"/>
            <a:ext cx="11993760" cy="25920"/>
            <a:chOff x="8694000" y="7995240"/>
            <a:chExt cx="11993760" cy="25920"/>
          </a:xfrm>
        </p:grpSpPr>
        <p:sp>
          <p:nvSpPr>
            <p:cNvPr id="65" name="Freeform 31"/>
            <p:cNvSpPr/>
            <p:nvPr/>
          </p:nvSpPr>
          <p:spPr>
            <a:xfrm>
              <a:off x="8694000" y="7995240"/>
              <a:ext cx="11993760" cy="25920"/>
            </a:xfrm>
            <a:custGeom>
              <a:avLst/>
              <a:gdLst>
                <a:gd name="textAreaLeft" fmla="*/ 0 w 11993760"/>
                <a:gd name="textAreaRight" fmla="*/ 12003840 w 11993760"/>
                <a:gd name="textAreaTop" fmla="*/ 0 h 25920"/>
                <a:gd name="textAreaBottom" fmla="*/ 36000 h 2592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32"/>
          <p:cNvSpPr/>
          <p:nvPr/>
        </p:nvSpPr>
        <p:spPr>
          <a:xfrm>
            <a:off x="8689680" y="8171280"/>
            <a:ext cx="119937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44"/>
              </a:lnSpc>
            </a:pPr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3"/>
          <p:cNvSpPr/>
          <p:nvPr/>
        </p:nvSpPr>
        <p:spPr>
          <a:xfrm>
            <a:off x="8673480" y="7020000"/>
            <a:ext cx="12009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Perfil Profesional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4"/>
          <p:cNvSpPr/>
          <p:nvPr/>
        </p:nvSpPr>
        <p:spPr>
          <a:xfrm>
            <a:off x="8604720" y="11160000"/>
            <a:ext cx="67813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Experiencia laboral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3"/>
          <p:cNvSpPr/>
          <p:nvPr/>
        </p:nvSpPr>
        <p:spPr>
          <a:xfrm>
            <a:off x="835560" y="1508400"/>
            <a:ext cx="343692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44"/>
          <p:cNvGrpSpPr/>
          <p:nvPr/>
        </p:nvGrpSpPr>
        <p:grpSpPr>
          <a:xfrm>
            <a:off x="8506800" y="12195720"/>
            <a:ext cx="12091680" cy="13323960"/>
            <a:chOff x="8506800" y="12195720"/>
            <a:chExt cx="12091680" cy="13323960"/>
          </a:xfrm>
        </p:grpSpPr>
        <p:sp>
          <p:nvSpPr>
            <p:cNvPr id="71" name="TextBox 45"/>
            <p:cNvSpPr/>
            <p:nvPr/>
          </p:nvSpPr>
          <p:spPr>
            <a:xfrm>
              <a:off x="8577360" y="12195720"/>
              <a:ext cx="12021120" cy="607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3563"/>
                </a:lnSpc>
              </a:pPr>
              <a:r>
                <a:rPr lang="en-US" sz="24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{{exp_1_role}}</a:t>
              </a:r>
              <a:r>
                <a:rPr lang="en-US" sz="24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{{exp_1_company}} {{exp_1_dates}}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142"/>
                </a:lnSpc>
              </a:pPr>
              <a:r>
                <a:rPr lang="es-AR" sz="17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7"/>
                </a:lnSpc>
              </a:pPr>
              <a:endParaRPr lang="es-AR" sz="17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r>
                <a:rPr lang="en-US" sz="24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{{exp_2_role}</a:t>
              </a:r>
              <a:r>
                <a:rPr lang="en-US" sz="24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}  {{exp_2_company}} {{exp_2_dates}}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{{exp_2_bullets_block}}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142"/>
                </a:lnSpc>
              </a:pPr>
              <a:endParaRPr lang="es-AR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4"/>
                </a:lnSpc>
              </a:pPr>
              <a:endParaRPr lang="es-AR" sz="17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4"/>
                </a:lnSpc>
              </a:pPr>
              <a:r>
                <a:rPr lang="en-US" sz="24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{{exp_3_role}}</a:t>
              </a:r>
              <a:r>
                <a:rPr lang="en-US" sz="24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{{exp_3_company}} {{exp_3_dates}}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{{exp_3_bullets_block}}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7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r>
                <a:rPr lang="en-US" sz="24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{{exp_4_role}}</a:t>
              </a:r>
              <a:r>
                <a:rPr lang="en-US" sz="24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{{exp_4_company}} {{exp_4_dates}}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{{exp_4_bullets_block}}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7"/>
                </a:lnSpc>
              </a:pPr>
              <a:endParaRPr lang="es-AR" sz="17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r>
                <a:rPr lang="en-US" sz="24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{{exp_5_role}}</a:t>
              </a:r>
              <a:r>
                <a:rPr lang="en-US" sz="24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{{exp_5_company}} {{exp_5_dates}}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{{exp_5_bullets_block}}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endParaRPr lang="es-AR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47"/>
            <p:cNvSpPr/>
            <p:nvPr/>
          </p:nvSpPr>
          <p:spPr>
            <a:xfrm>
              <a:off x="8550000" y="15081480"/>
              <a:ext cx="12021120" cy="38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35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4"/>
            <p:cNvSpPr/>
            <p:nvPr/>
          </p:nvSpPr>
          <p:spPr>
            <a:xfrm>
              <a:off x="8506800" y="23844240"/>
              <a:ext cx="11993760" cy="167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31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"/>
          <p:cNvSpPr/>
          <p:nvPr/>
        </p:nvSpPr>
        <p:spPr>
          <a:xfrm>
            <a:off x="360" y="7024320"/>
            <a:ext cx="8092080" cy="227520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800000" y="900360"/>
            <a:ext cx="413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00000" y="6660360"/>
            <a:ext cx="6329880" cy="38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37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118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DAG9kLRsMLw</dc:identifier>
  <dc:language>es-AR</dc:language>
  <cp:lastModifiedBy/>
  <dcterms:modified xsi:type="dcterms:W3CDTF">2026-02-13T13:26:13Z</dcterms:modified>
  <cp:revision>29</cp:revision>
  <dc:subject/>
  <dc:title>Plantilla_oficial_6.pptx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