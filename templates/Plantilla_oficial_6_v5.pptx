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2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Garet"/>
      <p:regular r:id="rId4"/>
      <p:bold r:id="rId4"/>
    </p:embeddedFont>
    <p:embeddedFont>
      <p:font typeface="Poppins"/>
      <p:regular r:id="rId5"/>
      <p:bold r:id="rId5"/>
    </p:embeddedFont>
    <p:embeddedFont>
      <p:font typeface="TT Drugs Bold"/>
    </p:embeddedFont>
    <p:embeddedFont>
      <p:font typeface="Microsoft YaHei"/>
      <p:regular r:id="rId6"/>
    </p:embeddedFont>
    <p:embeddedFont>
      <p:font typeface="Montserrat Bold"/>
    </p:embeddedFont>
    <p:embeddedFont>
      <p:font typeface="TT Drugs"/>
      <p:regular r:id="rId7"/>
      <p:bold r:id="rId7"/>
    </p:embeddedFont>
    <p:embeddedFont>
      <p:font typeface="Montserrat"/>
      <p:regular r:id="rId8"/>
      <p:bold r:id="rId8"/>
    </p:embeddedFont>
    <p:embeddedFont>
      <p:font typeface="Garet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Garet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TT_Drugs_Regular.fntdata"/><Relationship Id="rId8" Type="http://schemas.openxmlformats.org/officeDocument/2006/relationships/font" Target="fonts/Font_5_Montserra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960" cy="135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960" cy="148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06223D7-7FCD-4209-AF7C-04695B9C1EC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04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04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F86CFC-D99B-44F0-B5F9-509C7BC6C31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840" cy="62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840" cy="39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1280" cy="62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1280" cy="39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E473826-CEB1-4305-8A80-50BD422C7AF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46C6599-2CB2-4B26-B379-D4FDD65CE75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3BFCC05-1744-4DCB-B4CA-89420269B42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720" cy="115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200" cy="584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720" cy="468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FB5DFDC-8A1F-402A-9420-0DF47BFA169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960" cy="55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960" cy="4104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960" cy="79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8B6F6E-9343-404B-909C-25EE15FD62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960" cy="145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0635E9F-C771-4587-A1B4-55FCA61E7CA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16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B51DB29-1165-4437-AD2A-1456AABEA9E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96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948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ADDC9A2-F64D-45D3-A317-84654BE418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16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1D8553A-CE0C-4C00-B3FB-6708DD91B3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3"/>
          <p:cNvSpPr/>
          <p:nvPr/>
        </p:nvSpPr>
        <p:spPr>
          <a:xfrm>
            <a:off x="3339000" y="875880"/>
            <a:ext cx="18025920" cy="5136120"/>
          </a:xfrm>
          <a:custGeom>
            <a:avLst/>
            <a:gdLst>
              <a:gd name="textAreaLeft" fmla="*/ 0 w 18025920"/>
              <a:gd name="textAreaRight" fmla="*/ 18036000 w 18025920"/>
              <a:gd name="textAreaTop" fmla="*/ 0 h 5136120"/>
              <a:gd name="textAreaBottom" fmla="*/ 5146560 h 5136120"/>
            </a:gdLst>
            <a:ahLst/>
            <a:cxnLst/>
            <a:rect l="textAreaLeft" t="textAreaTop" r="textAreaRight" b="textAreaBottom"/>
            <a:pathLst>
              <a:path w="20694873" h="5146467">
                <a:moveTo>
                  <a:pt x="0" y="0"/>
                </a:moveTo>
                <a:lnTo>
                  <a:pt x="20694872" y="0"/>
                </a:lnTo>
                <a:lnTo>
                  <a:pt x="20694872" y="5146467"/>
                </a:lnTo>
                <a:lnTo>
                  <a:pt x="0" y="5146467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Freeform 4"/>
          <p:cNvSpPr/>
          <p:nvPr/>
        </p:nvSpPr>
        <p:spPr>
          <a:xfrm>
            <a:off x="883440" y="469080"/>
            <a:ext cx="6325560" cy="6325560"/>
          </a:xfrm>
          <a:custGeom>
            <a:avLst/>
            <a:gdLst>
              <a:gd name="textAreaLeft" fmla="*/ 0 w 6325560"/>
              <a:gd name="textAreaRight" fmla="*/ 6336000 w 6325560"/>
              <a:gd name="textAreaTop" fmla="*/ 0 h 6325560"/>
              <a:gd name="textAreaBottom" fmla="*/ 6336000 h 6325560"/>
            </a:gdLst>
            <a:ahLst/>
            <a:cxnLst/>
            <a:rect l="textAreaLeft" t="textAreaTop" r="textAreaRight" b="textAreaBottom"/>
            <a:pathLst>
              <a:path w="6335955" h="6335955">
                <a:moveTo>
                  <a:pt x="0" y="0"/>
                </a:moveTo>
                <a:lnTo>
                  <a:pt x="6335955" y="0"/>
                </a:lnTo>
                <a:lnTo>
                  <a:pt x="6335955" y="6335955"/>
                </a:lnTo>
                <a:lnTo>
                  <a:pt x="0" y="63359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1" name="Group 9"/>
          <p:cNvGrpSpPr/>
          <p:nvPr/>
        </p:nvGrpSpPr>
        <p:grpSpPr>
          <a:xfrm>
            <a:off x="8604720" y="12108240"/>
            <a:ext cx="11993400" cy="16560"/>
            <a:chOff x="8604720" y="12108240"/>
            <a:chExt cx="11993400" cy="16560"/>
          </a:xfrm>
        </p:grpSpPr>
        <p:sp>
          <p:nvSpPr>
            <p:cNvPr id="62" name="Freeform 10"/>
            <p:cNvSpPr/>
            <p:nvPr/>
          </p:nvSpPr>
          <p:spPr>
            <a:xfrm>
              <a:off x="8604720" y="12108240"/>
              <a:ext cx="11993400" cy="16560"/>
            </a:xfrm>
            <a:custGeom>
              <a:avLst/>
              <a:gdLst>
                <a:gd name="textAreaLeft" fmla="*/ 0 w 11993400"/>
                <a:gd name="textAreaRight" fmla="*/ 12003840 w 11993400"/>
                <a:gd name="textAreaTop" fmla="*/ 0 h 16560"/>
                <a:gd name="textAreaBottom" fmla="*/ 27000 h 16560"/>
              </a:gdLst>
              <a:ahLst/>
              <a:cxnLst/>
              <a:rect l="textAreaLeft" t="textAreaTop" r="textAreaRight" b="textAreaBottom"/>
              <a:pathLst>
                <a:path w="16005303" h="35941">
                  <a:moveTo>
                    <a:pt x="0" y="0"/>
                  </a:moveTo>
                  <a:lnTo>
                    <a:pt x="16005303" y="0"/>
                  </a:lnTo>
                  <a:lnTo>
                    <a:pt x="1600530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29"/>
          <p:cNvSpPr/>
          <p:nvPr/>
        </p:nvSpPr>
        <p:spPr>
          <a:xfrm>
            <a:off x="7688520" y="2306880"/>
            <a:ext cx="13685040" cy="162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809"/>
              </a:lnSpc>
            </a:pPr>
            <a:r>
              <a:rPr lang="en-US" sz="6510" b="1" u="none" spc="519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{{name}}</a:t>
            </a:r>
            <a:endParaRPr lang="es-AR" sz="65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980"/>
              </a:lnSpc>
            </a:pPr>
            <a:r>
              <a:rPr lang="en-US" sz="4220" b="0" u="none" spc="227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{{title}}</a:t>
            </a:r>
            <a:endParaRPr lang="es-AR" sz="4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30"/>
          <p:cNvGrpSpPr/>
          <p:nvPr/>
        </p:nvGrpSpPr>
        <p:grpSpPr>
          <a:xfrm>
            <a:off x="8694000" y="7995240"/>
            <a:ext cx="11993400" cy="25560"/>
            <a:chOff x="8694000" y="7995240"/>
            <a:chExt cx="11993400" cy="25560"/>
          </a:xfrm>
        </p:grpSpPr>
        <p:sp>
          <p:nvSpPr>
            <p:cNvPr id="65" name="Freeform 31"/>
            <p:cNvSpPr/>
            <p:nvPr/>
          </p:nvSpPr>
          <p:spPr>
            <a:xfrm>
              <a:off x="8694000" y="7995240"/>
              <a:ext cx="11993400" cy="25560"/>
            </a:xfrm>
            <a:custGeom>
              <a:avLst/>
              <a:gdLst>
                <a:gd name="textAreaLeft" fmla="*/ 0 w 11993400"/>
                <a:gd name="textAreaRight" fmla="*/ 12003840 w 11993400"/>
                <a:gd name="textAreaTop" fmla="*/ 0 h 25560"/>
                <a:gd name="textAreaBottom" fmla="*/ 36000 h 25560"/>
              </a:gdLst>
              <a:ahLst/>
              <a:cxnLst/>
              <a:rect l="textAreaLeft" t="textAreaTop" r="textAreaRight" b="textAreaBottom"/>
              <a:pathLst>
                <a:path w="16005302" h="47879">
                  <a:moveTo>
                    <a:pt x="0" y="0"/>
                  </a:moveTo>
                  <a:lnTo>
                    <a:pt x="16005302" y="0"/>
                  </a:lnTo>
                  <a:lnTo>
                    <a:pt x="1600530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32"/>
          <p:cNvSpPr/>
          <p:nvPr/>
        </p:nvSpPr>
        <p:spPr>
          <a:xfrm>
            <a:off x="8689680" y="8171280"/>
            <a:ext cx="119934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44"/>
              </a:lnSpc>
            </a:pPr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33"/>
          <p:cNvSpPr/>
          <p:nvPr/>
        </p:nvSpPr>
        <p:spPr>
          <a:xfrm>
            <a:off x="8673480" y="7020000"/>
            <a:ext cx="1200960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Perfil Profesional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4"/>
          <p:cNvSpPr/>
          <p:nvPr/>
        </p:nvSpPr>
        <p:spPr>
          <a:xfrm>
            <a:off x="8604720" y="11160000"/>
            <a:ext cx="67809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Experiencia laboral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43"/>
          <p:cNvSpPr/>
          <p:nvPr/>
        </p:nvSpPr>
        <p:spPr>
          <a:xfrm>
            <a:off x="835560" y="1508400"/>
            <a:ext cx="343656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98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0" name="Group 44"/>
          <p:cNvGrpSpPr/>
          <p:nvPr/>
        </p:nvGrpSpPr>
        <p:grpSpPr>
          <a:xfrm>
            <a:off x="8506800" y="12195720"/>
            <a:ext cx="12091320" cy="13323600"/>
            <a:chOff x="8506800" y="12195720"/>
            <a:chExt cx="12091320" cy="13323600"/>
          </a:xfrm>
        </p:grpSpPr>
        <p:sp>
          <p:nvSpPr>
            <p:cNvPr id="71" name="TextBox 45"/>
            <p:cNvSpPr/>
            <p:nvPr/>
          </p:nvSpPr>
          <p:spPr>
            <a:xfrm>
              <a:off x="8577360" y="12195720"/>
              <a:ext cx="12020760" cy="6231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US" sz="1000" b="1" u="none" spc="43" strike="noStrike">
                  <a:solidFill>
                    <a:srgbClr val="101010"/>
                  </a:solidFill>
                  <a:effectLst/>
                  <a:uFillTx/>
                  <a:latin typeface="Garet"/>
                  <a:ea typeface="Garet Italics"/>
                </a:rPr>
                <a:t>[[EXPERIENCE_BLOCK]] </a:t>
              </a:r>
              <a:endParaRPr lang="es-AR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3"/>
                </a:lnSpc>
              </a:pPr>
              <a:r>
                <a:rPr lang="en-US" sz="2400" b="1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{{exp_1_role}}</a:t>
              </a:r>
              <a:r>
                <a:rPr lang="en-US" sz="2400" b="0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  {{exp_1_company}} {{exp_1_dates}}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{{exp_1_bullets_block}}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142"/>
                </a:lnSpc>
              </a:pPr>
              <a:r>
                <a:rPr lang="es-AR" sz="17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{{exp_1_bullets_block}}</a:t>
              </a: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7"/>
                </a:lnSpc>
              </a:pPr>
              <a:endParaRPr lang="es-AR" sz="17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r>
                <a:rPr lang="en-US" sz="2400" b="1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{{exp_2_role}</a:t>
              </a:r>
              <a:r>
                <a:rPr lang="en-US" sz="2400" b="0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}  {{exp_2_company}} {{exp_2_dates}}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{{exp_2_bullets_block}}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142"/>
                </a:lnSpc>
              </a:pPr>
              <a:endParaRPr lang="es-AR" sz="202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4"/>
                </a:lnSpc>
              </a:pPr>
              <a:endParaRPr lang="es-AR" sz="17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4"/>
                </a:lnSpc>
              </a:pPr>
              <a:r>
                <a:rPr lang="en-US" sz="2400" b="1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{{exp_3_role}}</a:t>
              </a:r>
              <a:r>
                <a:rPr lang="en-US" sz="2400" b="0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  {{exp_3_company}} {{exp_3_dates}}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{{exp_3_bullets_block}}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7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r>
                <a:rPr lang="en-US" sz="2400" b="1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{{exp_4_role}}</a:t>
              </a:r>
              <a:r>
                <a:rPr lang="en-US" sz="2400" b="0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  {{exp_4_company}} {{exp_4_dates}}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{{exp_4_bullets_block}}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7"/>
                </a:lnSpc>
              </a:pPr>
              <a:endParaRPr lang="es-AR" sz="17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r>
                <a:rPr lang="en-US" sz="2400" b="1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{{exp_5_role}}</a:t>
              </a:r>
              <a:r>
                <a:rPr lang="en-US" sz="2400" b="0" u="none" spc="94" strike="noStrike">
                  <a:solidFill>
                    <a:srgbClr val="000000"/>
                  </a:solidFill>
                  <a:effectLst/>
                  <a:uFillTx/>
                  <a:latin typeface="Poppins"/>
                  <a:ea typeface="Poppins"/>
                </a:rPr>
                <a:t>  {{exp_5_company}} {{exp_5_dates}}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r>
                <a:rPr lang="es-AR" sz="22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{{exp_5_bullets_block}}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endParaRPr lang="es-AR" sz="202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TextBox 47"/>
            <p:cNvSpPr/>
            <p:nvPr/>
          </p:nvSpPr>
          <p:spPr>
            <a:xfrm>
              <a:off x="8550000" y="15081480"/>
              <a:ext cx="12020760" cy="386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35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54"/>
            <p:cNvSpPr/>
            <p:nvPr/>
          </p:nvSpPr>
          <p:spPr>
            <a:xfrm>
              <a:off x="8506800" y="23844240"/>
              <a:ext cx="11993400" cy="1675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31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4" name=""/>
          <p:cNvSpPr/>
          <p:nvPr/>
        </p:nvSpPr>
        <p:spPr>
          <a:xfrm>
            <a:off x="360" y="7024320"/>
            <a:ext cx="8091720" cy="22751640"/>
          </a:xfrm>
          <a:prstGeom prst="flowChartAlternate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1800000" y="900360"/>
            <a:ext cx="4132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900000" y="6660360"/>
            <a:ext cx="6329520" cy="43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 Bold"/>
              </a:rPr>
              <a:t>[[SIDEBAR_BLOCK]]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37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118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DAG9kLRsMLw</dc:identifier>
  <dc:language>es-AR</dc:language>
  <cp:lastModifiedBy/>
  <dcterms:modified xsi:type="dcterms:W3CDTF">2026-03-05T13:55:59Z</dcterms:modified>
  <cp:revision>30</cp:revision>
  <dc:subject/>
  <dc:title>Plantilla_oficial_6.pptx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