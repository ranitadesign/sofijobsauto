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Lato"/>
    </p:embeddedFont>
    <p:embeddedFont>
      <p:font typeface="Microsoft YaHei"/>
      <p:regular r:id="rId6"/>
    </p:embeddedFont>
    <p:embeddedFont>
      <p:font typeface="TT Drugs"/>
      <p:regular r:id="rId7"/>
      <p:bold r:id="rId7"/>
    </p:embeddedFont>
    <p:embeddedFont>
      <p:font typeface="TT Drug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080" cy="14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C57B74-8C7E-4CD1-BA14-46518DAC10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1A7CC2-320F-4708-BBBE-B66FB81DEE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08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60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7A1B62-C091-475A-9BFF-45259FA952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675EA0-DF57-4A1B-B622-122D4C0D36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080" cy="13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080" cy="149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D51975-CFE1-4F61-980C-6DD4D3E557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F48BE6-5D6A-45C7-8660-2E9D9A4882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96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96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40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40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637B0F-4780-44F9-8081-49AE5A1176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7D98E0-92A1-47DF-B13F-C88C70661D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C7CB3E-D4F7-4E29-AB95-0DA9DAF304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840" cy="115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320" cy="58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840" cy="468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83EEFB-AB75-43FD-BE33-573CFE22CE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080" cy="5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2080" cy="411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08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CE37A5-04AC-489A-BA5D-A6232F4213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3"/>
          <p:cNvSpPr/>
          <p:nvPr/>
        </p:nvSpPr>
        <p:spPr>
          <a:xfrm>
            <a:off x="3339000" y="875880"/>
            <a:ext cx="18032040" cy="5142240"/>
          </a:xfrm>
          <a:custGeom>
            <a:avLst/>
            <a:gdLst>
              <a:gd name="textAreaLeft" fmla="*/ 0 w 18032040"/>
              <a:gd name="textAreaRight" fmla="*/ 18036000 w 18032040"/>
              <a:gd name="textAreaTop" fmla="*/ 0 h 5142240"/>
              <a:gd name="textAreaBottom" fmla="*/ 5146560 h 514224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883440" y="469080"/>
            <a:ext cx="6331680" cy="6331680"/>
          </a:xfrm>
          <a:custGeom>
            <a:avLst/>
            <a:gdLst>
              <a:gd name="textAreaLeft" fmla="*/ 0 w 6331680"/>
              <a:gd name="textAreaRight" fmla="*/ 6336000 w 6331680"/>
              <a:gd name="textAreaTop" fmla="*/ 0 h 6331680"/>
              <a:gd name="textAreaBottom" fmla="*/ 6336000 h 633168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9"/>
          <p:cNvGrpSpPr/>
          <p:nvPr/>
        </p:nvGrpSpPr>
        <p:grpSpPr>
          <a:xfrm>
            <a:off x="8604720" y="12108240"/>
            <a:ext cx="11999520" cy="22680"/>
            <a:chOff x="8604720" y="12108240"/>
            <a:chExt cx="11999520" cy="22680"/>
          </a:xfrm>
        </p:grpSpPr>
        <p:sp>
          <p:nvSpPr>
            <p:cNvPr id="62" name="Freeform 10"/>
            <p:cNvSpPr/>
            <p:nvPr/>
          </p:nvSpPr>
          <p:spPr>
            <a:xfrm>
              <a:off x="8604720" y="12108240"/>
              <a:ext cx="11999520" cy="22680"/>
            </a:xfrm>
            <a:custGeom>
              <a:avLst/>
              <a:gdLst>
                <a:gd name="textAreaLeft" fmla="*/ 0 w 11999520"/>
                <a:gd name="textAreaRight" fmla="*/ 12003840 w 1199952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28"/>
          <p:cNvSpPr/>
          <p:nvPr/>
        </p:nvSpPr>
        <p:spPr>
          <a:xfrm>
            <a:off x="7818120" y="3702240"/>
            <a:ext cx="130172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r>
              <a:rPr lang="en-US" sz="4520" b="0" u="none" spc="227" strike="noStrike">
                <a:solidFill>
                  <a:srgbClr val="543f3f"/>
                </a:solidFill>
                <a:effectLst/>
                <a:uFillTx/>
                <a:latin typeface="Lato"/>
                <a:ea typeface="TT Drugs Bold"/>
              </a:rPr>
              <a:t>{{title}}</a:t>
            </a:r>
            <a:endParaRPr lang="es-AR" sz="4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9"/>
          <p:cNvSpPr/>
          <p:nvPr/>
        </p:nvSpPr>
        <p:spPr>
          <a:xfrm>
            <a:off x="7688520" y="2306880"/>
            <a:ext cx="13691160" cy="9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698320" y="8334720"/>
            <a:ext cx="11999520" cy="31680"/>
            <a:chOff x="8698320" y="8334720"/>
            <a:chExt cx="11999520" cy="31680"/>
          </a:xfrm>
        </p:grpSpPr>
        <p:sp>
          <p:nvSpPr>
            <p:cNvPr id="66" name="Freeform 31"/>
            <p:cNvSpPr/>
            <p:nvPr/>
          </p:nvSpPr>
          <p:spPr>
            <a:xfrm>
              <a:off x="8698320" y="8334720"/>
              <a:ext cx="11999520" cy="31680"/>
            </a:xfrm>
            <a:custGeom>
              <a:avLst/>
              <a:gdLst>
                <a:gd name="textAreaLeft" fmla="*/ 0 w 11999520"/>
                <a:gd name="textAreaRight" fmla="*/ 12003840 w 11999520"/>
                <a:gd name="textAreaTop" fmla="*/ 0 h 31680"/>
                <a:gd name="textAreaBottom" fmla="*/ 36000 h 3168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694000" y="8510760"/>
            <a:ext cx="119995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77800" y="7359480"/>
            <a:ext cx="1201572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604720" y="11160000"/>
            <a:ext cx="6787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35"/>
          <p:cNvGrpSpPr/>
          <p:nvPr/>
        </p:nvGrpSpPr>
        <p:grpSpPr>
          <a:xfrm>
            <a:off x="8722080" y="26986320"/>
            <a:ext cx="11999520" cy="31680"/>
            <a:chOff x="8722080" y="26986320"/>
            <a:chExt cx="11999520" cy="31680"/>
          </a:xfrm>
        </p:grpSpPr>
        <p:sp>
          <p:nvSpPr>
            <p:cNvPr id="71" name="Freeform 36"/>
            <p:cNvSpPr/>
            <p:nvPr/>
          </p:nvSpPr>
          <p:spPr>
            <a:xfrm>
              <a:off x="8722080" y="26986320"/>
              <a:ext cx="11999520" cy="31680"/>
            </a:xfrm>
            <a:custGeom>
              <a:avLst/>
              <a:gdLst>
                <a:gd name="textAreaLeft" fmla="*/ 0 w 11999520"/>
                <a:gd name="textAreaRight" fmla="*/ 12003840 w 11999520"/>
                <a:gd name="textAreaTop" fmla="*/ 0 h 31680"/>
                <a:gd name="textAreaBottom" fmla="*/ 36000 h 3168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37"/>
          <p:cNvSpPr/>
          <p:nvPr/>
        </p:nvSpPr>
        <p:spPr>
          <a:xfrm>
            <a:off x="8731080" y="26182080"/>
            <a:ext cx="6787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Cursos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8"/>
          <p:cNvSpPr/>
          <p:nvPr/>
        </p:nvSpPr>
        <p:spPr>
          <a:xfrm>
            <a:off x="8731080" y="27051480"/>
            <a:ext cx="11999520" cy="245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3"/>
          <p:cNvSpPr/>
          <p:nvPr/>
        </p:nvSpPr>
        <p:spPr>
          <a:xfrm>
            <a:off x="835560" y="1508400"/>
            <a:ext cx="344268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44"/>
          <p:cNvGrpSpPr/>
          <p:nvPr/>
        </p:nvGrpSpPr>
        <p:grpSpPr>
          <a:xfrm>
            <a:off x="8661240" y="12195720"/>
            <a:ext cx="12097440" cy="13329720"/>
            <a:chOff x="8661240" y="12195720"/>
            <a:chExt cx="12097440" cy="13329720"/>
          </a:xfrm>
        </p:grpSpPr>
        <p:sp>
          <p:nvSpPr>
            <p:cNvPr id="76" name="TextBox 45"/>
            <p:cNvSpPr/>
            <p:nvPr/>
          </p:nvSpPr>
          <p:spPr>
            <a:xfrm>
              <a:off x="8731800" y="12195720"/>
              <a:ext cx="12026880" cy="792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3"/>
                </a:lnSpc>
              </a:pPr>
              <a:r>
                <a:rPr lang="en-US" sz="202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{{exp_1_company}} ({{exp_1_dates}})</a:t>
              </a: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3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02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{{exp_2_company}} ({{exp_2_dates}})</a:t>
              </a: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r>
                <a:rPr lang="en-US" sz="202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{{exp_3_company}} ({{exp_3_dates}})</a:t>
              </a: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02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{{exp_4_role}}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 {{exp_4_company}} ({{exp_4_dates}})</a:t>
              </a: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{{exp_4_bullets_block}}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02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{{exp_5_role}}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02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{{exp_5_company}} ({{exp_5_dates}})</a:t>
              </a: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{{exp_5_bullets_block}}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46"/>
            <p:cNvSpPr/>
            <p:nvPr/>
          </p:nvSpPr>
          <p:spPr>
            <a:xfrm>
              <a:off x="8731800" y="12778920"/>
              <a:ext cx="11999520" cy="1681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47"/>
            <p:cNvSpPr/>
            <p:nvPr/>
          </p:nvSpPr>
          <p:spPr>
            <a:xfrm>
              <a:off x="8704440" y="15081480"/>
              <a:ext cx="12026880" cy="39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54"/>
            <p:cNvSpPr/>
            <p:nvPr/>
          </p:nvSpPr>
          <p:spPr>
            <a:xfrm>
              <a:off x="8661240" y="23844240"/>
              <a:ext cx="11999520" cy="1681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"/>
          <p:cNvSpPr/>
          <p:nvPr/>
        </p:nvSpPr>
        <p:spPr>
          <a:xfrm>
            <a:off x="360" y="7024320"/>
            <a:ext cx="8097840" cy="2275776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5"/>
          <p:cNvGrpSpPr/>
          <p:nvPr/>
        </p:nvGrpSpPr>
        <p:grpSpPr>
          <a:xfrm>
            <a:off x="977400" y="13469040"/>
            <a:ext cx="6437160" cy="30960"/>
            <a:chOff x="977400" y="13469040"/>
            <a:chExt cx="6437160" cy="30960"/>
          </a:xfrm>
        </p:grpSpPr>
        <p:sp>
          <p:nvSpPr>
            <p:cNvPr id="82" name="Freeform 1"/>
            <p:cNvSpPr/>
            <p:nvPr/>
          </p:nvSpPr>
          <p:spPr>
            <a:xfrm>
              <a:off x="977400" y="13469040"/>
              <a:ext cx="6437160" cy="30960"/>
            </a:xfrm>
            <a:custGeom>
              <a:avLst/>
              <a:gdLst>
                <a:gd name="textAreaLeft" fmla="*/ 0 w 6437160"/>
                <a:gd name="textAreaRight" fmla="*/ 6442200 w 643716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8589645" h="47879">
                  <a:moveTo>
                    <a:pt x="0" y="0"/>
                  </a:moveTo>
                  <a:lnTo>
                    <a:pt x="8589645" y="0"/>
                  </a:lnTo>
                  <a:lnTo>
                    <a:pt x="8589645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7"/>
          <p:cNvSpPr/>
          <p:nvPr/>
        </p:nvSpPr>
        <p:spPr>
          <a:xfrm>
            <a:off x="1080360" y="13680360"/>
            <a:ext cx="6476400" cy="30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8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972720" y="12677040"/>
            <a:ext cx="684072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1066320" y="17699760"/>
            <a:ext cx="6437160" cy="30960"/>
            <a:chOff x="1066320" y="17699760"/>
            <a:chExt cx="6437160" cy="30960"/>
          </a:xfrm>
        </p:grpSpPr>
        <p:sp>
          <p:nvSpPr>
            <p:cNvPr id="86" name="Freeform 12"/>
            <p:cNvSpPr/>
            <p:nvPr/>
          </p:nvSpPr>
          <p:spPr>
            <a:xfrm>
              <a:off x="1066320" y="17699760"/>
              <a:ext cx="6437160" cy="30960"/>
            </a:xfrm>
            <a:custGeom>
              <a:avLst/>
              <a:gdLst>
                <a:gd name="textAreaLeft" fmla="*/ 0 w 6437160"/>
                <a:gd name="textAreaRight" fmla="*/ 6442200 w 643716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3"/>
          <p:cNvSpPr/>
          <p:nvPr/>
        </p:nvSpPr>
        <p:spPr>
          <a:xfrm>
            <a:off x="1064160" y="17043480"/>
            <a:ext cx="52354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6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Informática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1080360" y="17885160"/>
            <a:ext cx="6476400" cy="28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3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5"/>
          <p:cNvGrpSpPr/>
          <p:nvPr/>
        </p:nvGrpSpPr>
        <p:grpSpPr>
          <a:xfrm>
            <a:off x="977400" y="22056840"/>
            <a:ext cx="6437160" cy="30960"/>
            <a:chOff x="977400" y="22056840"/>
            <a:chExt cx="6437160" cy="30960"/>
          </a:xfrm>
        </p:grpSpPr>
        <p:sp>
          <p:nvSpPr>
            <p:cNvPr id="90" name="Freeform 16"/>
            <p:cNvSpPr/>
            <p:nvPr/>
          </p:nvSpPr>
          <p:spPr>
            <a:xfrm>
              <a:off x="977400" y="22056840"/>
              <a:ext cx="6437160" cy="30960"/>
            </a:xfrm>
            <a:custGeom>
              <a:avLst/>
              <a:gdLst>
                <a:gd name="textAreaLeft" fmla="*/ 0 w 6437160"/>
                <a:gd name="textAreaRight" fmla="*/ 6442200 w 643716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7"/>
          <p:cNvSpPr/>
          <p:nvPr/>
        </p:nvSpPr>
        <p:spPr>
          <a:xfrm>
            <a:off x="972720" y="21436200"/>
            <a:ext cx="56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Competencias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8"/>
          <p:cNvSpPr/>
          <p:nvPr/>
        </p:nvSpPr>
        <p:spPr>
          <a:xfrm>
            <a:off x="1080360" y="22254840"/>
            <a:ext cx="6437160" cy="36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9"/>
          <p:cNvSpPr/>
          <p:nvPr/>
        </p:nvSpPr>
        <p:spPr>
          <a:xfrm>
            <a:off x="1907280" y="11113200"/>
            <a:ext cx="560880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1907280" y="10251720"/>
            <a:ext cx="546912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1907280" y="9404640"/>
            <a:ext cx="359784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Freeform 22"/>
          <p:cNvSpPr/>
          <p:nvPr/>
        </p:nvSpPr>
        <p:spPr>
          <a:xfrm>
            <a:off x="1088280" y="11073240"/>
            <a:ext cx="516960" cy="574920"/>
          </a:xfrm>
          <a:custGeom>
            <a:avLst/>
            <a:gdLst>
              <a:gd name="textAreaLeft" fmla="*/ 0 w 516960"/>
              <a:gd name="textAreaRight" fmla="*/ 522000 w 516960"/>
              <a:gd name="textAreaTop" fmla="*/ 0 h 574920"/>
              <a:gd name="textAreaBottom" fmla="*/ 579960 h 574920"/>
            </a:gdLst>
            <a:ahLst/>
            <a:cxnLst/>
            <a:rect l="textAreaLeft" t="textAreaTop" r="textAreaRight" b="textAreaBottom"/>
            <a:pathLst>
              <a:path w="522065" h="580072">
                <a:moveTo>
                  <a:pt x="0" y="0"/>
                </a:moveTo>
                <a:lnTo>
                  <a:pt x="522065" y="0"/>
                </a:lnTo>
                <a:lnTo>
                  <a:pt x="522065" y="580072"/>
                </a:lnTo>
                <a:lnTo>
                  <a:pt x="0" y="58007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Freeform 23"/>
          <p:cNvSpPr/>
          <p:nvPr/>
        </p:nvSpPr>
        <p:spPr>
          <a:xfrm>
            <a:off x="1064160" y="9379080"/>
            <a:ext cx="546480" cy="546120"/>
          </a:xfrm>
          <a:custGeom>
            <a:avLst/>
            <a:gdLst>
              <a:gd name="textAreaLeft" fmla="*/ 0 w 546480"/>
              <a:gd name="textAreaRight" fmla="*/ 551520 w 546480"/>
              <a:gd name="textAreaTop" fmla="*/ 0 h 546120"/>
              <a:gd name="textAreaBottom" fmla="*/ 551160 h 546120"/>
            </a:gdLst>
            <a:ahLst/>
            <a:cxnLst/>
            <a:rect l="textAreaLeft" t="textAreaTop" r="textAreaRight" b="textAreaBottom"/>
            <a:pathLst>
              <a:path w="551591" h="551199">
                <a:moveTo>
                  <a:pt x="0" y="0"/>
                </a:moveTo>
                <a:lnTo>
                  <a:pt x="551591" y="0"/>
                </a:lnTo>
                <a:lnTo>
                  <a:pt x="551591" y="551198"/>
                </a:lnTo>
                <a:lnTo>
                  <a:pt x="0" y="5511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Freeform 24"/>
          <p:cNvSpPr/>
          <p:nvPr/>
        </p:nvSpPr>
        <p:spPr>
          <a:xfrm>
            <a:off x="1061640" y="10223640"/>
            <a:ext cx="551160" cy="551160"/>
          </a:xfrm>
          <a:custGeom>
            <a:avLst/>
            <a:gdLst>
              <a:gd name="textAreaLeft" fmla="*/ 0 w 551160"/>
              <a:gd name="textAreaRight" fmla="*/ 556200 w 551160"/>
              <a:gd name="textAreaTop" fmla="*/ 0 h 551160"/>
              <a:gd name="textAreaBottom" fmla="*/ 556200 h 551160"/>
            </a:gdLst>
            <a:ahLst/>
            <a:cxnLst/>
            <a:rect l="textAreaLeft" t="textAreaTop" r="textAreaRight" b="textAreaBottom"/>
            <a:pathLst>
              <a:path w="556178" h="556178">
                <a:moveTo>
                  <a:pt x="0" y="0"/>
                </a:moveTo>
                <a:lnTo>
                  <a:pt x="556178" y="0"/>
                </a:lnTo>
                <a:lnTo>
                  <a:pt x="556178" y="556178"/>
                </a:lnTo>
                <a:lnTo>
                  <a:pt x="0" y="55617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9" name="Group 25"/>
          <p:cNvGrpSpPr/>
          <p:nvPr/>
        </p:nvGrpSpPr>
        <p:grpSpPr>
          <a:xfrm>
            <a:off x="993600" y="8998920"/>
            <a:ext cx="6509880" cy="30960"/>
            <a:chOff x="993600" y="8998920"/>
            <a:chExt cx="6509880" cy="30960"/>
          </a:xfrm>
        </p:grpSpPr>
        <p:sp>
          <p:nvSpPr>
            <p:cNvPr id="100" name="Freeform 26"/>
            <p:cNvSpPr/>
            <p:nvPr/>
          </p:nvSpPr>
          <p:spPr>
            <a:xfrm>
              <a:off x="993600" y="8998920"/>
              <a:ext cx="6509880" cy="30960"/>
            </a:xfrm>
            <a:custGeom>
              <a:avLst/>
              <a:gdLst>
                <a:gd name="textAreaLeft" fmla="*/ 0 w 6509880"/>
                <a:gd name="textAreaRight" fmla="*/ 6514920 w 650988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8686673" h="47879">
                  <a:moveTo>
                    <a:pt x="0" y="0"/>
                  </a:moveTo>
                  <a:lnTo>
                    <a:pt x="8686673" y="0"/>
                  </a:lnTo>
                  <a:lnTo>
                    <a:pt x="8686673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" name="TextBox 27"/>
          <p:cNvSpPr/>
          <p:nvPr/>
        </p:nvSpPr>
        <p:spPr>
          <a:xfrm>
            <a:off x="972720" y="8023680"/>
            <a:ext cx="49798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Contacto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Group 45"/>
          <p:cNvGrpSpPr/>
          <p:nvPr/>
        </p:nvGrpSpPr>
        <p:grpSpPr>
          <a:xfrm>
            <a:off x="901800" y="27378720"/>
            <a:ext cx="6437160" cy="30960"/>
            <a:chOff x="901800" y="27378720"/>
            <a:chExt cx="6437160" cy="30960"/>
          </a:xfrm>
        </p:grpSpPr>
        <p:sp>
          <p:nvSpPr>
            <p:cNvPr id="103" name="Freeform 46"/>
            <p:cNvSpPr/>
            <p:nvPr/>
          </p:nvSpPr>
          <p:spPr>
            <a:xfrm>
              <a:off x="901800" y="27378720"/>
              <a:ext cx="6437160" cy="30960"/>
            </a:xfrm>
            <a:custGeom>
              <a:avLst/>
              <a:gdLst>
                <a:gd name="textAreaLeft" fmla="*/ 0 w 6437160"/>
                <a:gd name="textAreaRight" fmla="*/ 6442200 w 643716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4" name="TextBox 1"/>
          <p:cNvSpPr/>
          <p:nvPr/>
        </p:nvSpPr>
        <p:spPr>
          <a:xfrm>
            <a:off x="897480" y="26655480"/>
            <a:ext cx="52124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Otros datos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"/>
          <p:cNvSpPr/>
          <p:nvPr/>
        </p:nvSpPr>
        <p:spPr>
          <a:xfrm>
            <a:off x="901800" y="27400320"/>
            <a:ext cx="6437160" cy="12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Symbol" charset="2"/>
              <a:buChar char="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Referencias a disposición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Symbol" charset="2"/>
              <a:buChar char="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Disponibilidad full time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1800000" y="900360"/>
            <a:ext cx="4138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2026-01-14T01:43:35Z</dcterms:modified>
  <cp:revision>13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