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Montserrat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Montserrat Bold"/>
    </p:embeddedFont>
    <p:embeddedFont>
      <p:font typeface="Poppins Bold"/>
    </p:embeddedFont>
    <p:embeddedFont>
      <p:font typeface="Garet"/>
    </p:embeddedFont>
    <p:embeddedFont>
      <p:font typeface="Poppins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Montserrat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Poppi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1A3CE0-8D6A-4093-9F60-84DF8BC755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1920" cy="505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1920" cy="175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1600" cy="114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508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1600" cy="467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2914AF-8A65-4B51-855E-BDCBF57154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9840" cy="5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9840" cy="409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9840" cy="7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E4974A-C6C5-4AFC-876B-9262F82AF7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5840" cy="14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B6DDA0-F6BC-4D5D-B42C-5155EEA4ED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040" cy="11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3040" cy="450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2C33A7-544A-4D61-BA3F-DF82A81BDC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0840" cy="583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3360" cy="583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61BA73-5166-411D-9E37-258DF71C50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040" cy="11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3040" cy="450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157E2A-AEF1-4925-9A58-B3B5C7DF8E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5840" cy="13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5840" cy="148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7D196E-7AA5-492A-815F-70D0705C3C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040" cy="11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1920" cy="450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1920" cy="450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AE3DE1-B39B-4588-B18B-09672E3717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040" cy="11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3720" cy="62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3720" cy="393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5160" cy="62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5160" cy="393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078DB8-1EE6-40AF-90C6-05EF831E62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040" cy="11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892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7160" cy="34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AA7323-2E7E-4C1C-AA29-AB7606A7DF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4"/>
          <p:cNvGrpSpPr/>
          <p:nvPr/>
        </p:nvGrpSpPr>
        <p:grpSpPr>
          <a:xfrm>
            <a:off x="753480" y="7904520"/>
            <a:ext cx="19894680" cy="10440"/>
            <a:chOff x="753480" y="7904520"/>
            <a:chExt cx="19894680" cy="10440"/>
          </a:xfrm>
        </p:grpSpPr>
        <p:sp>
          <p:nvSpPr>
            <p:cNvPr id="62" name="Freeform 5"/>
            <p:cNvSpPr/>
            <p:nvPr/>
          </p:nvSpPr>
          <p:spPr>
            <a:xfrm>
              <a:off x="753480" y="7904520"/>
              <a:ext cx="19894680" cy="10440"/>
            </a:xfrm>
            <a:custGeom>
              <a:avLst/>
              <a:gdLst>
                <a:gd name="textAreaLeft" fmla="*/ 0 w 19894680"/>
                <a:gd name="textAreaRight" fmla="*/ 19911240 w 19894680"/>
                <a:gd name="textAreaTop" fmla="*/ 0 h 10440"/>
                <a:gd name="textAreaBottom" fmla="*/ 27000 h 1044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6"/>
          <p:cNvSpPr/>
          <p:nvPr/>
        </p:nvSpPr>
        <p:spPr>
          <a:xfrm>
            <a:off x="740160" y="7200000"/>
            <a:ext cx="1512972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25"/>
          <p:cNvGrpSpPr/>
          <p:nvPr/>
        </p:nvGrpSpPr>
        <p:grpSpPr>
          <a:xfrm>
            <a:off x="720000" y="7199640"/>
            <a:ext cx="20088000" cy="8019720"/>
            <a:chOff x="720000" y="7199640"/>
            <a:chExt cx="20088000" cy="8019720"/>
          </a:xfrm>
        </p:grpSpPr>
        <p:sp>
          <p:nvSpPr>
            <p:cNvPr id="65" name="TextBox 26"/>
            <p:cNvSpPr/>
            <p:nvPr/>
          </p:nvSpPr>
          <p:spPr>
            <a:xfrm>
              <a:off x="771840" y="7783560"/>
              <a:ext cx="14716440" cy="1882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7"/>
            <p:cNvSpPr/>
            <p:nvPr/>
          </p:nvSpPr>
          <p:spPr>
            <a:xfrm>
              <a:off x="720000" y="7199640"/>
              <a:ext cx="20088000" cy="801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28"/>
            <p:cNvSpPr/>
            <p:nvPr/>
          </p:nvSpPr>
          <p:spPr>
            <a:xfrm>
              <a:off x="3105000" y="7199640"/>
              <a:ext cx="12518640" cy="46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2"/>
          <p:cNvGrpSpPr/>
          <p:nvPr/>
        </p:nvGrpSpPr>
        <p:grpSpPr>
          <a:xfrm>
            <a:off x="736920" y="4809240"/>
            <a:ext cx="19820880" cy="13680"/>
            <a:chOff x="736920" y="4809240"/>
            <a:chExt cx="19820880" cy="13680"/>
          </a:xfrm>
        </p:grpSpPr>
        <p:sp>
          <p:nvSpPr>
            <p:cNvPr id="69" name="Freeform 2"/>
            <p:cNvSpPr/>
            <p:nvPr/>
          </p:nvSpPr>
          <p:spPr>
            <a:xfrm>
              <a:off x="736920" y="4809240"/>
              <a:ext cx="19820880" cy="13680"/>
            </a:xfrm>
            <a:custGeom>
              <a:avLst/>
              <a:gdLst>
                <a:gd name="textAreaLeft" fmla="*/ 0 w 19820880"/>
                <a:gd name="textAreaRight" fmla="*/ 19834200 w 19820880"/>
                <a:gd name="textAreaTop" fmla="*/ 0 h 13680"/>
                <a:gd name="textAreaBottom" fmla="*/ 27000 h 1368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736920" y="3936240"/>
            <a:ext cx="130582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736920" y="4929120"/>
            <a:ext cx="198028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6"/>
          <p:cNvSpPr/>
          <p:nvPr/>
        </p:nvSpPr>
        <p:spPr>
          <a:xfrm>
            <a:off x="0" y="360720"/>
            <a:ext cx="9600840" cy="3393000"/>
          </a:xfrm>
          <a:custGeom>
            <a:avLst/>
            <a:gdLst>
              <a:gd name="textAreaLeft" fmla="*/ 0 w 9600840"/>
              <a:gd name="textAreaRight" fmla="*/ 9617400 w 9600840"/>
              <a:gd name="textAreaTop" fmla="*/ 0 h 3393000"/>
              <a:gd name="textAreaBottom" fmla="*/ 3409200 h 339300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12780000" y="995040"/>
            <a:ext cx="827388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7553520" y="39600"/>
            <a:ext cx="269208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8280360" y="1080"/>
            <a:ext cx="3765600" cy="376560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8100000" y="-1656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540360" y="720360"/>
            <a:ext cx="719460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3"/>
          <p:cNvGrpSpPr/>
          <p:nvPr/>
        </p:nvGrpSpPr>
        <p:grpSpPr>
          <a:xfrm>
            <a:off x="787320" y="720000"/>
            <a:ext cx="20088000" cy="5716080"/>
            <a:chOff x="787320" y="720000"/>
            <a:chExt cx="20088000" cy="5716080"/>
          </a:xfrm>
        </p:grpSpPr>
        <p:sp>
          <p:nvSpPr>
            <p:cNvPr id="79" name="TextBox 3"/>
            <p:cNvSpPr/>
            <p:nvPr/>
          </p:nvSpPr>
          <p:spPr>
            <a:xfrm>
              <a:off x="839160" y="1303920"/>
              <a:ext cx="14716440" cy="1882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4"/>
            <p:cNvSpPr/>
            <p:nvPr/>
          </p:nvSpPr>
          <p:spPr>
            <a:xfrm>
              <a:off x="787320" y="720000"/>
              <a:ext cx="20088000" cy="5716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{{exp_6_role}}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{{exp_6_company}}   {{exp_6_dates}}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{{exp_6_bullets_block}}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{{exp_7_role}}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{{exp_7_company}}   {{exp_7_dates}}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{{exp_7_bullets_block}}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5"/>
            <p:cNvSpPr/>
            <p:nvPr/>
          </p:nvSpPr>
          <p:spPr>
            <a:xfrm>
              <a:off x="3172320" y="720000"/>
              <a:ext cx="12518640" cy="46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7"/>
          <p:cNvGrpSpPr/>
          <p:nvPr/>
        </p:nvGrpSpPr>
        <p:grpSpPr>
          <a:xfrm>
            <a:off x="711000" y="24518880"/>
            <a:ext cx="19775520" cy="15840"/>
            <a:chOff x="711000" y="24518880"/>
            <a:chExt cx="19775520" cy="15840"/>
          </a:xfrm>
        </p:grpSpPr>
        <p:sp>
          <p:nvSpPr>
            <p:cNvPr id="83" name="Freeform 3"/>
            <p:cNvSpPr/>
            <p:nvPr/>
          </p:nvSpPr>
          <p:spPr>
            <a:xfrm>
              <a:off x="711000" y="24518880"/>
              <a:ext cx="19775520" cy="15840"/>
            </a:xfrm>
            <a:custGeom>
              <a:avLst/>
              <a:gdLst>
                <a:gd name="textAreaLeft" fmla="*/ 0 w 19775520"/>
                <a:gd name="textAreaRight" fmla="*/ 19786680 w 1977552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731520" y="27355680"/>
            <a:ext cx="19845360" cy="15840"/>
            <a:chOff x="731520" y="27355680"/>
            <a:chExt cx="19845360" cy="15840"/>
          </a:xfrm>
        </p:grpSpPr>
        <p:sp>
          <p:nvSpPr>
            <p:cNvPr id="85" name="Freeform 10"/>
            <p:cNvSpPr/>
            <p:nvPr/>
          </p:nvSpPr>
          <p:spPr>
            <a:xfrm>
              <a:off x="731520" y="27355680"/>
              <a:ext cx="19845360" cy="15840"/>
            </a:xfrm>
            <a:custGeom>
              <a:avLst/>
              <a:gdLst>
                <a:gd name="textAreaLeft" fmla="*/ 0 w 19845360"/>
                <a:gd name="textAreaRight" fmla="*/ 19856520 w 1984536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1"/>
          <p:cNvSpPr/>
          <p:nvPr/>
        </p:nvSpPr>
        <p:spPr>
          <a:xfrm>
            <a:off x="719640" y="26523360"/>
            <a:ext cx="15093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719640" y="27349200"/>
            <a:ext cx="1982268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Freeform 13"/>
          <p:cNvSpPr/>
          <p:nvPr/>
        </p:nvSpPr>
        <p:spPr>
          <a:xfrm>
            <a:off x="360" y="29340360"/>
            <a:ext cx="21381840" cy="904680"/>
          </a:xfrm>
          <a:custGeom>
            <a:avLst/>
            <a:gdLst>
              <a:gd name="textAreaLeft" fmla="*/ 0 w 21381840"/>
              <a:gd name="textAreaRight" fmla="*/ 21393000 w 21381840"/>
              <a:gd name="textAreaTop" fmla="*/ 0 h 904680"/>
              <a:gd name="textAreaBottom" fmla="*/ 915840 h 9046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688680" y="23663160"/>
            <a:ext cx="19779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785160" y="24652800"/>
            <a:ext cx="1973304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8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8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"/>
          <p:cNvSpPr/>
          <p:nvPr/>
        </p:nvSpPr>
        <p:spPr>
          <a:xfrm>
            <a:off x="771840" y="27349200"/>
            <a:ext cx="1982268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2026-03-05T15:41:15Z</dcterms:modified>
  <cp:revision>48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