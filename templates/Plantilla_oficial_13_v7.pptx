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</p:sldIdLst>
  <p:sldSz cx="21374100" cy="30276800"/>
  <p:notesSz cx="7559675" cy="10691813"/>
  <p:embeddedFontLst>
    <p:embeddedFont>
      <p:font typeface="Proxima nova"/>
    </p:embeddedFont>
    <p:embeddedFont>
      <p:font typeface="Poppins"/>
      <p:regular r:id="rId5"/>
      <p:bold r:id="rId5"/>
    </p:embeddedFont>
    <p:embeddedFont>
      <p:font typeface="Montserrat"/>
      <p:regular r:id="rId6"/>
      <p:bold r:id="rId6"/>
    </p:embeddedFont>
    <p:embeddedFont>
      <p:font typeface="Microsoft YaHei"/>
      <p:regular r:id="rId7"/>
    </p:embeddedFont>
    <p:embeddedFont>
      <p:font typeface="Montserrat Bold"/>
    </p:embeddedFont>
    <p:embeddedFont>
      <p:font typeface="Poppins Bold"/>
    </p:embeddedFont>
    <p:embeddedFont>
      <p:font typeface="Garet"/>
      <p:regular r:id="rId8"/>
      <p:bold r:id="rId8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font" Target="fonts/Font_1_Poppins_Regular.fntdata"/><Relationship Id="rId6" Type="http://schemas.openxmlformats.org/officeDocument/2006/relationships/font" Target="fonts/Font_2_Montserrat_Regular.fntdata"/><Relationship Id="rId7" Type="http://schemas.openxmlformats.org/officeDocument/2006/relationships/font" Target="fonts/Font_3_Microsoft_YaHei_Regular.fntdata"/><Relationship Id="rId8" Type="http://schemas.openxmlformats.org/officeDocument/2006/relationships/font" Target="fonts/Font_4_Garet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68760" cy="54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68760" cy="409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68760" cy="7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7784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85B938-3925-45E1-9596-872C3BDB74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4760" cy="145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7784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A24720-22E5-4BD2-B6A6-1585E33425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1960" cy="112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1960" cy="450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7784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D5711F-AE49-4261-9529-FDEE89981C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39760" cy="583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2280" cy="583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7784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25B256-0771-4941-BD7F-49EE94DDE6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1960" cy="112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1960" cy="450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7784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8FCEB3-448E-4ED3-A2E7-EF33C1BE8D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4760" cy="134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4760" cy="148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7784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5A0098-4F7A-4BF3-B54D-0A499E694E0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1960" cy="112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0840" cy="450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0840" cy="450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7784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D021395-A280-4581-A326-06903185E9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1960" cy="112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2640" cy="62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2640" cy="393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4080" cy="62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4080" cy="393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7784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CC35C3-8852-4A0C-9196-C7DC17739F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1960" cy="112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7784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74ABED-85A2-4FA6-8D4B-FAA05B22B5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7784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BB3394-37C3-49FF-A6B3-7A85D5AC1D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1068480" y="1207800"/>
            <a:ext cx="19230840" cy="50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1068480" y="7084440"/>
            <a:ext cx="19230840" cy="175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0520" cy="114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4000" cy="583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0520" cy="467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7784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16080" cy="3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8B1FE4-FE57-40CC-9E08-F293D2E1AE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4"/>
          <p:cNvGrpSpPr/>
          <p:nvPr/>
        </p:nvGrpSpPr>
        <p:grpSpPr>
          <a:xfrm>
            <a:off x="753480" y="7904520"/>
            <a:ext cx="19893600" cy="9360"/>
            <a:chOff x="753480" y="7904520"/>
            <a:chExt cx="19893600" cy="9360"/>
          </a:xfrm>
        </p:grpSpPr>
        <p:sp>
          <p:nvSpPr>
            <p:cNvPr id="62" name="Freeform 5"/>
            <p:cNvSpPr/>
            <p:nvPr/>
          </p:nvSpPr>
          <p:spPr>
            <a:xfrm>
              <a:off x="753480" y="7904520"/>
              <a:ext cx="19893600" cy="9360"/>
            </a:xfrm>
            <a:custGeom>
              <a:avLst/>
              <a:gdLst>
                <a:gd name="textAreaLeft" fmla="*/ 0 w 19893600"/>
                <a:gd name="textAreaRight" fmla="*/ 19911240 w 19893600"/>
                <a:gd name="textAreaTop" fmla="*/ 0 h 9360"/>
                <a:gd name="textAreaBottom" fmla="*/ 27000 h 9360"/>
              </a:gdLst>
              <a:ahLst/>
              <a:cxnLst/>
              <a:rect l="textAreaLeft" t="textAreaTop" r="textAreaRight" b="textAreaBottom"/>
              <a:pathLst>
                <a:path w="26548335" h="35941">
                  <a:moveTo>
                    <a:pt x="0" y="0"/>
                  </a:moveTo>
                  <a:lnTo>
                    <a:pt x="26548335" y="0"/>
                  </a:lnTo>
                  <a:lnTo>
                    <a:pt x="26548335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" name="TextBox 16"/>
          <p:cNvSpPr/>
          <p:nvPr/>
        </p:nvSpPr>
        <p:spPr>
          <a:xfrm>
            <a:off x="740160" y="7200000"/>
            <a:ext cx="15128640" cy="6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30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EXPERIENCIA LABORAL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" name="Group 25"/>
          <p:cNvGrpSpPr/>
          <p:nvPr/>
        </p:nvGrpSpPr>
        <p:grpSpPr>
          <a:xfrm>
            <a:off x="720000" y="7739640"/>
            <a:ext cx="20086920" cy="8019360"/>
            <a:chOff x="720000" y="7739640"/>
            <a:chExt cx="20086920" cy="8019360"/>
          </a:xfrm>
        </p:grpSpPr>
        <p:sp>
          <p:nvSpPr>
            <p:cNvPr id="65" name="TextBox 26"/>
            <p:cNvSpPr/>
            <p:nvPr/>
          </p:nvSpPr>
          <p:spPr>
            <a:xfrm>
              <a:off x="771840" y="8323560"/>
              <a:ext cx="14715360" cy="1881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73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TextBox 27"/>
            <p:cNvSpPr/>
            <p:nvPr/>
          </p:nvSpPr>
          <p:spPr>
            <a:xfrm>
              <a:off x="720000" y="7739640"/>
              <a:ext cx="20086920" cy="801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470"/>
                </a:lnSpc>
              </a:pPr>
              <a:r>
                <a:rPr lang="en-US" sz="2500" b="0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Garet"/>
                </a:rPr>
                <a:t>[[EXPERIENCE_BLOCK]]</a:t>
              </a:r>
              <a:endParaRPr lang="es-AR" sz="2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669"/>
                </a:lnSpc>
              </a:pPr>
              <a:r>
                <a:rPr lang="en-US" sz="28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{{exp_1_role}}</a:t>
              </a:r>
              <a:r>
                <a:rPr lang="en-US" sz="26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  </a:t>
              </a:r>
              <a:r>
                <a:rPr lang="en-US" sz="2600" b="0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"/>
                </a:rPr>
                <a:t>{{exp_1_company}}   {{exp_1_dates}}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9"/>
                </a:lnSpc>
                <a:spcBef>
                  <a:spcPts val="283"/>
                </a:spcBef>
                <a:spcAft>
                  <a:spcPts val="283"/>
                </a:spcAft>
              </a:pPr>
              <a:r>
                <a:rPr lang="es-AR" sz="2800" b="0" u="none" strike="noStrike">
                  <a:solidFill>
                    <a:srgbClr val="000000"/>
                  </a:solidFill>
                  <a:effectLst/>
                  <a:uFillTx/>
                  <a:latin typeface="Montserrat"/>
                  <a:ea typeface="Montserrat"/>
                </a:rPr>
                <a:t>{{exp_1_bullets_block}}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1701"/>
                </a:lnSpc>
              </a:pPr>
              <a:endPara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386"/>
                </a:lnSpc>
              </a:pPr>
              <a:r>
                <a:rPr lang="en-US" sz="28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{{exp_2_role}}</a:t>
              </a:r>
              <a:r>
                <a:rPr lang="en-US" sz="26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  </a:t>
              </a:r>
              <a:r>
                <a:rPr lang="en-US" sz="2600" b="0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"/>
                </a:rPr>
                <a:t>{{exp_2_company}}   {{exp_2_dates}}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9"/>
                </a:lnSpc>
              </a:pPr>
              <a:r>
                <a:rPr lang="es-AR" sz="2800" b="0" u="none" strike="noStrike">
                  <a:solidFill>
                    <a:srgbClr val="000000"/>
                  </a:solidFill>
                  <a:effectLst/>
                  <a:uFillTx/>
                  <a:latin typeface="Montserrat"/>
                  <a:ea typeface="Montserrat"/>
                </a:rPr>
                <a:t>{{exp_2_bullets_block}}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2835"/>
                </a:lnSpc>
              </a:pPr>
              <a:endPara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386"/>
                </a:lnSpc>
              </a:pPr>
              <a:r>
                <a:rPr lang="en-US" sz="28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{{exp_3_role}}</a:t>
              </a:r>
              <a:r>
                <a:rPr lang="en-US" sz="26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  </a:t>
              </a:r>
              <a:r>
                <a:rPr lang="en-US" sz="2600" b="0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"/>
                </a:rPr>
                <a:t>{{exp_3_company}}   {{exp_3_dates}}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9"/>
                </a:lnSpc>
                <a:spcBef>
                  <a:spcPts val="283"/>
                </a:spcBef>
                <a:spcAft>
                  <a:spcPts val="283"/>
                </a:spcAft>
              </a:pPr>
              <a:r>
                <a:rPr lang="es-AR" sz="2800" b="0" u="none" strike="noStrike">
                  <a:solidFill>
                    <a:srgbClr val="000000"/>
                  </a:solidFill>
                  <a:effectLst/>
                  <a:uFillTx/>
                  <a:latin typeface="Montserrat"/>
                  <a:ea typeface="Montserrat"/>
                </a:rPr>
                <a:t>{{exp_3_bullets_block}}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1701"/>
                </a:lnSpc>
                <a:spcBef>
                  <a:spcPts val="283"/>
                </a:spcBef>
                <a:spcAft>
                  <a:spcPts val="283"/>
                </a:spcAft>
              </a:pPr>
              <a:endPara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386"/>
                </a:lnSpc>
              </a:pPr>
              <a:r>
                <a:rPr lang="en-US" sz="28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{{exp_4_role}}</a:t>
              </a:r>
              <a:r>
                <a:rPr lang="en-US" sz="26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  </a:t>
              </a:r>
              <a:r>
                <a:rPr lang="en-US" sz="2600" b="0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"/>
                </a:rPr>
                <a:t>{{exp_4_company}}   {{exp_3_dates}}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9"/>
                </a:lnSpc>
              </a:pPr>
              <a:r>
                <a:rPr lang="es-AR" sz="2800" b="0" u="none" strike="noStrike">
                  <a:solidFill>
                    <a:srgbClr val="000000"/>
                  </a:solidFill>
                  <a:effectLst/>
                  <a:uFillTx/>
                  <a:latin typeface="Montserrat"/>
                  <a:ea typeface="Montserrat"/>
                </a:rPr>
                <a:t>{{exp_4_bullets_block}}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2835"/>
                </a:lnSpc>
              </a:pPr>
              <a:endPara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386"/>
                </a:lnSpc>
              </a:pPr>
              <a:endPara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819"/>
                </a:lnSpc>
              </a:pP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TextBox 28"/>
            <p:cNvSpPr/>
            <p:nvPr/>
          </p:nvSpPr>
          <p:spPr>
            <a:xfrm>
              <a:off x="3105000" y="7739640"/>
              <a:ext cx="12517560" cy="46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77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" name="Group 2"/>
          <p:cNvGrpSpPr/>
          <p:nvPr/>
        </p:nvGrpSpPr>
        <p:grpSpPr>
          <a:xfrm>
            <a:off x="736920" y="4809240"/>
            <a:ext cx="19819800" cy="12600"/>
            <a:chOff x="736920" y="4809240"/>
            <a:chExt cx="19819800" cy="12600"/>
          </a:xfrm>
        </p:grpSpPr>
        <p:sp>
          <p:nvSpPr>
            <p:cNvPr id="69" name="Freeform 2"/>
            <p:cNvSpPr/>
            <p:nvPr/>
          </p:nvSpPr>
          <p:spPr>
            <a:xfrm>
              <a:off x="736920" y="4809240"/>
              <a:ext cx="19819800" cy="12600"/>
            </a:xfrm>
            <a:custGeom>
              <a:avLst/>
              <a:gdLst>
                <a:gd name="textAreaLeft" fmla="*/ 0 w 19819800"/>
                <a:gd name="textAreaRight" fmla="*/ 19834200 w 19819800"/>
                <a:gd name="textAreaTop" fmla="*/ 0 h 12600"/>
                <a:gd name="textAreaBottom" fmla="*/ 27000 h 12600"/>
              </a:gdLst>
              <a:ahLst/>
              <a:cxnLst/>
              <a:rect l="textAreaLeft" t="textAreaTop" r="textAreaRight" b="textAreaBottom"/>
              <a:pathLst>
                <a:path w="26445718" h="35941">
                  <a:moveTo>
                    <a:pt x="0" y="0"/>
                  </a:moveTo>
                  <a:lnTo>
                    <a:pt x="26445718" y="0"/>
                  </a:lnTo>
                  <a:lnTo>
                    <a:pt x="2644571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" name="TextBox 14"/>
          <p:cNvSpPr/>
          <p:nvPr/>
        </p:nvSpPr>
        <p:spPr>
          <a:xfrm>
            <a:off x="736920" y="3936240"/>
            <a:ext cx="1305720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PERFIL PROFESIONAL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5"/>
          <p:cNvSpPr/>
          <p:nvPr/>
        </p:nvSpPr>
        <p:spPr>
          <a:xfrm>
            <a:off x="736920" y="4929120"/>
            <a:ext cx="19801800" cy="4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64"/>
              </a:lnSpc>
            </a:pPr>
            <a:r>
              <a:rPr lang="en-US" sz="269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{{about}}</a:t>
            </a:r>
            <a:endParaRPr lang="es-AR" sz="2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Freeform 6"/>
          <p:cNvSpPr/>
          <p:nvPr/>
        </p:nvSpPr>
        <p:spPr>
          <a:xfrm>
            <a:off x="0" y="360720"/>
            <a:ext cx="9599760" cy="3391920"/>
          </a:xfrm>
          <a:custGeom>
            <a:avLst/>
            <a:gdLst>
              <a:gd name="textAreaLeft" fmla="*/ 0 w 9599760"/>
              <a:gd name="textAreaRight" fmla="*/ 9617400 w 9599760"/>
              <a:gd name="textAreaTop" fmla="*/ 0 h 3391920"/>
              <a:gd name="textAreaBottom" fmla="*/ 3409200 h 3391920"/>
            </a:gdLst>
            <a:ahLst/>
            <a:cxnLst/>
            <a:rect l="textAreaLeft" t="textAreaTop" r="textAreaRight" b="textAreaBottom"/>
            <a:pathLst>
              <a:path w="9617439" h="4035127">
                <a:moveTo>
                  <a:pt x="0" y="0"/>
                </a:moveTo>
                <a:lnTo>
                  <a:pt x="9617439" y="0"/>
                </a:lnTo>
                <a:lnTo>
                  <a:pt x="9617439" y="4035128"/>
                </a:lnTo>
                <a:lnTo>
                  <a:pt x="0" y="4035128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7"/>
          <p:cNvSpPr/>
          <p:nvPr/>
        </p:nvSpPr>
        <p:spPr>
          <a:xfrm>
            <a:off x="12780000" y="995040"/>
            <a:ext cx="82728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791"/>
              </a:lnSpc>
            </a:pPr>
            <a:r>
              <a:rPr lang="en-US" sz="5260" b="1" u="none" strike="noStrike">
                <a:solidFill>
                  <a:srgbClr val="c0504d"/>
                </a:solidFill>
                <a:effectLst/>
                <a:uFillTx/>
                <a:latin typeface="Montserrat"/>
                <a:ea typeface="Montserrat Bold"/>
              </a:rPr>
              <a:t>{{name}}</a:t>
            </a:r>
            <a:endParaRPr lang="es-AR" sz="5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366"/>
              </a:lnSpc>
            </a:pPr>
            <a:r>
              <a:rPr lang="en-US" sz="3200" b="1" u="none" strike="noStrike">
                <a:solidFill>
                  <a:srgbClr val="c0504d"/>
                </a:solidFill>
                <a:effectLst/>
                <a:uFillTx/>
                <a:latin typeface="Montserrat"/>
                <a:ea typeface="Montserrat Bold"/>
              </a:rPr>
              <a:t>{{title}}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1"/>
          <p:cNvSpPr/>
          <p:nvPr/>
        </p:nvSpPr>
        <p:spPr>
          <a:xfrm>
            <a:off x="7553520" y="39600"/>
            <a:ext cx="2691000" cy="66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8280360" y="1080"/>
            <a:ext cx="3764520" cy="3764520"/>
          </a:xfrm>
          <a:prstGeom prst="flowChartConnector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8100000" y="-16560"/>
            <a:ext cx="304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2"/>
          <p:cNvSpPr/>
          <p:nvPr/>
        </p:nvSpPr>
        <p:spPr>
          <a:xfrm>
            <a:off x="540360" y="720360"/>
            <a:ext cx="7193520" cy="20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41"/>
              </a:lnSpc>
            </a:pPr>
            <a:r>
              <a:rPr lang="en-US" sz="2830" b="0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{{contact_phone}}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41"/>
              </a:lnSpc>
            </a:pPr>
            <a:r>
              <a:rPr lang="en-US" sz="2600" b="0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{{contact_location}}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41"/>
              </a:lnSpc>
            </a:pPr>
            <a:r>
              <a:rPr lang="en-US" sz="2600" b="0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{{contact_email}}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3"/>
          <p:cNvGrpSpPr/>
          <p:nvPr/>
        </p:nvGrpSpPr>
        <p:grpSpPr>
          <a:xfrm>
            <a:off x="787320" y="720000"/>
            <a:ext cx="20086920" cy="5715360"/>
            <a:chOff x="787320" y="720000"/>
            <a:chExt cx="20086920" cy="5715360"/>
          </a:xfrm>
        </p:grpSpPr>
        <p:sp>
          <p:nvSpPr>
            <p:cNvPr id="79" name="TextBox 3"/>
            <p:cNvSpPr/>
            <p:nvPr/>
          </p:nvSpPr>
          <p:spPr>
            <a:xfrm>
              <a:off x="839160" y="1303920"/>
              <a:ext cx="14715360" cy="1881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TextBox 4"/>
            <p:cNvSpPr/>
            <p:nvPr/>
          </p:nvSpPr>
          <p:spPr>
            <a:xfrm>
              <a:off x="787320" y="720000"/>
              <a:ext cx="20086920" cy="5715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470"/>
                </a:lnSpc>
              </a:pPr>
              <a:r>
                <a:rPr lang="en-US" sz="2500" b="0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Garet"/>
                </a:rPr>
                <a:t>[[EXPERIENCE_BLOCK]]</a:t>
              </a:r>
              <a:endParaRPr lang="es-AR" sz="2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386"/>
                </a:lnSpc>
              </a:pPr>
              <a:r>
                <a:rPr lang="en-US" sz="28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{{exp_5_role}}</a:t>
              </a:r>
              <a:r>
                <a:rPr lang="en-US" sz="26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  </a:t>
              </a:r>
              <a:r>
                <a:rPr lang="en-US" sz="2600" b="0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"/>
                </a:rPr>
                <a:t>{{exp_5_company}}   {{exp_5_dates}}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9"/>
                </a:lnSpc>
              </a:pPr>
              <a:r>
                <a:rPr lang="es-AR" sz="2800" b="0" u="none" strike="noStrike">
                  <a:solidFill>
                    <a:srgbClr val="000000"/>
                  </a:solidFill>
                  <a:effectLst/>
                  <a:uFillTx/>
                  <a:latin typeface="Montserrat"/>
                  <a:ea typeface="Montserrat"/>
                </a:rPr>
                <a:t>{{exp_5_bullets_block}}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18"/>
                </a:lnSpc>
              </a:pPr>
              <a:endPara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6236"/>
                </a:lnSpc>
              </a:pPr>
              <a:r>
                <a:rPr lang="en-US" sz="28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{{exp_6_role}}</a:t>
              </a:r>
              <a:r>
                <a:rPr lang="en-US" sz="26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  </a:t>
              </a:r>
              <a:r>
                <a:rPr lang="en-US" sz="2600" b="0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"/>
                </a:rPr>
                <a:t>{{exp_6_company}}   {{exp_6_dates}}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9"/>
                </a:lnSpc>
              </a:pPr>
              <a:r>
                <a:rPr lang="es-AR" sz="2800" b="0" u="none" strike="noStrike">
                  <a:solidFill>
                    <a:srgbClr val="000000"/>
                  </a:solidFill>
                  <a:effectLst/>
                  <a:uFillTx/>
                  <a:latin typeface="Montserrat"/>
                  <a:ea typeface="Montserrat"/>
                </a:rPr>
                <a:t>{{exp_6_bullets_block}}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2835"/>
                </a:lnSpc>
              </a:pPr>
              <a:endPara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6236"/>
                </a:lnSpc>
              </a:pPr>
              <a:r>
                <a:rPr lang="en-US" sz="28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{{exp_7_role}}</a:t>
              </a:r>
              <a:r>
                <a:rPr lang="en-US" sz="26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  </a:t>
              </a:r>
              <a:r>
                <a:rPr lang="en-US" sz="2600" b="0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"/>
                </a:rPr>
                <a:t>{{exp_7_company}}   {{exp_7_dates}}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9"/>
                </a:lnSpc>
              </a:pPr>
              <a:r>
                <a:rPr lang="es-AR" sz="2800" b="0" u="none" strike="noStrike">
                  <a:solidFill>
                    <a:srgbClr val="000000"/>
                  </a:solidFill>
                  <a:effectLst/>
                  <a:uFillTx/>
                  <a:latin typeface="Montserrat"/>
                  <a:ea typeface="Montserrat"/>
                </a:rPr>
                <a:t>{{exp_7_bullets_block}}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819"/>
                </a:lnSpc>
              </a:pP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Box 5"/>
            <p:cNvSpPr/>
            <p:nvPr/>
          </p:nvSpPr>
          <p:spPr>
            <a:xfrm>
              <a:off x="3172320" y="720000"/>
              <a:ext cx="12517560" cy="46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2" name="Group 7"/>
          <p:cNvGrpSpPr/>
          <p:nvPr/>
        </p:nvGrpSpPr>
        <p:grpSpPr>
          <a:xfrm>
            <a:off x="711360" y="19766880"/>
            <a:ext cx="19775160" cy="15480"/>
            <a:chOff x="711360" y="19766880"/>
            <a:chExt cx="19775160" cy="15480"/>
          </a:xfrm>
        </p:grpSpPr>
        <p:sp>
          <p:nvSpPr>
            <p:cNvPr id="83" name="Freeform 3"/>
            <p:cNvSpPr/>
            <p:nvPr/>
          </p:nvSpPr>
          <p:spPr>
            <a:xfrm>
              <a:off x="711360" y="19766880"/>
              <a:ext cx="19775160" cy="15480"/>
            </a:xfrm>
            <a:custGeom>
              <a:avLst/>
              <a:gdLst>
                <a:gd name="textAreaLeft" fmla="*/ 0 w 19775160"/>
                <a:gd name="textAreaRight" fmla="*/ 19786680 w 19775160"/>
                <a:gd name="textAreaTop" fmla="*/ 0 h 15480"/>
                <a:gd name="textAreaBottom" fmla="*/ 27000 h 15480"/>
              </a:gdLst>
              <a:ahLst/>
              <a:cxnLst/>
              <a:rect l="textAreaLeft" t="textAreaTop" r="textAreaRight" b="textAreaBottom"/>
              <a:pathLst>
                <a:path w="26382218" h="35941">
                  <a:moveTo>
                    <a:pt x="0" y="0"/>
                  </a:moveTo>
                  <a:lnTo>
                    <a:pt x="26382218" y="0"/>
                  </a:lnTo>
                  <a:lnTo>
                    <a:pt x="2638221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4" name="Group 9"/>
          <p:cNvGrpSpPr/>
          <p:nvPr/>
        </p:nvGrpSpPr>
        <p:grpSpPr>
          <a:xfrm>
            <a:off x="731880" y="25231680"/>
            <a:ext cx="19845000" cy="15480"/>
            <a:chOff x="731880" y="25231680"/>
            <a:chExt cx="19845000" cy="15480"/>
          </a:xfrm>
        </p:grpSpPr>
        <p:sp>
          <p:nvSpPr>
            <p:cNvPr id="85" name="Freeform 10"/>
            <p:cNvSpPr/>
            <p:nvPr/>
          </p:nvSpPr>
          <p:spPr>
            <a:xfrm>
              <a:off x="731880" y="25231680"/>
              <a:ext cx="19845000" cy="15480"/>
            </a:xfrm>
            <a:custGeom>
              <a:avLst/>
              <a:gdLst>
                <a:gd name="textAreaLeft" fmla="*/ 0 w 19845000"/>
                <a:gd name="textAreaRight" fmla="*/ 19856520 w 19845000"/>
                <a:gd name="textAreaTop" fmla="*/ 0 h 15480"/>
                <a:gd name="textAreaBottom" fmla="*/ 27000 h 15480"/>
              </a:gdLst>
              <a:ahLst/>
              <a:cxnLst/>
              <a:rect l="textAreaLeft" t="textAreaTop" r="textAreaRight" b="textAreaBottom"/>
              <a:pathLst>
                <a:path w="26475183" h="35941">
                  <a:moveTo>
                    <a:pt x="0" y="0"/>
                  </a:moveTo>
                  <a:lnTo>
                    <a:pt x="26475183" y="0"/>
                  </a:lnTo>
                  <a:lnTo>
                    <a:pt x="26475183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" name="TextBox 11"/>
          <p:cNvSpPr/>
          <p:nvPr/>
        </p:nvSpPr>
        <p:spPr>
          <a:xfrm>
            <a:off x="720000" y="24399360"/>
            <a:ext cx="1509300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CURSOS Y CAPACITACIONES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2"/>
          <p:cNvSpPr/>
          <p:nvPr/>
        </p:nvSpPr>
        <p:spPr>
          <a:xfrm>
            <a:off x="720000" y="25477200"/>
            <a:ext cx="19822320" cy="11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Freeform 13"/>
          <p:cNvSpPr/>
          <p:nvPr/>
        </p:nvSpPr>
        <p:spPr>
          <a:xfrm>
            <a:off x="720" y="30019320"/>
            <a:ext cx="21381480" cy="261360"/>
          </a:xfrm>
          <a:custGeom>
            <a:avLst/>
            <a:gdLst>
              <a:gd name="textAreaLeft" fmla="*/ 0 w 21381480"/>
              <a:gd name="textAreaRight" fmla="*/ 21393000 w 21381480"/>
              <a:gd name="textAreaTop" fmla="*/ 0 h 261360"/>
              <a:gd name="textAreaBottom" fmla="*/ 265680 h 261360"/>
            </a:gdLst>
            <a:ahLst/>
            <a:cxnLst/>
            <a:rect l="textAreaLeft" t="textAreaTop" r="textAreaRight" b="textAreaBottom"/>
            <a:pathLst>
              <a:path w="21392989" h="1219584">
                <a:moveTo>
                  <a:pt x="0" y="0"/>
                </a:moveTo>
                <a:lnTo>
                  <a:pt x="21392989" y="0"/>
                </a:lnTo>
                <a:lnTo>
                  <a:pt x="21392989" y="1219584"/>
                </a:lnTo>
                <a:lnTo>
                  <a:pt x="0" y="1219584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9"/>
          <p:cNvSpPr/>
          <p:nvPr/>
        </p:nvSpPr>
        <p:spPr>
          <a:xfrm>
            <a:off x="689040" y="19055160"/>
            <a:ext cx="1977948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FORMACIÓN ACADÉMICA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0"/>
          <p:cNvSpPr/>
          <p:nvPr/>
        </p:nvSpPr>
        <p:spPr>
          <a:xfrm>
            <a:off x="785520" y="19756800"/>
            <a:ext cx="19732680" cy="93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685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300" b="0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{{edu_1_degree}} </a:t>
            </a:r>
            <a:r>
              <a:rPr lang="en-US" sz="2300" b="1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 </a:t>
            </a:r>
            <a:r>
              <a:rPr lang="en-US" sz="2300" b="0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{{edu_1_school}}  {{edu_1_years}}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685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300" b="0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{{edu_2_degree}} </a:t>
            </a:r>
            <a:r>
              <a:rPr lang="en-US" sz="2300" b="1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 </a:t>
            </a:r>
            <a:r>
              <a:rPr lang="en-US" sz="2300" b="0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{{edu_2_school}}  {{edu_2_years}}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"/>
          <p:cNvSpPr/>
          <p:nvPr/>
        </p:nvSpPr>
        <p:spPr>
          <a:xfrm>
            <a:off x="772200" y="25153200"/>
            <a:ext cx="19822320" cy="18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402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{{curso_1}}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402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{{curso_2}}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402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{{curso_3}}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9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2" name="Group 1"/>
          <p:cNvGrpSpPr/>
          <p:nvPr/>
        </p:nvGrpSpPr>
        <p:grpSpPr>
          <a:xfrm>
            <a:off x="711360" y="21350880"/>
            <a:ext cx="19775160" cy="15480"/>
            <a:chOff x="711360" y="21350880"/>
            <a:chExt cx="19775160" cy="15480"/>
          </a:xfrm>
        </p:grpSpPr>
        <p:sp>
          <p:nvSpPr>
            <p:cNvPr id="93" name="Freeform 4"/>
            <p:cNvSpPr/>
            <p:nvPr/>
          </p:nvSpPr>
          <p:spPr>
            <a:xfrm>
              <a:off x="711360" y="21350880"/>
              <a:ext cx="19775160" cy="15480"/>
            </a:xfrm>
            <a:custGeom>
              <a:avLst/>
              <a:gdLst>
                <a:gd name="textAreaLeft" fmla="*/ 0 w 19775160"/>
                <a:gd name="textAreaRight" fmla="*/ 19786680 w 19775160"/>
                <a:gd name="textAreaTop" fmla="*/ 0 h 15480"/>
                <a:gd name="textAreaBottom" fmla="*/ 27000 h 15480"/>
              </a:gdLst>
              <a:ahLst/>
              <a:cxnLst/>
              <a:rect l="textAreaLeft" t="textAreaTop" r="textAreaRight" b="textAreaBottom"/>
              <a:pathLst>
                <a:path w="26382218" h="35941">
                  <a:moveTo>
                    <a:pt x="0" y="0"/>
                  </a:moveTo>
                  <a:lnTo>
                    <a:pt x="26382218" y="0"/>
                  </a:lnTo>
                  <a:lnTo>
                    <a:pt x="2638221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" name="TextBox 2"/>
          <p:cNvSpPr/>
          <p:nvPr/>
        </p:nvSpPr>
        <p:spPr>
          <a:xfrm>
            <a:off x="689040" y="20639160"/>
            <a:ext cx="1977948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INFORMATICA E IDIOMAS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317520" y="21435120"/>
            <a:ext cx="19732680" cy="30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40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{{it_1}}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40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{{it_2}}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40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{{it_3}}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40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{{it_4}}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40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{{idioma_1}}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40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{{idioma_2}}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40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{{idioma_3}} 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6" name="Group 5"/>
          <p:cNvGrpSpPr/>
          <p:nvPr/>
        </p:nvGrpSpPr>
        <p:grpSpPr>
          <a:xfrm>
            <a:off x="731880" y="27140040"/>
            <a:ext cx="19845000" cy="15480"/>
            <a:chOff x="731880" y="27140040"/>
            <a:chExt cx="19845000" cy="15480"/>
          </a:xfrm>
        </p:grpSpPr>
        <p:sp>
          <p:nvSpPr>
            <p:cNvPr id="97" name="Freeform 7"/>
            <p:cNvSpPr/>
            <p:nvPr/>
          </p:nvSpPr>
          <p:spPr>
            <a:xfrm>
              <a:off x="731880" y="27140040"/>
              <a:ext cx="19845000" cy="15480"/>
            </a:xfrm>
            <a:custGeom>
              <a:avLst/>
              <a:gdLst>
                <a:gd name="textAreaLeft" fmla="*/ 0 w 19845000"/>
                <a:gd name="textAreaRight" fmla="*/ 19856520 w 19845000"/>
                <a:gd name="textAreaTop" fmla="*/ 0 h 15480"/>
                <a:gd name="textAreaBottom" fmla="*/ 27000 h 15480"/>
              </a:gdLst>
              <a:ahLst/>
              <a:cxnLst/>
              <a:rect l="textAreaLeft" t="textAreaTop" r="textAreaRight" b="textAreaBottom"/>
              <a:pathLst>
                <a:path w="26475183" h="35941">
                  <a:moveTo>
                    <a:pt x="0" y="0"/>
                  </a:moveTo>
                  <a:lnTo>
                    <a:pt x="26475183" y="0"/>
                  </a:lnTo>
                  <a:lnTo>
                    <a:pt x="26475183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8" name="TextBox 7"/>
          <p:cNvSpPr/>
          <p:nvPr/>
        </p:nvSpPr>
        <p:spPr>
          <a:xfrm>
            <a:off x="720000" y="26307720"/>
            <a:ext cx="1509300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COMPETENCIAS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8"/>
          <p:cNvSpPr/>
          <p:nvPr/>
        </p:nvSpPr>
        <p:spPr>
          <a:xfrm>
            <a:off x="720000" y="27385560"/>
            <a:ext cx="19822320" cy="11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9"/>
          <p:cNvSpPr/>
          <p:nvPr/>
        </p:nvSpPr>
        <p:spPr>
          <a:xfrm>
            <a:off x="772200" y="27169560"/>
            <a:ext cx="19822320" cy="33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{{skill_4}}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{{skill_5}}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{{skill_6}}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9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DAG9kkGcXe8</dc:identifier>
  <dc:language>es-AR</dc:language>
  <cp:lastModifiedBy/>
  <dcterms:modified xsi:type="dcterms:W3CDTF">2026-03-09T00:13:46Z</dcterms:modified>
  <cp:revision>51</cp:revision>
  <dc:subject/>
  <dc:title>Plantilla_oficial_13.pptx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