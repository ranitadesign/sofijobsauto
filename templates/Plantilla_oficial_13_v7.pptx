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"/>
      <p:regular r:id="rId7"/>
      <p:bold r:id="rId7"/>
    </p:embeddedFont>
    <p:embeddedFont>
      <p:font typeface="Poppins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Montserrat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Poppi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760" cy="112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3760" cy="45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71459A-0CF9-4FC3-BCAC-76577CDF44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6560" cy="13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6560" cy="148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89115F-0F0C-4D2A-A584-EE898FF5B9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760" cy="112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2640" cy="45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2640" cy="45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1B39EF-670C-421E-AD24-05B0CD7B99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760" cy="112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4440" cy="62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4440" cy="393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5880" cy="62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5880" cy="393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D376B3-76FA-4DC4-8F6C-1CE2212D85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760" cy="112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BDD897-7778-4E73-B958-F2901FDC7A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37C193-2E9F-4359-832A-5E60367DEB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2640" cy="505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2640" cy="175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2320" cy="114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580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2320" cy="467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FAC0BE-527E-4A36-9C0B-AEBC52EBD1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0560" cy="55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0560" cy="409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0560" cy="78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72269D-479E-4487-B43F-23AE706C32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6560" cy="14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3CDA9C-FC94-46B9-81E3-6EE8F00FA9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3760" cy="112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3760" cy="45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C8EDB8-4849-4940-B79F-185FB20CC9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1560" cy="583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4080" cy="583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964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7880" cy="3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ED0111-7099-4E23-9729-BCE387BA83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4"/>
          <p:cNvGrpSpPr/>
          <p:nvPr/>
        </p:nvGrpSpPr>
        <p:grpSpPr>
          <a:xfrm>
            <a:off x="753480" y="7904520"/>
            <a:ext cx="19895400" cy="11160"/>
            <a:chOff x="753480" y="7904520"/>
            <a:chExt cx="19895400" cy="11160"/>
          </a:xfrm>
        </p:grpSpPr>
        <p:sp>
          <p:nvSpPr>
            <p:cNvPr id="62" name="Freeform 5"/>
            <p:cNvSpPr/>
            <p:nvPr/>
          </p:nvSpPr>
          <p:spPr>
            <a:xfrm>
              <a:off x="753480" y="7904520"/>
              <a:ext cx="19895400" cy="11160"/>
            </a:xfrm>
            <a:custGeom>
              <a:avLst/>
              <a:gdLst>
                <a:gd name="textAreaLeft" fmla="*/ 0 w 19895400"/>
                <a:gd name="textAreaRight" fmla="*/ 19911240 w 19895400"/>
                <a:gd name="textAreaTop" fmla="*/ 0 h 11160"/>
                <a:gd name="textAreaBottom" fmla="*/ 27000 h 1116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6"/>
          <p:cNvSpPr/>
          <p:nvPr/>
        </p:nvSpPr>
        <p:spPr>
          <a:xfrm>
            <a:off x="740160" y="7200000"/>
            <a:ext cx="1513044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25"/>
          <p:cNvGrpSpPr/>
          <p:nvPr/>
        </p:nvGrpSpPr>
        <p:grpSpPr>
          <a:xfrm>
            <a:off x="720000" y="7703640"/>
            <a:ext cx="20088720" cy="7452360"/>
            <a:chOff x="720000" y="7703640"/>
            <a:chExt cx="20088720" cy="7452360"/>
          </a:xfrm>
        </p:grpSpPr>
        <p:sp>
          <p:nvSpPr>
            <p:cNvPr id="65" name="TextBox 26"/>
            <p:cNvSpPr/>
            <p:nvPr/>
          </p:nvSpPr>
          <p:spPr>
            <a:xfrm>
              <a:off x="771840" y="8287560"/>
              <a:ext cx="14717160" cy="188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7"/>
            <p:cNvSpPr/>
            <p:nvPr/>
          </p:nvSpPr>
          <p:spPr>
            <a:xfrm>
              <a:off x="720000" y="7703640"/>
              <a:ext cx="20088720" cy="74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5669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28"/>
            <p:cNvSpPr/>
            <p:nvPr/>
          </p:nvSpPr>
          <p:spPr>
            <a:xfrm>
              <a:off x="3105000" y="7703640"/>
              <a:ext cx="12519360" cy="466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roup 2"/>
          <p:cNvGrpSpPr/>
          <p:nvPr/>
        </p:nvGrpSpPr>
        <p:grpSpPr>
          <a:xfrm>
            <a:off x="736920" y="4809240"/>
            <a:ext cx="19821600" cy="14400"/>
            <a:chOff x="736920" y="4809240"/>
            <a:chExt cx="19821600" cy="14400"/>
          </a:xfrm>
        </p:grpSpPr>
        <p:sp>
          <p:nvSpPr>
            <p:cNvPr id="69" name="Freeform 2"/>
            <p:cNvSpPr/>
            <p:nvPr/>
          </p:nvSpPr>
          <p:spPr>
            <a:xfrm>
              <a:off x="736920" y="4809240"/>
              <a:ext cx="19821600" cy="14400"/>
            </a:xfrm>
            <a:custGeom>
              <a:avLst/>
              <a:gdLst>
                <a:gd name="textAreaLeft" fmla="*/ 0 w 19821600"/>
                <a:gd name="textAreaRight" fmla="*/ 19834200 w 19821600"/>
                <a:gd name="textAreaTop" fmla="*/ 0 h 14400"/>
                <a:gd name="textAreaBottom" fmla="*/ 27000 h 1440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736920" y="3936240"/>
            <a:ext cx="130590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736920" y="4929120"/>
            <a:ext cx="198036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6"/>
          <p:cNvSpPr/>
          <p:nvPr/>
        </p:nvSpPr>
        <p:spPr>
          <a:xfrm>
            <a:off x="0" y="360720"/>
            <a:ext cx="9601560" cy="3393720"/>
          </a:xfrm>
          <a:custGeom>
            <a:avLst/>
            <a:gdLst>
              <a:gd name="textAreaLeft" fmla="*/ 0 w 9601560"/>
              <a:gd name="textAreaRight" fmla="*/ 9617400 w 9601560"/>
              <a:gd name="textAreaTop" fmla="*/ 0 h 3393720"/>
              <a:gd name="textAreaBottom" fmla="*/ 3409200 h 339372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12780000" y="995040"/>
            <a:ext cx="82746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7553520" y="39600"/>
            <a:ext cx="269280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8280360" y="1080"/>
            <a:ext cx="3766320" cy="376632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8100000" y="-16560"/>
            <a:ext cx="3047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540360" y="720360"/>
            <a:ext cx="719532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3"/>
          <p:cNvGrpSpPr/>
          <p:nvPr/>
        </p:nvGrpSpPr>
        <p:grpSpPr>
          <a:xfrm>
            <a:off x="787320" y="720000"/>
            <a:ext cx="20088720" cy="5148360"/>
            <a:chOff x="787320" y="720000"/>
            <a:chExt cx="20088720" cy="5148360"/>
          </a:xfrm>
        </p:grpSpPr>
        <p:sp>
          <p:nvSpPr>
            <p:cNvPr id="79" name="TextBox 3"/>
            <p:cNvSpPr/>
            <p:nvPr/>
          </p:nvSpPr>
          <p:spPr>
            <a:xfrm>
              <a:off x="839160" y="1303920"/>
              <a:ext cx="14717160" cy="188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4"/>
            <p:cNvSpPr/>
            <p:nvPr/>
          </p:nvSpPr>
          <p:spPr>
            <a:xfrm>
              <a:off x="787320" y="720000"/>
              <a:ext cx="20088720" cy="514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538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{{exp_6_role}}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{{exp_6_company}}   {{exp_6_dates}}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{{exp_6_bullets_block}}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{{exp_7_role}}</a:t>
              </a:r>
              <a:r>
                <a:rPr lang="en-US" sz="26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6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{{exp_7_company}}   {{exp_7_dates}}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{{exp_7_bullets_block}}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5"/>
            <p:cNvSpPr/>
            <p:nvPr/>
          </p:nvSpPr>
          <p:spPr>
            <a:xfrm>
              <a:off x="3172320" y="720000"/>
              <a:ext cx="12519360" cy="466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7"/>
          <p:cNvGrpSpPr/>
          <p:nvPr/>
        </p:nvGrpSpPr>
        <p:grpSpPr>
          <a:xfrm>
            <a:off x="711000" y="24518880"/>
            <a:ext cx="19776240" cy="16560"/>
            <a:chOff x="711000" y="24518880"/>
            <a:chExt cx="19776240" cy="16560"/>
          </a:xfrm>
        </p:grpSpPr>
        <p:sp>
          <p:nvSpPr>
            <p:cNvPr id="83" name="Freeform 3"/>
            <p:cNvSpPr/>
            <p:nvPr/>
          </p:nvSpPr>
          <p:spPr>
            <a:xfrm>
              <a:off x="711000" y="24518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9"/>
          <p:cNvGrpSpPr/>
          <p:nvPr/>
        </p:nvGrpSpPr>
        <p:grpSpPr>
          <a:xfrm>
            <a:off x="731520" y="27355680"/>
            <a:ext cx="19846080" cy="16560"/>
            <a:chOff x="731520" y="27355680"/>
            <a:chExt cx="19846080" cy="16560"/>
          </a:xfrm>
        </p:grpSpPr>
        <p:sp>
          <p:nvSpPr>
            <p:cNvPr id="85" name="Freeform 10"/>
            <p:cNvSpPr/>
            <p:nvPr/>
          </p:nvSpPr>
          <p:spPr>
            <a:xfrm>
              <a:off x="731520" y="2735568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1"/>
          <p:cNvSpPr/>
          <p:nvPr/>
        </p:nvSpPr>
        <p:spPr>
          <a:xfrm>
            <a:off x="719640" y="2652336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719640" y="2734920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Freeform 13"/>
          <p:cNvSpPr/>
          <p:nvPr/>
        </p:nvSpPr>
        <p:spPr>
          <a:xfrm>
            <a:off x="360" y="29340360"/>
            <a:ext cx="21382560" cy="905400"/>
          </a:xfrm>
          <a:custGeom>
            <a:avLst/>
            <a:gdLst>
              <a:gd name="textAreaLeft" fmla="*/ 0 w 21382560"/>
              <a:gd name="textAreaRight" fmla="*/ 21393000 w 21382560"/>
              <a:gd name="textAreaTop" fmla="*/ 0 h 905400"/>
              <a:gd name="textAreaBottom" fmla="*/ 915840 h 90540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688680" y="23663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785160" y="24652800"/>
            <a:ext cx="1973376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8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8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8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"/>
          <p:cNvSpPr/>
          <p:nvPr/>
        </p:nvSpPr>
        <p:spPr>
          <a:xfrm>
            <a:off x="771840" y="27349200"/>
            <a:ext cx="1982340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97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97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97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2026-02-12T22:43:01Z</dcterms:modified>
  <cp:revision>46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