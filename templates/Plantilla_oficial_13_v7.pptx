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Montserrat"/>
      <p:regular r:id="rId5"/>
      <p:bold r:id="rId5"/>
    </p:embeddedFont>
    <p:embeddedFont>
      <p:font typeface="Proxima nova"/>
    </p:embeddedFont>
    <p:embeddedFont>
      <p:font typeface="Poppins"/>
      <p:regular r:id="rId6"/>
      <p:bold r:id="rId6"/>
    </p:embeddedFont>
    <p:embeddedFont>
      <p:font typeface="Poppins Bold"/>
    </p:embeddedFont>
    <p:embeddedFont>
      <p:font typeface="Microsoft YaHei"/>
      <p:regular r:id="rId7"/>
    </p:embeddedFont>
    <p:embeddedFont>
      <p:font typeface="Montserrat Bold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Montserrat_Regular.fntdata"/><Relationship Id="rId6" Type="http://schemas.openxmlformats.org/officeDocument/2006/relationships/font" Target="fonts/Font_2_Poppins_Regular.fntdata"/><Relationship Id="rId7" Type="http://schemas.openxmlformats.org/officeDocument/2006/relationships/font" Target="fonts/Font_3_Microsoft_YaHei_Regular.fntdata"/><Relationship Id="rId8" Type="http://schemas.openxmlformats.org/officeDocument/2006/relationships/font" Target="fonts/Font_4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90526E-7342-41FA-A2B6-18ACF22D32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4D5734-6D4C-49D0-802D-00C1D11796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0480" cy="50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0480" cy="175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0160" cy="114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3640" cy="583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0160" cy="467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FB8112-0A7B-4078-ADFA-3FE24BA337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8400" cy="54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8400" cy="4096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8400" cy="7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3CE9D0-ABF2-4851-A10E-838CF3E66C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4400" cy="14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91C8D9-8D83-4FAB-AF9B-DF56C3B90A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5F1AA2-AA34-453F-A77D-E6543C66B8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940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192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B9D0EF-ADD7-4E12-8F97-1450ECC2C1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9821BB-824E-476B-80C8-04F7CBB336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4400" cy="13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440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00FA3E-993C-4136-A1C3-655AA80D1A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97A7B9-C28D-4821-8A59-58BC67CCEB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228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228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372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372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07593E-EA7E-4628-9630-83EC6CA751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4"/>
          <p:cNvGrpSpPr/>
          <p:nvPr/>
        </p:nvGrpSpPr>
        <p:grpSpPr>
          <a:xfrm>
            <a:off x="753480" y="7904520"/>
            <a:ext cx="19893240" cy="9000"/>
            <a:chOff x="753480" y="7904520"/>
            <a:chExt cx="19893240" cy="9000"/>
          </a:xfrm>
        </p:grpSpPr>
        <p:sp>
          <p:nvSpPr>
            <p:cNvPr id="62" name="Freeform 5"/>
            <p:cNvSpPr/>
            <p:nvPr/>
          </p:nvSpPr>
          <p:spPr>
            <a:xfrm>
              <a:off x="753480" y="7904520"/>
              <a:ext cx="19893240" cy="9000"/>
            </a:xfrm>
            <a:custGeom>
              <a:avLst/>
              <a:gdLst>
                <a:gd name="textAreaLeft" fmla="*/ 0 w 19893240"/>
                <a:gd name="textAreaRight" fmla="*/ 19911240 w 19893240"/>
                <a:gd name="textAreaTop" fmla="*/ 0 h 9000"/>
                <a:gd name="textAreaBottom" fmla="*/ 27000 h 900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6"/>
          <p:cNvSpPr/>
          <p:nvPr/>
        </p:nvSpPr>
        <p:spPr>
          <a:xfrm>
            <a:off x="740160" y="7200000"/>
            <a:ext cx="1512828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25"/>
          <p:cNvGrpSpPr/>
          <p:nvPr/>
        </p:nvGrpSpPr>
        <p:grpSpPr>
          <a:xfrm>
            <a:off x="720000" y="7739640"/>
            <a:ext cx="20086560" cy="8379360"/>
            <a:chOff x="720000" y="7739640"/>
            <a:chExt cx="20086560" cy="8379360"/>
          </a:xfrm>
        </p:grpSpPr>
        <p:sp>
          <p:nvSpPr>
            <p:cNvPr id="65" name="TextBox 26"/>
            <p:cNvSpPr/>
            <p:nvPr/>
          </p:nvSpPr>
          <p:spPr>
            <a:xfrm>
              <a:off x="771840" y="8323560"/>
              <a:ext cx="14715000" cy="1881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7"/>
            <p:cNvSpPr/>
            <p:nvPr/>
          </p:nvSpPr>
          <p:spPr>
            <a:xfrm>
              <a:off x="720000" y="8099640"/>
              <a:ext cx="20086560" cy="801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28"/>
            <p:cNvSpPr/>
            <p:nvPr/>
          </p:nvSpPr>
          <p:spPr>
            <a:xfrm>
              <a:off x="3105000" y="7739640"/>
              <a:ext cx="1251720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2"/>
          <p:cNvGrpSpPr/>
          <p:nvPr/>
        </p:nvGrpSpPr>
        <p:grpSpPr>
          <a:xfrm>
            <a:off x="736920" y="4809240"/>
            <a:ext cx="19819440" cy="12240"/>
            <a:chOff x="736920" y="4809240"/>
            <a:chExt cx="19819440" cy="12240"/>
          </a:xfrm>
        </p:grpSpPr>
        <p:sp>
          <p:nvSpPr>
            <p:cNvPr id="69" name="Freeform 2"/>
            <p:cNvSpPr/>
            <p:nvPr/>
          </p:nvSpPr>
          <p:spPr>
            <a:xfrm>
              <a:off x="736920" y="4809240"/>
              <a:ext cx="19819440" cy="12240"/>
            </a:xfrm>
            <a:custGeom>
              <a:avLst/>
              <a:gdLst>
                <a:gd name="textAreaLeft" fmla="*/ 0 w 19819440"/>
                <a:gd name="textAreaRight" fmla="*/ 19834200 w 19819440"/>
                <a:gd name="textAreaTop" fmla="*/ 0 h 12240"/>
                <a:gd name="textAreaBottom" fmla="*/ 27000 h 1224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736920" y="3936240"/>
            <a:ext cx="13056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736920" y="4929120"/>
            <a:ext cx="198014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6"/>
          <p:cNvSpPr/>
          <p:nvPr/>
        </p:nvSpPr>
        <p:spPr>
          <a:xfrm>
            <a:off x="0" y="360720"/>
            <a:ext cx="9599400" cy="3391560"/>
          </a:xfrm>
          <a:custGeom>
            <a:avLst/>
            <a:gdLst>
              <a:gd name="textAreaLeft" fmla="*/ 0 w 9599400"/>
              <a:gd name="textAreaRight" fmla="*/ 9617400 w 9599400"/>
              <a:gd name="textAreaTop" fmla="*/ 0 h 3391560"/>
              <a:gd name="textAreaBottom" fmla="*/ 3409200 h 339156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12780000" y="995040"/>
            <a:ext cx="82724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7553520" y="39600"/>
            <a:ext cx="269064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8280360" y="1080"/>
            <a:ext cx="3764160" cy="376416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8100000" y="-16560"/>
            <a:ext cx="3044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540360" y="720360"/>
            <a:ext cx="719316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3"/>
          <p:cNvGrpSpPr/>
          <p:nvPr/>
        </p:nvGrpSpPr>
        <p:grpSpPr>
          <a:xfrm>
            <a:off x="787320" y="720000"/>
            <a:ext cx="20086560" cy="5715360"/>
            <a:chOff x="787320" y="720000"/>
            <a:chExt cx="20086560" cy="5715360"/>
          </a:xfrm>
        </p:grpSpPr>
        <p:sp>
          <p:nvSpPr>
            <p:cNvPr id="79" name="TextBox 3"/>
            <p:cNvSpPr/>
            <p:nvPr/>
          </p:nvSpPr>
          <p:spPr>
            <a:xfrm>
              <a:off x="839160" y="1303920"/>
              <a:ext cx="14715000" cy="1881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4"/>
            <p:cNvSpPr/>
            <p:nvPr/>
          </p:nvSpPr>
          <p:spPr>
            <a:xfrm>
              <a:off x="787320" y="720000"/>
              <a:ext cx="20086560" cy="571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{{exp_6_role}}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{{exp_6_company}}   {{exp_6_dates}}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{{exp_6_bullets_block}}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{{exp_7_role}}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{{exp_7_company}}   {{exp_7_dates}}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{{exp_7_bullets_block}}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5"/>
            <p:cNvSpPr/>
            <p:nvPr/>
          </p:nvSpPr>
          <p:spPr>
            <a:xfrm>
              <a:off x="3172320" y="720000"/>
              <a:ext cx="1251720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7"/>
          <p:cNvGrpSpPr/>
          <p:nvPr/>
        </p:nvGrpSpPr>
        <p:grpSpPr>
          <a:xfrm>
            <a:off x="711360" y="19766880"/>
            <a:ext cx="19774800" cy="15120"/>
            <a:chOff x="711360" y="19766880"/>
            <a:chExt cx="19774800" cy="15120"/>
          </a:xfrm>
        </p:grpSpPr>
        <p:sp>
          <p:nvSpPr>
            <p:cNvPr id="83" name="Freeform 3"/>
            <p:cNvSpPr/>
            <p:nvPr/>
          </p:nvSpPr>
          <p:spPr>
            <a:xfrm>
              <a:off x="711360" y="1976688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731880" y="25231680"/>
            <a:ext cx="19844640" cy="15120"/>
            <a:chOff x="731880" y="25231680"/>
            <a:chExt cx="19844640" cy="15120"/>
          </a:xfrm>
        </p:grpSpPr>
        <p:sp>
          <p:nvSpPr>
            <p:cNvPr id="85" name="Freeform 10"/>
            <p:cNvSpPr/>
            <p:nvPr/>
          </p:nvSpPr>
          <p:spPr>
            <a:xfrm>
              <a:off x="731880" y="25231680"/>
              <a:ext cx="19844640" cy="15120"/>
            </a:xfrm>
            <a:custGeom>
              <a:avLst/>
              <a:gdLst>
                <a:gd name="textAreaLeft" fmla="*/ 0 w 19844640"/>
                <a:gd name="textAreaRight" fmla="*/ 19856520 w 1984464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1"/>
          <p:cNvSpPr/>
          <p:nvPr/>
        </p:nvSpPr>
        <p:spPr>
          <a:xfrm>
            <a:off x="720000" y="24399360"/>
            <a:ext cx="15092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720000" y="2547720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Freeform 13"/>
          <p:cNvSpPr/>
          <p:nvPr/>
        </p:nvSpPr>
        <p:spPr>
          <a:xfrm>
            <a:off x="720" y="30019320"/>
            <a:ext cx="21381120" cy="261000"/>
          </a:xfrm>
          <a:custGeom>
            <a:avLst/>
            <a:gdLst>
              <a:gd name="textAreaLeft" fmla="*/ 0 w 21381120"/>
              <a:gd name="textAreaRight" fmla="*/ 21393000 w 21381120"/>
              <a:gd name="textAreaTop" fmla="*/ 0 h 261000"/>
              <a:gd name="textAreaBottom" fmla="*/ 265680 h 26100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689040" y="1905516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785520" y="19756800"/>
            <a:ext cx="1973232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"/>
          <p:cNvSpPr/>
          <p:nvPr/>
        </p:nvSpPr>
        <p:spPr>
          <a:xfrm>
            <a:off x="772200" y="25153200"/>
            <a:ext cx="1982196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2" name="Group 1"/>
          <p:cNvGrpSpPr/>
          <p:nvPr/>
        </p:nvGrpSpPr>
        <p:grpSpPr>
          <a:xfrm>
            <a:off x="711360" y="21350880"/>
            <a:ext cx="19774800" cy="15120"/>
            <a:chOff x="711360" y="21350880"/>
            <a:chExt cx="19774800" cy="15120"/>
          </a:xfrm>
        </p:grpSpPr>
        <p:sp>
          <p:nvSpPr>
            <p:cNvPr id="93" name="Freeform 4"/>
            <p:cNvSpPr/>
            <p:nvPr/>
          </p:nvSpPr>
          <p:spPr>
            <a:xfrm>
              <a:off x="711360" y="2135088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TextBox 2"/>
          <p:cNvSpPr/>
          <p:nvPr/>
        </p:nvSpPr>
        <p:spPr>
          <a:xfrm>
            <a:off x="689040" y="2063916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17520" y="21435120"/>
            <a:ext cx="19732320" cy="30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5"/>
          <p:cNvGrpSpPr/>
          <p:nvPr/>
        </p:nvGrpSpPr>
        <p:grpSpPr>
          <a:xfrm>
            <a:off x="731880" y="27140040"/>
            <a:ext cx="19844640" cy="15120"/>
            <a:chOff x="731880" y="27140040"/>
            <a:chExt cx="19844640" cy="15120"/>
          </a:xfrm>
        </p:grpSpPr>
        <p:sp>
          <p:nvSpPr>
            <p:cNvPr id="97" name="Freeform 7"/>
            <p:cNvSpPr/>
            <p:nvPr/>
          </p:nvSpPr>
          <p:spPr>
            <a:xfrm>
              <a:off x="731880" y="27140040"/>
              <a:ext cx="19844640" cy="15120"/>
            </a:xfrm>
            <a:custGeom>
              <a:avLst/>
              <a:gdLst>
                <a:gd name="textAreaLeft" fmla="*/ 0 w 19844640"/>
                <a:gd name="textAreaRight" fmla="*/ 19856520 w 1984464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7"/>
          <p:cNvSpPr/>
          <p:nvPr/>
        </p:nvSpPr>
        <p:spPr>
          <a:xfrm>
            <a:off x="720000" y="26307720"/>
            <a:ext cx="15092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720000" y="2738556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9"/>
          <p:cNvSpPr/>
          <p:nvPr/>
        </p:nvSpPr>
        <p:spPr>
          <a:xfrm>
            <a:off x="772200" y="27169560"/>
            <a:ext cx="1982196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2026-03-09T20:04:57Z</dcterms:modified>
  <cp:revision>52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