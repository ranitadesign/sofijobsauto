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TT Drugs Bold"/>
    </p:embeddedFont>
    <p:embeddedFont>
      <p:font typeface="Montserrat"/>
      <p:regular r:id="rId6"/>
      <p:bold r:id="rId6"/>
    </p:embeddedFont>
    <p:embeddedFont>
      <p:font typeface="TT Drugs"/>
      <p:regular r:id="rId7"/>
      <p:bold r:id="rId7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font" Target="fonts/Font_4_TT_Drugs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AB1012-23B8-47CB-8EAC-5D31523223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5560" cy="114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904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5560" cy="46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FF50EF-9867-4E37-82AB-1E244C8C37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800" cy="55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800" cy="410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80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0516DE-9950-44A2-9A90-5AC9655425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800" cy="14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6879EA-FE51-42CF-BA1F-EACC53A305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2487F4-6682-4F46-AB4C-D1EC110BB0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80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732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18E1A8-8FE6-4F4B-8AE9-EC64714C97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39ABAF-426C-4E35-A97E-E4CF675569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800" cy="13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800" cy="14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0D89BE-9BC2-4F7D-A45F-7D3B68CDA9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3B7F7F-19EE-4FA7-92D5-F324A05737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768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768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912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912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DA88D5-16A5-4793-BF41-B5360D790D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02AB04-4B36-456F-BBD9-39EABA2185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7023960"/>
            <a:ext cx="8090280" cy="22750200"/>
          </a:xfrm>
          <a:prstGeom prst="flowChartAlternate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3"/>
          <p:cNvSpPr/>
          <p:nvPr/>
        </p:nvSpPr>
        <p:spPr>
          <a:xfrm>
            <a:off x="3339000" y="875880"/>
            <a:ext cx="18024120" cy="5133960"/>
          </a:xfrm>
          <a:custGeom>
            <a:avLst/>
            <a:gdLst>
              <a:gd name="textAreaLeft" fmla="*/ 0 w 18024120"/>
              <a:gd name="textAreaRight" fmla="*/ 18036360 w 18024120"/>
              <a:gd name="textAreaTop" fmla="*/ 0 h 5133960"/>
              <a:gd name="textAreaBottom" fmla="*/ 5146560 h 5133960"/>
            </a:gdLst>
            <a:ahLst/>
            <a:cxnLst/>
            <a:rect l="textAreaLeft" t="textAreaTop" r="textAreaRight" b="textAreaBottom"/>
            <a:pathLst>
              <a:path w="20694873" h="5146467">
                <a:moveTo>
                  <a:pt x="0" y="0"/>
                </a:moveTo>
                <a:lnTo>
                  <a:pt x="20694872" y="0"/>
                </a:lnTo>
                <a:lnTo>
                  <a:pt x="20694872" y="5146467"/>
                </a:lnTo>
                <a:lnTo>
                  <a:pt x="0" y="5146467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4"/>
          <p:cNvSpPr/>
          <p:nvPr/>
        </p:nvSpPr>
        <p:spPr>
          <a:xfrm>
            <a:off x="1229040" y="540000"/>
            <a:ext cx="6323400" cy="6323400"/>
          </a:xfrm>
          <a:custGeom>
            <a:avLst/>
            <a:gdLst>
              <a:gd name="textAreaLeft" fmla="*/ 0 w 6323400"/>
              <a:gd name="textAreaRight" fmla="*/ 6336000 w 6323400"/>
              <a:gd name="textAreaTop" fmla="*/ 0 h 6323400"/>
              <a:gd name="textAreaBottom" fmla="*/ 6336000 h 6323400"/>
            </a:gdLst>
            <a:ahLst/>
            <a:cxnLst/>
            <a:rect l="textAreaLeft" t="textAreaTop" r="textAreaRight" b="textAreaBottom"/>
            <a:pathLst>
              <a:path w="6335955" h="6335955">
                <a:moveTo>
                  <a:pt x="0" y="0"/>
                </a:moveTo>
                <a:lnTo>
                  <a:pt x="6335955" y="0"/>
                </a:lnTo>
                <a:lnTo>
                  <a:pt x="6335955" y="6335955"/>
                </a:lnTo>
                <a:lnTo>
                  <a:pt x="0" y="6335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9"/>
          <p:cNvGrpSpPr/>
          <p:nvPr/>
        </p:nvGrpSpPr>
        <p:grpSpPr>
          <a:xfrm>
            <a:off x="8717760" y="13903200"/>
            <a:ext cx="11991240" cy="14400"/>
            <a:chOff x="8717760" y="13903200"/>
            <a:chExt cx="11991240" cy="14400"/>
          </a:xfrm>
        </p:grpSpPr>
        <p:sp>
          <p:nvSpPr>
            <p:cNvPr id="63" name="Freeform 10"/>
            <p:cNvSpPr/>
            <p:nvPr/>
          </p:nvSpPr>
          <p:spPr>
            <a:xfrm>
              <a:off x="8717760" y="13903200"/>
              <a:ext cx="11991240" cy="14400"/>
            </a:xfrm>
            <a:custGeom>
              <a:avLst/>
              <a:gdLst>
                <a:gd name="textAreaLeft" fmla="*/ 0 w 11991240"/>
                <a:gd name="textAreaRight" fmla="*/ 12003840 w 11991240"/>
                <a:gd name="textAreaTop" fmla="*/ 0 h 14400"/>
                <a:gd name="textAreaBottom" fmla="*/ 27000 h 14400"/>
              </a:gdLst>
              <a:ahLst/>
              <a:cxnLst/>
              <a:rect l="textAreaLeft" t="textAreaTop" r="textAreaRight" b="textAreaBottom"/>
              <a:pathLst>
                <a:path w="16005303" h="35941">
                  <a:moveTo>
                    <a:pt x="0" y="0"/>
                  </a:moveTo>
                  <a:lnTo>
                    <a:pt x="16005303" y="0"/>
                  </a:lnTo>
                  <a:lnTo>
                    <a:pt x="1600530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TextBox 28"/>
          <p:cNvSpPr/>
          <p:nvPr/>
        </p:nvSpPr>
        <p:spPr>
          <a:xfrm>
            <a:off x="8039880" y="3702240"/>
            <a:ext cx="1300896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8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9"/>
          <p:cNvSpPr/>
          <p:nvPr/>
        </p:nvSpPr>
        <p:spPr>
          <a:xfrm>
            <a:off x="7920000" y="2306880"/>
            <a:ext cx="13682880" cy="16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809"/>
              </a:lnSpc>
            </a:pPr>
            <a:r>
              <a:rPr lang="en-US" sz="6510" b="1" u="none" spc="519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{{name}}</a:t>
            </a:r>
            <a:endParaRPr lang="es-AR" sz="6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4220" b="0" u="none" spc="227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{{title}}</a:t>
            </a:r>
            <a:endParaRPr lang="es-AR" sz="4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roup 30"/>
          <p:cNvGrpSpPr/>
          <p:nvPr/>
        </p:nvGrpSpPr>
        <p:grpSpPr>
          <a:xfrm>
            <a:off x="8707320" y="8640000"/>
            <a:ext cx="11991240" cy="16560"/>
            <a:chOff x="8707320" y="8640000"/>
            <a:chExt cx="11991240" cy="16560"/>
          </a:xfrm>
        </p:grpSpPr>
        <p:sp>
          <p:nvSpPr>
            <p:cNvPr id="67" name="Freeform 31"/>
            <p:cNvSpPr/>
            <p:nvPr/>
          </p:nvSpPr>
          <p:spPr>
            <a:xfrm>
              <a:off x="8707320" y="8640000"/>
              <a:ext cx="11991240" cy="16560"/>
            </a:xfrm>
            <a:custGeom>
              <a:avLst/>
              <a:gdLst>
                <a:gd name="textAreaLeft" fmla="*/ 0 w 11991240"/>
                <a:gd name="textAreaRight" fmla="*/ 12003840 w 11991240"/>
                <a:gd name="textAreaTop" fmla="*/ 0 h 16560"/>
                <a:gd name="textAreaBottom" fmla="*/ 27360 h 16560"/>
              </a:gdLst>
              <a:ahLst/>
              <a:cxnLst/>
              <a:rect l="textAreaLeft" t="textAreaTop" r="textAreaRight" b="textAreaBottom"/>
              <a:pathLst>
                <a:path w="16005302" h="47879">
                  <a:moveTo>
                    <a:pt x="0" y="0"/>
                  </a:moveTo>
                  <a:lnTo>
                    <a:pt x="16005302" y="0"/>
                  </a:lnTo>
                  <a:lnTo>
                    <a:pt x="1600530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32"/>
          <p:cNvSpPr/>
          <p:nvPr/>
        </p:nvSpPr>
        <p:spPr>
          <a:xfrm>
            <a:off x="8717760" y="8686800"/>
            <a:ext cx="1199124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44"/>
              </a:lnSpc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3"/>
          <p:cNvSpPr/>
          <p:nvPr/>
        </p:nvSpPr>
        <p:spPr>
          <a:xfrm>
            <a:off x="8701560" y="7705800"/>
            <a:ext cx="120074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Perfil Profesional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4"/>
          <p:cNvSpPr/>
          <p:nvPr/>
        </p:nvSpPr>
        <p:spPr>
          <a:xfrm>
            <a:off x="8717760" y="12954960"/>
            <a:ext cx="67788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Experiencia laboral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5"/>
          <p:cNvSpPr/>
          <p:nvPr/>
        </p:nvSpPr>
        <p:spPr>
          <a:xfrm>
            <a:off x="8792280" y="13923000"/>
            <a:ext cx="12018600" cy="53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969"/>
              </a:lnSpc>
            </a:pPr>
            <a:r>
              <a:rPr lang="en-US" sz="2400" b="1" u="none" spc="130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{{exp_1_role}}</a:t>
            </a:r>
            <a:r>
              <a:rPr lang="en-US" sz="2400" b="0" u="none" spc="130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  {{exp_1_company}} {{exp_1_dates}}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551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966"/>
              </a:lnSpc>
            </a:pPr>
            <a:r>
              <a:rPr lang="en-US" sz="2400" b="1" u="none" spc="130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{{exp_2_role}}</a:t>
            </a:r>
            <a:r>
              <a:rPr lang="en-US" sz="2400" b="0" u="none" spc="130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  {{exp_2_company}} {{exp_2_dates}}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98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966"/>
              </a:lnSpc>
            </a:pPr>
            <a:r>
              <a:rPr lang="en-US" sz="2400" b="1" u="none" spc="130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{{exp_3_role}}</a:t>
            </a:r>
            <a:r>
              <a:rPr lang="en-US" sz="2400" b="0" u="none" spc="130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  {{exp_3_company}} {{exp_3_dates}}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98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  <a:spcBef>
                <a:spcPts val="283"/>
              </a:spcBef>
              <a:spcAft>
                <a:spcPts val="283"/>
              </a:spcAft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6"/>
          <p:cNvSpPr/>
          <p:nvPr/>
        </p:nvSpPr>
        <p:spPr>
          <a:xfrm>
            <a:off x="8820000" y="14760000"/>
            <a:ext cx="11991240" cy="191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9"/>
          <p:cNvSpPr/>
          <p:nvPr/>
        </p:nvSpPr>
        <p:spPr>
          <a:xfrm>
            <a:off x="835560" y="900000"/>
            <a:ext cx="343440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8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800000" y="1178280"/>
            <a:ext cx="413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00000" y="6660360"/>
            <a:ext cx="6329880" cy="38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37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118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DAG9kLRsMLw</dc:identifier>
  <dc:language>es-AR</dc:language>
  <cp:lastModifiedBy/>
  <dcterms:modified xsi:type="dcterms:W3CDTF">2026-02-13T13:27:10Z</dcterms:modified>
  <cp:revision>36</cp:revision>
  <dc:subject/>
  <dc:title>Plantilla_oficial_6.pptx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