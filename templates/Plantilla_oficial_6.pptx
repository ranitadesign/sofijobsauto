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media/image2.svg" ContentType="image/svg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Garet"/>
      <p:regular r:id="rId4"/>
      <p:bold r:id="rId4"/>
    </p:embeddedFont>
    <p:embeddedFont>
      <p:font typeface="Poppins"/>
      <p:regular r:id="rId5"/>
      <p:bold r:id="rId5"/>
    </p:embeddedFont>
    <p:embeddedFont>
      <p:font typeface="Microsoft YaHei"/>
      <p:regular r:id="rId6"/>
    </p:embeddedFont>
    <p:embeddedFont>
      <p:font typeface="Garet Italics"/>
    </p:embeddedFont>
    <p:embeddedFont>
      <p:font typeface="TT Drugs"/>
      <p:regular r:id="rId7"/>
      <p:bold r:id="rId7"/>
    </p:embeddedFont>
    <p:embeddedFont>
      <p:font typeface="TT Drugs Bold"/>
    </p:embeddedFont>
    <p:embeddedFont>
      <p:font typeface="Montserrat"/>
      <p:regular r:id="rId8"/>
      <p:bold r:id="rId8"/>
    </p:embeddedFont>
    <p:embeddedFont>
      <p:font typeface="Montserrat Bold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Garet_Regular.fntdata"/><Relationship Id="rId5" Type="http://schemas.openxmlformats.org/officeDocument/2006/relationships/font" Target="fonts/Font_2_Poppins_Regular.fntdata"/><Relationship Id="rId6" Type="http://schemas.openxmlformats.org/officeDocument/2006/relationships/font" Target="fonts/Font_3_Microsoft_YaHei_Regular.fntdata"/><Relationship Id="rId7" Type="http://schemas.openxmlformats.org/officeDocument/2006/relationships/font" Target="fonts/Font_4_TT_Drugs_Regular.fntdata"/><Relationship Id="rId8" Type="http://schemas.openxmlformats.org/officeDocument/2006/relationships/font" Target="fonts/Font_5_Montserrat_Regular.fntdata"/><Relationship Id="rId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4080" cy="583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6600" cy="583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216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69BBDD0-EAC7-4698-874C-756F55183BE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6280" cy="1129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6280" cy="4512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216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E675ACC-E328-448D-921E-DF0173EEA32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59080" cy="134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59080" cy="148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216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3966751-A007-4A68-849B-0D6FB0C6AD2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6280" cy="1129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5160" cy="4512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5160" cy="4512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216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6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E1AD533-98E1-4502-A82A-61BD226E226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6280" cy="1129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26960" cy="62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26960" cy="3938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28400" cy="62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28400" cy="3938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6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7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216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8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96CDA51-8082-4BA0-85C2-2C9CB6D9EE6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6280" cy="1129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216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31C04F5-B9CD-4B32-B358-62483ACCF7B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216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054FFF0-4809-4CA2-9A33-54191C2FC30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4840" cy="1148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098320" cy="5839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4840" cy="467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216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28F21FA-4E7C-48A4-84BA-255F5C3EF63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3080" cy="553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3080" cy="4101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3080" cy="791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216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6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8AFC6D9-55AE-4876-9037-617CFA4EC14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59080" cy="1456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216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59D3734-0D88-444C-A12C-3D184063453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6280" cy="1129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6280" cy="4512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216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38D648A-C6E1-40EC-A844-1534B0BAF01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slideLayout" Target="../slideLayouts/slideLayout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"/>
          <p:cNvSpPr/>
          <p:nvPr/>
        </p:nvSpPr>
        <p:spPr>
          <a:xfrm>
            <a:off x="0" y="7023960"/>
            <a:ext cx="8089560" cy="22749480"/>
          </a:xfrm>
          <a:prstGeom prst="flowChartAlternateProcess">
            <a:avLst/>
          </a:pr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Freeform 3"/>
          <p:cNvSpPr/>
          <p:nvPr/>
        </p:nvSpPr>
        <p:spPr>
          <a:xfrm>
            <a:off x="3339000" y="875880"/>
            <a:ext cx="18023400" cy="5133240"/>
          </a:xfrm>
          <a:custGeom>
            <a:avLst/>
            <a:gdLst>
              <a:gd name="textAreaLeft" fmla="*/ 0 w 18023400"/>
              <a:gd name="textAreaRight" fmla="*/ 18036360 w 18023400"/>
              <a:gd name="textAreaTop" fmla="*/ 0 h 5133240"/>
              <a:gd name="textAreaBottom" fmla="*/ 5146560 h 5133240"/>
            </a:gdLst>
            <a:ahLst/>
            <a:cxnLst/>
            <a:rect l="textAreaLeft" t="textAreaTop" r="textAreaRight" b="textAreaBottom"/>
            <a:pathLst>
              <a:path w="20694873" h="5146467">
                <a:moveTo>
                  <a:pt x="0" y="0"/>
                </a:moveTo>
                <a:lnTo>
                  <a:pt x="20694872" y="0"/>
                </a:lnTo>
                <a:lnTo>
                  <a:pt x="20694872" y="5146467"/>
                </a:lnTo>
                <a:lnTo>
                  <a:pt x="0" y="5146467"/>
                </a:lnTo>
                <a:lnTo>
                  <a:pt x="0" y="0"/>
                </a:lnTo>
                <a:close/>
              </a:path>
            </a:pathLst>
          </a:cu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" name="Freeform 4"/>
          <p:cNvSpPr/>
          <p:nvPr/>
        </p:nvSpPr>
        <p:spPr>
          <a:xfrm>
            <a:off x="1229040" y="540000"/>
            <a:ext cx="6322680" cy="6322680"/>
          </a:xfrm>
          <a:custGeom>
            <a:avLst/>
            <a:gdLst>
              <a:gd name="textAreaLeft" fmla="*/ 0 w 6322680"/>
              <a:gd name="textAreaRight" fmla="*/ 6336000 w 6322680"/>
              <a:gd name="textAreaTop" fmla="*/ 0 h 6322680"/>
              <a:gd name="textAreaBottom" fmla="*/ 6336000 h 6322680"/>
            </a:gdLst>
            <a:ahLst/>
            <a:cxnLst/>
            <a:rect l="textAreaLeft" t="textAreaTop" r="textAreaRight" b="textAreaBottom"/>
            <a:pathLst>
              <a:path w="6335955" h="6335955">
                <a:moveTo>
                  <a:pt x="0" y="0"/>
                </a:moveTo>
                <a:lnTo>
                  <a:pt x="6335955" y="0"/>
                </a:lnTo>
                <a:lnTo>
                  <a:pt x="6335955" y="6335955"/>
                </a:lnTo>
                <a:lnTo>
                  <a:pt x="0" y="633595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2" name="Group 9"/>
          <p:cNvGrpSpPr/>
          <p:nvPr/>
        </p:nvGrpSpPr>
        <p:grpSpPr>
          <a:xfrm>
            <a:off x="8717760" y="13903200"/>
            <a:ext cx="11990520" cy="13680"/>
            <a:chOff x="8717760" y="13903200"/>
            <a:chExt cx="11990520" cy="13680"/>
          </a:xfrm>
        </p:grpSpPr>
        <p:sp>
          <p:nvSpPr>
            <p:cNvPr id="63" name="Freeform 10"/>
            <p:cNvSpPr/>
            <p:nvPr/>
          </p:nvSpPr>
          <p:spPr>
            <a:xfrm>
              <a:off x="8717760" y="13903200"/>
              <a:ext cx="11990520" cy="13680"/>
            </a:xfrm>
            <a:custGeom>
              <a:avLst/>
              <a:gdLst>
                <a:gd name="textAreaLeft" fmla="*/ 0 w 11990520"/>
                <a:gd name="textAreaRight" fmla="*/ 12003840 w 11990520"/>
                <a:gd name="textAreaTop" fmla="*/ 0 h 13680"/>
                <a:gd name="textAreaBottom" fmla="*/ 27000 h 13680"/>
              </a:gdLst>
              <a:ahLst/>
              <a:cxnLst/>
              <a:rect l="textAreaLeft" t="textAreaTop" r="textAreaRight" b="textAreaBottom"/>
              <a:pathLst>
                <a:path w="16005303" h="35941">
                  <a:moveTo>
                    <a:pt x="0" y="0"/>
                  </a:moveTo>
                  <a:lnTo>
                    <a:pt x="16005303" y="0"/>
                  </a:lnTo>
                  <a:lnTo>
                    <a:pt x="16005303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64a4e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4" name="TextBox 28"/>
          <p:cNvSpPr/>
          <p:nvPr/>
        </p:nvSpPr>
        <p:spPr>
          <a:xfrm>
            <a:off x="8039880" y="3702240"/>
            <a:ext cx="13008240" cy="62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98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29"/>
          <p:cNvSpPr/>
          <p:nvPr/>
        </p:nvSpPr>
        <p:spPr>
          <a:xfrm>
            <a:off x="7920000" y="2306880"/>
            <a:ext cx="13682160" cy="162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7809"/>
              </a:lnSpc>
            </a:pPr>
            <a:r>
              <a:rPr lang="en-US" sz="6510" b="1" u="none" spc="519" strike="noStrike">
                <a:solidFill>
                  <a:srgbClr val="543f3f"/>
                </a:solidFill>
                <a:effectLst/>
                <a:uFillTx/>
                <a:latin typeface="Poppins"/>
                <a:ea typeface="TT Drugs Bold"/>
              </a:rPr>
              <a:t>{{name}}</a:t>
            </a:r>
            <a:endParaRPr lang="es-AR" sz="65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980"/>
              </a:lnSpc>
            </a:pPr>
            <a:r>
              <a:rPr lang="en-US" sz="4220" b="0" u="none" spc="227" strike="noStrike">
                <a:solidFill>
                  <a:srgbClr val="543f3f"/>
                </a:solidFill>
                <a:effectLst/>
                <a:uFillTx/>
                <a:latin typeface="Poppins"/>
                <a:ea typeface="TT Drugs Bold"/>
              </a:rPr>
              <a:t>{{title}}</a:t>
            </a:r>
            <a:endParaRPr lang="es-AR" sz="42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6" name="Group 30"/>
          <p:cNvGrpSpPr/>
          <p:nvPr/>
        </p:nvGrpSpPr>
        <p:grpSpPr>
          <a:xfrm>
            <a:off x="8707320" y="8640000"/>
            <a:ext cx="11990520" cy="15840"/>
            <a:chOff x="8707320" y="8640000"/>
            <a:chExt cx="11990520" cy="15840"/>
          </a:xfrm>
        </p:grpSpPr>
        <p:sp>
          <p:nvSpPr>
            <p:cNvPr id="67" name="Freeform 31"/>
            <p:cNvSpPr/>
            <p:nvPr/>
          </p:nvSpPr>
          <p:spPr>
            <a:xfrm>
              <a:off x="8707320" y="8640000"/>
              <a:ext cx="11990520" cy="15840"/>
            </a:xfrm>
            <a:custGeom>
              <a:avLst/>
              <a:gdLst>
                <a:gd name="textAreaLeft" fmla="*/ 0 w 11990520"/>
                <a:gd name="textAreaRight" fmla="*/ 12003840 w 11990520"/>
                <a:gd name="textAreaTop" fmla="*/ 0 h 15840"/>
                <a:gd name="textAreaBottom" fmla="*/ 27360 h 15840"/>
              </a:gdLst>
              <a:ahLst/>
              <a:cxnLst/>
              <a:rect l="textAreaLeft" t="textAreaTop" r="textAreaRight" b="textAreaBottom"/>
              <a:pathLst>
                <a:path w="16005302" h="47879">
                  <a:moveTo>
                    <a:pt x="0" y="0"/>
                  </a:moveTo>
                  <a:lnTo>
                    <a:pt x="16005302" y="0"/>
                  </a:lnTo>
                  <a:lnTo>
                    <a:pt x="16005302" y="47879"/>
                  </a:lnTo>
                  <a:lnTo>
                    <a:pt x="0" y="47879"/>
                  </a:lnTo>
                  <a:close/>
                </a:path>
              </a:pathLst>
            </a:custGeom>
            <a:solidFill>
              <a:srgbClr val="464a4e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9000" bIns="-9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8" name="TextBox 32"/>
          <p:cNvSpPr/>
          <p:nvPr/>
        </p:nvSpPr>
        <p:spPr>
          <a:xfrm>
            <a:off x="8717760" y="8686800"/>
            <a:ext cx="11990520" cy="48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3844"/>
              </a:lnSpc>
            </a:pP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oppins"/>
              </a:rPr>
              <a:t>{{about}}</a:t>
            </a: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33"/>
          <p:cNvSpPr/>
          <p:nvPr/>
        </p:nvSpPr>
        <p:spPr>
          <a:xfrm>
            <a:off x="8701560" y="7705800"/>
            <a:ext cx="1200672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941"/>
              </a:lnSpc>
            </a:pPr>
            <a:r>
              <a:rPr lang="en-US" sz="425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TT Drugs"/>
              </a:rPr>
              <a:t>Perfil Profesional</a:t>
            </a:r>
            <a:endParaRPr lang="es-AR" sz="4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34"/>
          <p:cNvSpPr/>
          <p:nvPr/>
        </p:nvSpPr>
        <p:spPr>
          <a:xfrm>
            <a:off x="8717760" y="12954960"/>
            <a:ext cx="677808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941"/>
              </a:lnSpc>
            </a:pPr>
            <a:r>
              <a:rPr lang="en-US" sz="425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TT Drugs"/>
              </a:rPr>
              <a:t>Experiencia laboral</a:t>
            </a:r>
            <a:endParaRPr lang="es-AR" sz="4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35"/>
          <p:cNvSpPr/>
          <p:nvPr/>
        </p:nvSpPr>
        <p:spPr>
          <a:xfrm>
            <a:off x="8792280" y="14067000"/>
            <a:ext cx="12017880" cy="54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pc="43" strike="noStrike">
                <a:solidFill>
                  <a:srgbClr val="101010"/>
                </a:solidFill>
                <a:effectLst/>
                <a:uFillTx/>
                <a:latin typeface="Garet"/>
                <a:ea typeface="Garet Italics"/>
              </a:rPr>
              <a:t>[[EXPERIENCE_BLOCK]] </a:t>
            </a:r>
            <a:endParaRPr lang="es-A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4969"/>
              </a:lnSpc>
            </a:pPr>
            <a:r>
              <a:rPr lang="en-US" sz="2400" b="1" u="none" spc="130" strike="noStrike">
                <a:solidFill>
                  <a:srgbClr val="000000"/>
                </a:solidFill>
                <a:effectLst/>
                <a:uFillTx/>
                <a:latin typeface="Poppins"/>
                <a:ea typeface="Poppins"/>
              </a:rPr>
              <a:t>{{exp_1_role}}</a:t>
            </a:r>
            <a:r>
              <a:rPr lang="en-US" sz="2400" b="0" u="none" spc="130" strike="noStrike">
                <a:solidFill>
                  <a:srgbClr val="000000"/>
                </a:solidFill>
                <a:effectLst/>
                <a:uFillTx/>
                <a:latin typeface="Poppins"/>
                <a:ea typeface="Poppins"/>
              </a:rPr>
              <a:t>  {{exp_1_company}} {{exp_1_dates}}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2551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134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118"/>
              </a:lnSpc>
            </a:pPr>
            <a:r>
              <a:rPr lang="es-AR" sz="21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Montserrat"/>
              </a:rPr>
              <a:t>{{exp_1_bullets_block}}</a:t>
            </a: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</a:pP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4966"/>
              </a:lnSpc>
            </a:pPr>
            <a:r>
              <a:rPr lang="en-US" sz="2400" b="1" u="none" spc="130" strike="noStrike">
                <a:solidFill>
                  <a:srgbClr val="000000"/>
                </a:solidFill>
                <a:effectLst/>
                <a:uFillTx/>
                <a:latin typeface="Poppins"/>
                <a:ea typeface="Poppins"/>
              </a:rPr>
              <a:t>{{exp_2_role}}</a:t>
            </a:r>
            <a:r>
              <a:rPr lang="en-US" sz="2400" b="0" u="none" spc="130" strike="noStrike">
                <a:solidFill>
                  <a:srgbClr val="000000"/>
                </a:solidFill>
                <a:effectLst/>
                <a:uFillTx/>
                <a:latin typeface="Poppins"/>
                <a:ea typeface="Poppins"/>
              </a:rPr>
              <a:t>  {{exp_2_company}} {{exp_2_dates}}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134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984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118"/>
              </a:lnSpc>
            </a:pPr>
            <a:r>
              <a:rPr lang="es-AR" sz="21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Montserrat"/>
              </a:rPr>
              <a:t>{{exp_2_bullets_block}}</a:t>
            </a: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</a:pP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4966"/>
              </a:lnSpc>
            </a:pPr>
            <a:r>
              <a:rPr lang="en-US" sz="2400" b="1" u="none" spc="130" strike="noStrike">
                <a:solidFill>
                  <a:srgbClr val="000000"/>
                </a:solidFill>
                <a:effectLst/>
                <a:uFillTx/>
                <a:latin typeface="Poppins"/>
                <a:ea typeface="Poppins"/>
              </a:rPr>
              <a:t>{{exp_3_role}}</a:t>
            </a:r>
            <a:r>
              <a:rPr lang="en-US" sz="2400" b="0" u="none" spc="130" strike="noStrike">
                <a:solidFill>
                  <a:srgbClr val="000000"/>
                </a:solidFill>
                <a:effectLst/>
                <a:uFillTx/>
                <a:latin typeface="Poppins"/>
                <a:ea typeface="Poppins"/>
              </a:rPr>
              <a:t>  {{exp_3_company}} {{exp_3_dates}}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984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134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118"/>
              </a:lnSpc>
              <a:spcBef>
                <a:spcPts val="283"/>
              </a:spcBef>
              <a:spcAft>
                <a:spcPts val="283"/>
              </a:spcAft>
            </a:pPr>
            <a:r>
              <a:rPr lang="es-AR" sz="21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Montserrat"/>
              </a:rPr>
              <a:t>{{exp_3_bullets_block}}</a:t>
            </a: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36"/>
          <p:cNvSpPr/>
          <p:nvPr/>
        </p:nvSpPr>
        <p:spPr>
          <a:xfrm>
            <a:off x="8820000" y="14760000"/>
            <a:ext cx="11990520" cy="190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15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49"/>
          <p:cNvSpPr/>
          <p:nvPr/>
        </p:nvSpPr>
        <p:spPr>
          <a:xfrm>
            <a:off x="835560" y="900000"/>
            <a:ext cx="3433680" cy="63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98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"/>
          <p:cNvSpPr/>
          <p:nvPr/>
        </p:nvSpPr>
        <p:spPr>
          <a:xfrm>
            <a:off x="1800000" y="1178280"/>
            <a:ext cx="4131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"/>
          <p:cNvSpPr/>
          <p:nvPr/>
        </p:nvSpPr>
        <p:spPr>
          <a:xfrm>
            <a:off x="900360" y="6898320"/>
            <a:ext cx="6328800" cy="432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Garet"/>
                <a:ea typeface="Montserrat Bold"/>
              </a:rPr>
              <a:t>[[SIDEBAR_BLOCK]] 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4535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{{#sidebar_sections_full}}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7370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{{title}}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2268"/>
              </a:lnSpc>
            </a:pPr>
            <a:r>
              <a:rPr lang="es-AR" sz="2000" b="1" u="none" spc="-300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{{line}}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3118"/>
              </a:lnSpc>
            </a:pPr>
            <a:r>
              <a:rPr lang="es-AR" sz="2200" b="0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{{body}}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4535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{{/sidebar_sections_full}}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DAG9kLRsMLw</dc:identifier>
  <dc:language>es-AR</dc:language>
  <cp:lastModifiedBy/>
  <dcterms:modified xsi:type="dcterms:W3CDTF">2026-03-09T19:55:17Z</dcterms:modified>
  <cp:revision>38</cp:revision>
  <dc:subject/>
  <dc:title>Plantilla_oficial_6.pptx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