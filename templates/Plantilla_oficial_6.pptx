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TT Drugs Bold"/>
    </p:embeddedFont>
    <p:embeddedFont>
      <p:font typeface="Microsoft YaHei"/>
      <p:regular r:id="rId6"/>
    </p:embeddedFont>
    <p:embeddedFont>
      <p:font typeface="Montserrat Bold"/>
    </p:embeddedFont>
    <p:embeddedFont>
      <p:font typeface="TT Drugs"/>
      <p:regular r:id="rId7"/>
      <p:bold r:id="rId7"/>
    </p:embeddedFont>
    <p:embeddedFont>
      <p:font typeface="Montserrat"/>
      <p:regular r:id="rId8"/>
      <p:bold r:id="rId8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733C1C-2B5D-4B22-99DD-DE23DC0E6A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D26B2E-3870-43D2-8CF0-AA6A2EBE45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689271-E2FB-4D46-B924-893ED44693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EB2919-5789-4CEC-A061-DBB9062134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FD51A1-A19E-4408-A93E-E49E47A1E0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4BCC36-66B1-4DA2-B0F3-5FE3743E84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5860FF-C265-45A0-9F11-A5D42D4402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DDB748-C46C-4DA8-A771-0934191A94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C9C398-FDF7-4C7B-A1AA-036AA57E0C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A2A388-9F36-4E07-8D38-88B19BA337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8DAC71-0339-420A-8927-12C60BAEE9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89920" cy="2274984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3760" cy="5133600"/>
          </a:xfrm>
          <a:custGeom>
            <a:avLst/>
            <a:gdLst>
              <a:gd name="textAreaLeft" fmla="*/ 0 w 18023760"/>
              <a:gd name="textAreaRight" fmla="*/ 18036360 w 18023760"/>
              <a:gd name="textAreaTop" fmla="*/ 0 h 5133600"/>
              <a:gd name="textAreaBottom" fmla="*/ 5146560 h 513360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3040" cy="6323040"/>
          </a:xfrm>
          <a:custGeom>
            <a:avLst/>
            <a:gdLst>
              <a:gd name="textAreaLeft" fmla="*/ 0 w 6323040"/>
              <a:gd name="textAreaRight" fmla="*/ 6336000 w 6323040"/>
              <a:gd name="textAreaTop" fmla="*/ 0 h 6323040"/>
              <a:gd name="textAreaBottom" fmla="*/ 6336000 h 632304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717760" y="13903200"/>
            <a:ext cx="11990880" cy="14040"/>
            <a:chOff x="8717760" y="13903200"/>
            <a:chExt cx="11990880" cy="14040"/>
          </a:xfrm>
        </p:grpSpPr>
        <p:sp>
          <p:nvSpPr>
            <p:cNvPr id="63" name="Freeform 10"/>
            <p:cNvSpPr/>
            <p:nvPr/>
          </p:nvSpPr>
          <p:spPr>
            <a:xfrm>
              <a:off x="8717760" y="13903200"/>
              <a:ext cx="11990880" cy="14040"/>
            </a:xfrm>
            <a:custGeom>
              <a:avLst/>
              <a:gdLst>
                <a:gd name="textAreaLeft" fmla="*/ 0 w 11990880"/>
                <a:gd name="textAreaRight" fmla="*/ 12003840 w 11990880"/>
                <a:gd name="textAreaTop" fmla="*/ 0 h 14040"/>
                <a:gd name="textAreaBottom" fmla="*/ 27000 h 1404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8"/>
          <p:cNvSpPr/>
          <p:nvPr/>
        </p:nvSpPr>
        <p:spPr>
          <a:xfrm>
            <a:off x="8039880" y="3702240"/>
            <a:ext cx="130086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9"/>
          <p:cNvSpPr/>
          <p:nvPr/>
        </p:nvSpPr>
        <p:spPr>
          <a:xfrm>
            <a:off x="7920000" y="2306880"/>
            <a:ext cx="1368252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30"/>
          <p:cNvGrpSpPr/>
          <p:nvPr/>
        </p:nvGrpSpPr>
        <p:grpSpPr>
          <a:xfrm>
            <a:off x="8707320" y="8640000"/>
            <a:ext cx="11990880" cy="16200"/>
            <a:chOff x="8707320" y="8640000"/>
            <a:chExt cx="11990880" cy="16200"/>
          </a:xfrm>
        </p:grpSpPr>
        <p:sp>
          <p:nvSpPr>
            <p:cNvPr id="67" name="Freeform 31"/>
            <p:cNvSpPr/>
            <p:nvPr/>
          </p:nvSpPr>
          <p:spPr>
            <a:xfrm>
              <a:off x="8707320" y="8640000"/>
              <a:ext cx="11990880" cy="16200"/>
            </a:xfrm>
            <a:custGeom>
              <a:avLst/>
              <a:gdLst>
                <a:gd name="textAreaLeft" fmla="*/ 0 w 11990880"/>
                <a:gd name="textAreaRight" fmla="*/ 12003840 w 11990880"/>
                <a:gd name="textAreaTop" fmla="*/ 0 h 16200"/>
                <a:gd name="textAreaBottom" fmla="*/ 27360 h 1620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2"/>
          <p:cNvSpPr/>
          <p:nvPr/>
        </p:nvSpPr>
        <p:spPr>
          <a:xfrm>
            <a:off x="8717760" y="8686800"/>
            <a:ext cx="1199088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3"/>
          <p:cNvSpPr/>
          <p:nvPr/>
        </p:nvSpPr>
        <p:spPr>
          <a:xfrm>
            <a:off x="8701560" y="7705800"/>
            <a:ext cx="12007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4"/>
          <p:cNvSpPr/>
          <p:nvPr/>
        </p:nvSpPr>
        <p:spPr>
          <a:xfrm>
            <a:off x="8717760" y="12954960"/>
            <a:ext cx="6778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5"/>
          <p:cNvSpPr/>
          <p:nvPr/>
        </p:nvSpPr>
        <p:spPr>
          <a:xfrm>
            <a:off x="8792280" y="13923000"/>
            <a:ext cx="12018240" cy="548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pc="43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[[EXPERIENCE_BLOCK]] 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9"/>
              </a:lnSpc>
            </a:pPr>
            <a:r>
              <a:rPr lang="en-US" sz="24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4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{{exp_1_company}}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51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4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{{exp_2_role}}</a:t>
            </a:r>
            <a:r>
              <a:rPr lang="en-US" sz="24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{{exp_2_company}}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98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4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{{exp_3_role}}</a:t>
            </a:r>
            <a:r>
              <a:rPr lang="en-US" sz="24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{{exp_3_company}}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98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6"/>
          <p:cNvSpPr/>
          <p:nvPr/>
        </p:nvSpPr>
        <p:spPr>
          <a:xfrm>
            <a:off x="8820000" y="14760000"/>
            <a:ext cx="11990880" cy="19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9"/>
          <p:cNvSpPr/>
          <p:nvPr/>
        </p:nvSpPr>
        <p:spPr>
          <a:xfrm>
            <a:off x="835560" y="900000"/>
            <a:ext cx="343404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800000" y="117828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00360" y="6898320"/>
            <a:ext cx="6329160" cy="43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2026-03-05T13:54:28Z</dcterms:modified>
  <cp:revision>37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