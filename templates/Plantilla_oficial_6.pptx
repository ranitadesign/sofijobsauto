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TT Drugs Bold"/>
    </p:embeddedFont>
    <p:embeddedFont>
      <p:font typeface="Poppins"/>
      <p:regular r:id="rId4"/>
      <p:bold r:id="rId4"/>
    </p:embeddedFont>
    <p:embeddedFont>
      <p:font typeface="TT Drugs"/>
      <p:regular r:id="rId5"/>
      <p:bold r:id="rId5"/>
    </p:embeddedFont>
    <p:embeddedFont>
      <p:font typeface="Lato"/>
    </p:embeddedFont>
    <p:embeddedFont>
      <p:font typeface="Montserrat"/>
      <p:regular r:id="rId6"/>
      <p:bold r:id="rId6"/>
    </p:embeddedFont>
    <p:embeddedFont>
      <p:font typeface="Microsoft YaHei"/>
      <p:regular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TT_Drugs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Microsoft_YaHei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3871B2-B9B9-44AB-83D2-0724345BD3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56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080" cy="58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2BADEF-9151-4A3E-A263-94360825C23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276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1428557-287C-41CF-A563-7809F9F8AA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560" cy="1355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560" cy="149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103187-7A37-44FE-8BCA-2AAD09F7E6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1640" cy="451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9891CE-1D9B-4237-99B3-A90E944CA2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44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44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4880" cy="63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4880" cy="39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B054C7-A120-4249-93B9-9651D0DDF6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2760" cy="113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AC66CD-F4B8-4C24-9ECC-5BD8BD0C0B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498C0E-966B-40D6-BAE0-D1BD41F355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320" cy="115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480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320" cy="468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CC36131-170A-4E67-9DA3-A89D961757C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560" cy="55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9560" cy="41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56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03F776-E6CA-4BE2-A314-C216288571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560" cy="1463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C6226C-BFD5-406A-B2D4-231A2C601D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image" Target="../media/image5.png"/><Relationship Id="rId12" Type="http://schemas.openxmlformats.org/officeDocument/2006/relationships/image" Target="../media/image6.svg"/><Relationship Id="rId13" Type="http://schemas.openxmlformats.org/officeDocument/2006/relationships/image" Target="../media/image7.png"/><Relationship Id="rId14" Type="http://schemas.openxmlformats.org/officeDocument/2006/relationships/image" Target="../media/image8.svg"/><Relationship Id="rId15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7023960"/>
            <a:ext cx="8096040" cy="2275596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>
            <a:off x="3339000" y="875880"/>
            <a:ext cx="18029880" cy="5139720"/>
          </a:xfrm>
          <a:custGeom>
            <a:avLst/>
            <a:gdLst>
              <a:gd name="textAreaLeft" fmla="*/ 0 w 18029880"/>
              <a:gd name="textAreaRight" fmla="*/ 18036360 w 18029880"/>
              <a:gd name="textAreaTop" fmla="*/ 0 h 5139720"/>
              <a:gd name="textAreaBottom" fmla="*/ 5146560 h 513972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>
            <a:off x="1229040" y="540000"/>
            <a:ext cx="6329160" cy="6329160"/>
          </a:xfrm>
          <a:custGeom>
            <a:avLst/>
            <a:gdLst>
              <a:gd name="textAreaLeft" fmla="*/ 0 w 6329160"/>
              <a:gd name="textAreaRight" fmla="*/ 6336000 w 6329160"/>
              <a:gd name="textAreaTop" fmla="*/ 0 h 6329160"/>
              <a:gd name="textAreaBottom" fmla="*/ 6336000 h 632916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5"/>
          <p:cNvGrpSpPr/>
          <p:nvPr/>
        </p:nvGrpSpPr>
        <p:grpSpPr>
          <a:xfrm>
            <a:off x="977040" y="13468680"/>
            <a:ext cx="6435360" cy="29160"/>
            <a:chOff x="977040" y="13468680"/>
            <a:chExt cx="6435360" cy="29160"/>
          </a:xfrm>
        </p:grpSpPr>
        <p:sp>
          <p:nvSpPr>
            <p:cNvPr id="63" name="Freeform 6"/>
            <p:cNvSpPr/>
            <p:nvPr/>
          </p:nvSpPr>
          <p:spPr>
            <a:xfrm>
              <a:off x="977040" y="13468680"/>
              <a:ext cx="6435360" cy="29160"/>
            </a:xfrm>
            <a:custGeom>
              <a:avLst/>
              <a:gdLst>
                <a:gd name="textAreaLeft" fmla="*/ 0 w 6435360"/>
                <a:gd name="textAreaRight" fmla="*/ 6442200 w 643536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8589645" h="47879">
                  <a:moveTo>
                    <a:pt x="0" y="0"/>
                  </a:moveTo>
                  <a:lnTo>
                    <a:pt x="8589645" y="0"/>
                  </a:lnTo>
                  <a:lnTo>
                    <a:pt x="8589645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7"/>
          <p:cNvSpPr/>
          <p:nvPr/>
        </p:nvSpPr>
        <p:spPr>
          <a:xfrm>
            <a:off x="1080000" y="13680000"/>
            <a:ext cx="6474600" cy="30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{{edu_1_degree}}  {{edu_1_school}}  {{edu_1_years}}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{{edu_2_degree}}  {{edu_2_school}}  {{edu_2_years}}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{{edu_3_degree}}  {{edu_3_school}}  {{edu_3_years}}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8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8"/>
          <p:cNvSpPr/>
          <p:nvPr/>
        </p:nvSpPr>
        <p:spPr>
          <a:xfrm>
            <a:off x="972360" y="12676680"/>
            <a:ext cx="6838920" cy="60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53"/>
              </a:lnSpc>
            </a:pPr>
            <a:r>
              <a:rPr lang="en-US" sz="4050" b="0" u="none" spc="147" strike="noStrike">
                <a:solidFill>
                  <a:srgbClr val="543f3f"/>
                </a:solidFill>
                <a:effectLst/>
                <a:uFillTx/>
                <a:latin typeface="TT Drugs"/>
                <a:ea typeface="TT Drugs"/>
              </a:rPr>
              <a:t>Formación Académica</a:t>
            </a:r>
            <a:endParaRPr lang="es-AR" sz="4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9"/>
          <p:cNvGrpSpPr/>
          <p:nvPr/>
        </p:nvGrpSpPr>
        <p:grpSpPr>
          <a:xfrm>
            <a:off x="8717760" y="13903200"/>
            <a:ext cx="11997000" cy="20160"/>
            <a:chOff x="8717760" y="13903200"/>
            <a:chExt cx="11997000" cy="20160"/>
          </a:xfrm>
        </p:grpSpPr>
        <p:sp>
          <p:nvSpPr>
            <p:cNvPr id="67" name="Freeform 10"/>
            <p:cNvSpPr/>
            <p:nvPr/>
          </p:nvSpPr>
          <p:spPr>
            <a:xfrm>
              <a:off x="8717760" y="13903200"/>
              <a:ext cx="11997000" cy="20160"/>
            </a:xfrm>
            <a:custGeom>
              <a:avLst/>
              <a:gdLst>
                <a:gd name="textAreaLeft" fmla="*/ 0 w 11997000"/>
                <a:gd name="textAreaRight" fmla="*/ 12003840 w 11997000"/>
                <a:gd name="textAreaTop" fmla="*/ 0 h 20160"/>
                <a:gd name="textAreaBottom" fmla="*/ 27000 h 2016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8" name="Group 11"/>
          <p:cNvGrpSpPr/>
          <p:nvPr/>
        </p:nvGrpSpPr>
        <p:grpSpPr>
          <a:xfrm>
            <a:off x="1065960" y="17699400"/>
            <a:ext cx="6435360" cy="29160"/>
            <a:chOff x="1065960" y="17699400"/>
            <a:chExt cx="6435360" cy="29160"/>
          </a:xfrm>
        </p:grpSpPr>
        <p:sp>
          <p:nvSpPr>
            <p:cNvPr id="69" name="Freeform 12"/>
            <p:cNvSpPr/>
            <p:nvPr/>
          </p:nvSpPr>
          <p:spPr>
            <a:xfrm>
              <a:off x="1065960" y="17699400"/>
              <a:ext cx="6435360" cy="29160"/>
            </a:xfrm>
            <a:custGeom>
              <a:avLst/>
              <a:gdLst>
                <a:gd name="textAreaLeft" fmla="*/ 0 w 6435360"/>
                <a:gd name="textAreaRight" fmla="*/ 6442200 w 643536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13"/>
          <p:cNvSpPr/>
          <p:nvPr/>
        </p:nvSpPr>
        <p:spPr>
          <a:xfrm>
            <a:off x="1063800" y="17043120"/>
            <a:ext cx="3569040" cy="59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6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TT Drugs"/>
                <a:ea typeface="TT Drugs"/>
              </a:rPr>
              <a:t>Informática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1080000" y="17884800"/>
            <a:ext cx="6474600" cy="28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3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" name="Group 15"/>
          <p:cNvGrpSpPr/>
          <p:nvPr/>
        </p:nvGrpSpPr>
        <p:grpSpPr>
          <a:xfrm>
            <a:off x="977040" y="22056480"/>
            <a:ext cx="6435360" cy="29160"/>
            <a:chOff x="977040" y="22056480"/>
            <a:chExt cx="6435360" cy="29160"/>
          </a:xfrm>
        </p:grpSpPr>
        <p:sp>
          <p:nvSpPr>
            <p:cNvPr id="73" name="Freeform 16"/>
            <p:cNvSpPr/>
            <p:nvPr/>
          </p:nvSpPr>
          <p:spPr>
            <a:xfrm>
              <a:off x="977040" y="22056480"/>
              <a:ext cx="6435360" cy="29160"/>
            </a:xfrm>
            <a:custGeom>
              <a:avLst/>
              <a:gdLst>
                <a:gd name="textAreaLeft" fmla="*/ 0 w 6435360"/>
                <a:gd name="textAreaRight" fmla="*/ 6442200 w 643536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4" name="TextBox 17"/>
          <p:cNvSpPr/>
          <p:nvPr/>
        </p:nvSpPr>
        <p:spPr>
          <a:xfrm>
            <a:off x="972360" y="21435840"/>
            <a:ext cx="4384800" cy="59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TT Drugs"/>
                <a:ea typeface="TT Drugs"/>
              </a:rPr>
              <a:t>Competencias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1080000" y="22254480"/>
            <a:ext cx="6435360" cy="366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1906920" y="11112840"/>
            <a:ext cx="560700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1906920" y="10251360"/>
            <a:ext cx="546732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1906920" y="9404280"/>
            <a:ext cx="359604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Freeform 22"/>
          <p:cNvSpPr/>
          <p:nvPr/>
        </p:nvSpPr>
        <p:spPr>
          <a:xfrm>
            <a:off x="1087920" y="11072880"/>
            <a:ext cx="515160" cy="573120"/>
          </a:xfrm>
          <a:custGeom>
            <a:avLst/>
            <a:gdLst>
              <a:gd name="textAreaLeft" fmla="*/ 0 w 515160"/>
              <a:gd name="textAreaRight" fmla="*/ 522000 w 515160"/>
              <a:gd name="textAreaTop" fmla="*/ 0 h 573120"/>
              <a:gd name="textAreaBottom" fmla="*/ 579960 h 573120"/>
            </a:gdLst>
            <a:ahLst/>
            <a:cxnLst/>
            <a:rect l="textAreaLeft" t="textAreaTop" r="textAreaRight" b="textAreaBottom"/>
            <a:pathLst>
              <a:path w="522065" h="580072">
                <a:moveTo>
                  <a:pt x="0" y="0"/>
                </a:moveTo>
                <a:lnTo>
                  <a:pt x="522065" y="0"/>
                </a:lnTo>
                <a:lnTo>
                  <a:pt x="522065" y="580072"/>
                </a:lnTo>
                <a:lnTo>
                  <a:pt x="0" y="58007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Freeform 23"/>
          <p:cNvSpPr/>
          <p:nvPr/>
        </p:nvSpPr>
        <p:spPr>
          <a:xfrm>
            <a:off x="1063800" y="9378720"/>
            <a:ext cx="544680" cy="544320"/>
          </a:xfrm>
          <a:custGeom>
            <a:avLst/>
            <a:gdLst>
              <a:gd name="textAreaLeft" fmla="*/ 0 w 544680"/>
              <a:gd name="textAreaRight" fmla="*/ 551520 w 544680"/>
              <a:gd name="textAreaTop" fmla="*/ 0 h 544320"/>
              <a:gd name="textAreaBottom" fmla="*/ 551160 h 544320"/>
            </a:gdLst>
            <a:ahLst/>
            <a:cxnLst/>
            <a:rect l="textAreaLeft" t="textAreaTop" r="textAreaRight" b="textAreaBottom"/>
            <a:pathLst>
              <a:path w="551591" h="551199">
                <a:moveTo>
                  <a:pt x="0" y="0"/>
                </a:moveTo>
                <a:lnTo>
                  <a:pt x="551591" y="0"/>
                </a:lnTo>
                <a:lnTo>
                  <a:pt x="551591" y="551198"/>
                </a:lnTo>
                <a:lnTo>
                  <a:pt x="0" y="5511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Freeform 24"/>
          <p:cNvSpPr/>
          <p:nvPr/>
        </p:nvSpPr>
        <p:spPr>
          <a:xfrm>
            <a:off x="1061280" y="10223280"/>
            <a:ext cx="549360" cy="549360"/>
          </a:xfrm>
          <a:custGeom>
            <a:avLst/>
            <a:gdLst>
              <a:gd name="textAreaLeft" fmla="*/ 0 w 549360"/>
              <a:gd name="textAreaRight" fmla="*/ 556200 w 549360"/>
              <a:gd name="textAreaTop" fmla="*/ 0 h 549360"/>
              <a:gd name="textAreaBottom" fmla="*/ 556200 h 549360"/>
            </a:gdLst>
            <a:ahLst/>
            <a:cxnLst/>
            <a:rect l="textAreaLeft" t="textAreaTop" r="textAreaRight" b="textAreaBottom"/>
            <a:pathLst>
              <a:path w="556178" h="556178">
                <a:moveTo>
                  <a:pt x="0" y="0"/>
                </a:moveTo>
                <a:lnTo>
                  <a:pt x="556178" y="0"/>
                </a:lnTo>
                <a:lnTo>
                  <a:pt x="556178" y="556178"/>
                </a:lnTo>
                <a:lnTo>
                  <a:pt x="0" y="55617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25"/>
          <p:cNvGrpSpPr/>
          <p:nvPr/>
        </p:nvGrpSpPr>
        <p:grpSpPr>
          <a:xfrm>
            <a:off x="993240" y="8998560"/>
            <a:ext cx="6508080" cy="29160"/>
            <a:chOff x="993240" y="8998560"/>
            <a:chExt cx="6508080" cy="29160"/>
          </a:xfrm>
        </p:grpSpPr>
        <p:sp>
          <p:nvSpPr>
            <p:cNvPr id="83" name="Freeform 26"/>
            <p:cNvSpPr/>
            <p:nvPr/>
          </p:nvSpPr>
          <p:spPr>
            <a:xfrm>
              <a:off x="993240" y="8998560"/>
              <a:ext cx="6508080" cy="29160"/>
            </a:xfrm>
            <a:custGeom>
              <a:avLst/>
              <a:gdLst>
                <a:gd name="textAreaLeft" fmla="*/ 0 w 6508080"/>
                <a:gd name="textAreaRight" fmla="*/ 6514920 w 650808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8686673" h="47879">
                  <a:moveTo>
                    <a:pt x="0" y="0"/>
                  </a:moveTo>
                  <a:lnTo>
                    <a:pt x="8686673" y="0"/>
                  </a:lnTo>
                  <a:lnTo>
                    <a:pt x="8686673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27"/>
          <p:cNvSpPr/>
          <p:nvPr/>
        </p:nvSpPr>
        <p:spPr>
          <a:xfrm>
            <a:off x="972360" y="8023320"/>
            <a:ext cx="4978080" cy="80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1" u="none" strike="noStrike">
                <a:solidFill>
                  <a:srgbClr val="543f3f"/>
                </a:solidFill>
                <a:effectLst/>
                <a:uFillTx/>
                <a:latin typeface="TT Drugs Bold"/>
                <a:ea typeface="TT Drugs Bold"/>
              </a:rPr>
              <a:t>Contacto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28"/>
          <p:cNvSpPr/>
          <p:nvPr/>
        </p:nvSpPr>
        <p:spPr>
          <a:xfrm>
            <a:off x="8039880" y="3702240"/>
            <a:ext cx="1301472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r>
              <a:rPr lang="en-US" sz="4520" b="0" u="none" spc="227" strike="noStrike">
                <a:solidFill>
                  <a:srgbClr val="543f3f"/>
                </a:solidFill>
                <a:effectLst/>
                <a:uFillTx/>
                <a:latin typeface="Lato"/>
                <a:ea typeface="TT Drugs Bold"/>
              </a:rPr>
              <a:t>{{title}}</a:t>
            </a:r>
            <a:endParaRPr lang="es-AR" sz="4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29"/>
          <p:cNvSpPr/>
          <p:nvPr/>
        </p:nvSpPr>
        <p:spPr>
          <a:xfrm>
            <a:off x="7920000" y="2306880"/>
            <a:ext cx="13688640" cy="99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Group 30"/>
          <p:cNvGrpSpPr/>
          <p:nvPr/>
        </p:nvGrpSpPr>
        <p:grpSpPr>
          <a:xfrm>
            <a:off x="8722080" y="8998560"/>
            <a:ext cx="11997000" cy="29160"/>
            <a:chOff x="8722080" y="8998560"/>
            <a:chExt cx="11997000" cy="29160"/>
          </a:xfrm>
        </p:grpSpPr>
        <p:sp>
          <p:nvSpPr>
            <p:cNvPr id="88" name="Freeform 31"/>
            <p:cNvSpPr/>
            <p:nvPr/>
          </p:nvSpPr>
          <p:spPr>
            <a:xfrm>
              <a:off x="8722080" y="8998560"/>
              <a:ext cx="11997000" cy="29160"/>
            </a:xfrm>
            <a:custGeom>
              <a:avLst/>
              <a:gdLst>
                <a:gd name="textAreaLeft" fmla="*/ 0 w 11997000"/>
                <a:gd name="textAreaRight" fmla="*/ 12003840 w 1199700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9" name="TextBox 32"/>
          <p:cNvSpPr/>
          <p:nvPr/>
        </p:nvSpPr>
        <p:spPr>
          <a:xfrm>
            <a:off x="8717760" y="9174600"/>
            <a:ext cx="119970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33"/>
          <p:cNvSpPr/>
          <p:nvPr/>
        </p:nvSpPr>
        <p:spPr>
          <a:xfrm>
            <a:off x="8701560" y="8023320"/>
            <a:ext cx="120132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34"/>
          <p:cNvSpPr/>
          <p:nvPr/>
        </p:nvSpPr>
        <p:spPr>
          <a:xfrm>
            <a:off x="8717760" y="12954960"/>
            <a:ext cx="678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5"/>
          <p:cNvSpPr/>
          <p:nvPr/>
        </p:nvSpPr>
        <p:spPr>
          <a:xfrm>
            <a:off x="8792280" y="13923000"/>
            <a:ext cx="12024360" cy="533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969"/>
              </a:lnSpc>
            </a:pPr>
            <a:r>
              <a:rPr lang="en-US" sz="2400" b="1" u="none" spc="130" strike="noStrike">
                <a:solidFill>
                  <a:srgbClr val="474747"/>
                </a:solidFill>
                <a:effectLst/>
                <a:uFillTx/>
                <a:latin typeface="Poppins"/>
                <a:ea typeface="Poppins"/>
              </a:rPr>
              <a:t>{{exp_1_role}}</a:t>
            </a:r>
            <a:r>
              <a:rPr lang="en-US" sz="2400" b="0" u="none" spc="130" strike="noStrike">
                <a:solidFill>
                  <a:srgbClr val="474747"/>
                </a:solidFill>
                <a:effectLst/>
                <a:uFillTx/>
                <a:latin typeface="Poppins"/>
                <a:ea typeface="Poppins"/>
              </a:rPr>
              <a:t>  </a:t>
            </a:r>
            <a:r>
              <a:rPr lang="en-US" sz="2400" b="0" u="none" spc="130" strike="noStrike">
                <a:solidFill>
                  <a:srgbClr val="474747"/>
                </a:solidFill>
                <a:effectLst/>
                <a:uFillTx/>
                <a:latin typeface="Lato"/>
                <a:ea typeface="Poppins"/>
              </a:rPr>
              <a:t>{{exp_1_company}} ({{exp_1_dates}})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2551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r>
              <a:rPr lang="en-US" sz="2400" b="1" u="none" spc="130" strike="noStrike">
                <a:solidFill>
                  <a:srgbClr val="474747"/>
                </a:solidFill>
                <a:effectLst/>
                <a:uFillTx/>
                <a:latin typeface="Poppins"/>
                <a:ea typeface="Poppins"/>
              </a:rPr>
              <a:t>{{exp_2_role}}</a:t>
            </a:r>
            <a:r>
              <a:rPr lang="en-US" sz="2400" b="0" u="none" spc="130" strike="noStrike">
                <a:solidFill>
                  <a:srgbClr val="474747"/>
                </a:solidFill>
                <a:effectLst/>
                <a:uFillTx/>
                <a:latin typeface="Poppins"/>
                <a:ea typeface="Poppins"/>
              </a:rPr>
              <a:t>  </a:t>
            </a:r>
            <a:r>
              <a:rPr lang="en-US" sz="2400" b="0" u="none" spc="130" strike="noStrike">
                <a:solidFill>
                  <a:srgbClr val="474747"/>
                </a:solidFill>
                <a:effectLst/>
                <a:uFillTx/>
                <a:latin typeface="Lato"/>
                <a:ea typeface="Poppins"/>
              </a:rPr>
              <a:t>{{exp_2_company}} ({{exp_2_dates}})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98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966"/>
              </a:lnSpc>
            </a:pPr>
            <a:r>
              <a:rPr lang="en-US" sz="2400" b="1" u="none" spc="130" strike="noStrike">
                <a:solidFill>
                  <a:srgbClr val="474747"/>
                </a:solidFill>
                <a:effectLst/>
                <a:uFillTx/>
                <a:latin typeface="Poppins"/>
                <a:ea typeface="Poppins"/>
              </a:rPr>
              <a:t>{{exp_3_role}}</a:t>
            </a:r>
            <a:r>
              <a:rPr lang="en-US" sz="2400" b="0" u="none" spc="130" strike="noStrike">
                <a:solidFill>
                  <a:srgbClr val="474747"/>
                </a:solidFill>
                <a:effectLst/>
                <a:uFillTx/>
                <a:latin typeface="Poppins"/>
                <a:ea typeface="Poppins"/>
              </a:rPr>
              <a:t>  </a:t>
            </a:r>
            <a:r>
              <a:rPr lang="en-US" sz="2400" b="0" u="none" spc="130" strike="noStrike">
                <a:solidFill>
                  <a:srgbClr val="474747"/>
                </a:solidFill>
                <a:effectLst/>
                <a:uFillTx/>
                <a:latin typeface="Lato"/>
                <a:ea typeface="Poppins"/>
              </a:rPr>
              <a:t>{{exp_3_company}} ({{exp_3_dates}})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98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93" name="TextBox 36"/>
          <p:cNvSpPr/>
          <p:nvPr/>
        </p:nvSpPr>
        <p:spPr>
          <a:xfrm>
            <a:off x="8820000" y="14760000"/>
            <a:ext cx="11997000" cy="191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5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4" name="Group 41"/>
          <p:cNvGrpSpPr/>
          <p:nvPr/>
        </p:nvGrpSpPr>
        <p:grpSpPr>
          <a:xfrm>
            <a:off x="8722080" y="26792280"/>
            <a:ext cx="11997000" cy="29160"/>
            <a:chOff x="8722080" y="26792280"/>
            <a:chExt cx="11997000" cy="29160"/>
          </a:xfrm>
        </p:grpSpPr>
        <p:sp>
          <p:nvSpPr>
            <p:cNvPr id="95" name="Freeform 42"/>
            <p:cNvSpPr/>
            <p:nvPr/>
          </p:nvSpPr>
          <p:spPr>
            <a:xfrm>
              <a:off x="8722080" y="26792280"/>
              <a:ext cx="11997000" cy="29160"/>
            </a:xfrm>
            <a:custGeom>
              <a:avLst/>
              <a:gdLst>
                <a:gd name="textAreaLeft" fmla="*/ 0 w 11997000"/>
                <a:gd name="textAreaRight" fmla="*/ 12003840 w 1199700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6" name="TextBox 43"/>
          <p:cNvSpPr/>
          <p:nvPr/>
        </p:nvSpPr>
        <p:spPr>
          <a:xfrm>
            <a:off x="8717760" y="25844040"/>
            <a:ext cx="67845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Cursos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44"/>
          <p:cNvSpPr/>
          <p:nvPr/>
        </p:nvSpPr>
        <p:spPr>
          <a:xfrm>
            <a:off x="8731080" y="26857440"/>
            <a:ext cx="11997000" cy="245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8" name="Group 45"/>
          <p:cNvGrpSpPr/>
          <p:nvPr/>
        </p:nvGrpSpPr>
        <p:grpSpPr>
          <a:xfrm>
            <a:off x="901440" y="27378360"/>
            <a:ext cx="6435360" cy="29160"/>
            <a:chOff x="901440" y="27378360"/>
            <a:chExt cx="6435360" cy="29160"/>
          </a:xfrm>
        </p:grpSpPr>
        <p:sp>
          <p:nvSpPr>
            <p:cNvPr id="99" name="Freeform 46"/>
            <p:cNvSpPr/>
            <p:nvPr/>
          </p:nvSpPr>
          <p:spPr>
            <a:xfrm>
              <a:off x="901440" y="27378360"/>
              <a:ext cx="6435360" cy="29160"/>
            </a:xfrm>
            <a:custGeom>
              <a:avLst/>
              <a:gdLst>
                <a:gd name="textAreaLeft" fmla="*/ 0 w 6435360"/>
                <a:gd name="textAreaRight" fmla="*/ 6442200 w 643536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0" name="TextBox 47"/>
          <p:cNvSpPr/>
          <p:nvPr/>
        </p:nvSpPr>
        <p:spPr>
          <a:xfrm>
            <a:off x="897120" y="26655120"/>
            <a:ext cx="5210640" cy="58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1" u="none" spc="422" strike="noStrike">
                <a:solidFill>
                  <a:srgbClr val="543f3f"/>
                </a:solidFill>
                <a:effectLst/>
                <a:uFillTx/>
                <a:latin typeface="TT Drugs Bold"/>
                <a:ea typeface="TT Drugs Bold"/>
              </a:rPr>
              <a:t>Otros datos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48"/>
          <p:cNvSpPr/>
          <p:nvPr/>
        </p:nvSpPr>
        <p:spPr>
          <a:xfrm>
            <a:off x="897120" y="27399960"/>
            <a:ext cx="6435360" cy="12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144440" lvl="2" indent="-381600" defTabSz="914400">
              <a:lnSpc>
                <a:spcPts val="4813"/>
              </a:lnSpc>
              <a:buClr>
                <a:srgbClr val="543f3f"/>
              </a:buClr>
              <a:buFont typeface="Arial"/>
              <a:buChar char="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Referencias a disposición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4440" lvl="2" indent="-381600" defTabSz="914400">
              <a:lnSpc>
                <a:spcPts val="4813"/>
              </a:lnSpc>
              <a:buClr>
                <a:srgbClr val="543f3f"/>
              </a:buClr>
              <a:buFont typeface="Arial"/>
              <a:buChar char="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Poppins"/>
                <a:ea typeface="Poppins"/>
              </a:rPr>
              <a:t>Disponibilidad full time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49"/>
          <p:cNvSpPr/>
          <p:nvPr/>
        </p:nvSpPr>
        <p:spPr>
          <a:xfrm>
            <a:off x="835560" y="900000"/>
            <a:ext cx="3440160" cy="64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360" y="7024320"/>
            <a:ext cx="8096040" cy="2275596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04" name="Group 1"/>
          <p:cNvGrpSpPr/>
          <p:nvPr/>
        </p:nvGrpSpPr>
        <p:grpSpPr>
          <a:xfrm>
            <a:off x="977400" y="13469040"/>
            <a:ext cx="6435360" cy="29160"/>
            <a:chOff x="977400" y="13469040"/>
            <a:chExt cx="6435360" cy="29160"/>
          </a:xfrm>
        </p:grpSpPr>
        <p:sp>
          <p:nvSpPr>
            <p:cNvPr id="105" name="Freeform 1"/>
            <p:cNvSpPr/>
            <p:nvPr/>
          </p:nvSpPr>
          <p:spPr>
            <a:xfrm>
              <a:off x="977400" y="13469040"/>
              <a:ext cx="6435360" cy="29160"/>
            </a:xfrm>
            <a:custGeom>
              <a:avLst/>
              <a:gdLst>
                <a:gd name="textAreaLeft" fmla="*/ 0 w 6435360"/>
                <a:gd name="textAreaRight" fmla="*/ 6442200 w 643536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8589645" h="47879">
                  <a:moveTo>
                    <a:pt x="0" y="0"/>
                  </a:moveTo>
                  <a:lnTo>
                    <a:pt x="8589645" y="0"/>
                  </a:lnTo>
                  <a:lnTo>
                    <a:pt x="8589645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6" name="TextBox 1"/>
          <p:cNvSpPr/>
          <p:nvPr/>
        </p:nvSpPr>
        <p:spPr>
          <a:xfrm>
            <a:off x="1080360" y="13680360"/>
            <a:ext cx="6474600" cy="30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{{edu_1_degree}}  {{edu_1_school}}  {{edu_1_years}}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{{edu_2_degree}}  {{edu_2_school}}  {{edu_2_years}}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{{edu_3_degree}}  {{edu_3_school}}  {{edu_3_years}}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8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2"/>
          <p:cNvSpPr/>
          <p:nvPr/>
        </p:nvSpPr>
        <p:spPr>
          <a:xfrm>
            <a:off x="972720" y="12677040"/>
            <a:ext cx="683892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53"/>
              </a:lnSpc>
            </a:pPr>
            <a:r>
              <a:rPr lang="en-US" sz="4050" b="0" u="none" spc="147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Formación Académica</a:t>
            </a:r>
            <a:endParaRPr lang="es-AR" sz="4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8" name="Group 2"/>
          <p:cNvGrpSpPr/>
          <p:nvPr/>
        </p:nvGrpSpPr>
        <p:grpSpPr>
          <a:xfrm>
            <a:off x="1066320" y="17699760"/>
            <a:ext cx="6435360" cy="29160"/>
            <a:chOff x="1066320" y="17699760"/>
            <a:chExt cx="6435360" cy="29160"/>
          </a:xfrm>
        </p:grpSpPr>
        <p:sp>
          <p:nvSpPr>
            <p:cNvPr id="109" name="Freeform 2"/>
            <p:cNvSpPr/>
            <p:nvPr/>
          </p:nvSpPr>
          <p:spPr>
            <a:xfrm>
              <a:off x="1066320" y="17699760"/>
              <a:ext cx="6435360" cy="29160"/>
            </a:xfrm>
            <a:custGeom>
              <a:avLst/>
              <a:gdLst>
                <a:gd name="textAreaLeft" fmla="*/ 0 w 6435360"/>
                <a:gd name="textAreaRight" fmla="*/ 6442200 w 643536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0" name="TextBox 3"/>
          <p:cNvSpPr/>
          <p:nvPr/>
        </p:nvSpPr>
        <p:spPr>
          <a:xfrm>
            <a:off x="1064160" y="17043480"/>
            <a:ext cx="541512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6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Informática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4"/>
          <p:cNvSpPr/>
          <p:nvPr/>
        </p:nvSpPr>
        <p:spPr>
          <a:xfrm>
            <a:off x="1080360" y="17885160"/>
            <a:ext cx="6474600" cy="28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{{it_1}}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{{it_2}}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{{it_3}}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{{it_4}}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3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2" name="Group 3"/>
          <p:cNvGrpSpPr/>
          <p:nvPr/>
        </p:nvGrpSpPr>
        <p:grpSpPr>
          <a:xfrm>
            <a:off x="977400" y="22056840"/>
            <a:ext cx="6435360" cy="29160"/>
            <a:chOff x="977400" y="22056840"/>
            <a:chExt cx="6435360" cy="29160"/>
          </a:xfrm>
        </p:grpSpPr>
        <p:sp>
          <p:nvSpPr>
            <p:cNvPr id="113" name="Freeform 5"/>
            <p:cNvSpPr/>
            <p:nvPr/>
          </p:nvSpPr>
          <p:spPr>
            <a:xfrm>
              <a:off x="977400" y="22056840"/>
              <a:ext cx="6435360" cy="29160"/>
            </a:xfrm>
            <a:custGeom>
              <a:avLst/>
              <a:gdLst>
                <a:gd name="textAreaLeft" fmla="*/ 0 w 6435360"/>
                <a:gd name="textAreaRight" fmla="*/ 6442200 w 643536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4" name="TextBox 5"/>
          <p:cNvSpPr/>
          <p:nvPr/>
        </p:nvSpPr>
        <p:spPr>
          <a:xfrm>
            <a:off x="972720" y="21436200"/>
            <a:ext cx="604656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Competencias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6"/>
          <p:cNvSpPr/>
          <p:nvPr/>
        </p:nvSpPr>
        <p:spPr>
          <a:xfrm>
            <a:off x="1080360" y="22254840"/>
            <a:ext cx="6435360" cy="366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9"/>
          <p:cNvSpPr/>
          <p:nvPr/>
        </p:nvSpPr>
        <p:spPr>
          <a:xfrm>
            <a:off x="1907280" y="11113200"/>
            <a:ext cx="560700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Lato"/>
                <a:ea typeface="Montserrat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0"/>
          <p:cNvSpPr/>
          <p:nvPr/>
        </p:nvSpPr>
        <p:spPr>
          <a:xfrm>
            <a:off x="1907280" y="10251720"/>
            <a:ext cx="546732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Lato"/>
                <a:ea typeface="Montserrat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1"/>
          <p:cNvSpPr/>
          <p:nvPr/>
        </p:nvSpPr>
        <p:spPr>
          <a:xfrm>
            <a:off x="1907280" y="9404640"/>
            <a:ext cx="359604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Lato"/>
                <a:ea typeface="Montserrat"/>
              </a:rPr>
              <a:t>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Freeform 7"/>
          <p:cNvSpPr/>
          <p:nvPr/>
        </p:nvSpPr>
        <p:spPr>
          <a:xfrm>
            <a:off x="1088280" y="11073240"/>
            <a:ext cx="515160" cy="573120"/>
          </a:xfrm>
          <a:custGeom>
            <a:avLst/>
            <a:gdLst>
              <a:gd name="textAreaLeft" fmla="*/ 0 w 515160"/>
              <a:gd name="textAreaRight" fmla="*/ 522000 w 515160"/>
              <a:gd name="textAreaTop" fmla="*/ 0 h 573120"/>
              <a:gd name="textAreaBottom" fmla="*/ 579960 h 573120"/>
            </a:gdLst>
            <a:ahLst/>
            <a:cxnLst/>
            <a:rect l="textAreaLeft" t="textAreaTop" r="textAreaRight" b="textAreaBottom"/>
            <a:pathLst>
              <a:path w="522065" h="580072">
                <a:moveTo>
                  <a:pt x="0" y="0"/>
                </a:moveTo>
                <a:lnTo>
                  <a:pt x="522065" y="0"/>
                </a:lnTo>
                <a:lnTo>
                  <a:pt x="522065" y="580072"/>
                </a:lnTo>
                <a:lnTo>
                  <a:pt x="0" y="58007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Freeform 8"/>
          <p:cNvSpPr/>
          <p:nvPr/>
        </p:nvSpPr>
        <p:spPr>
          <a:xfrm>
            <a:off x="1064160" y="9379080"/>
            <a:ext cx="544680" cy="544320"/>
          </a:xfrm>
          <a:custGeom>
            <a:avLst/>
            <a:gdLst>
              <a:gd name="textAreaLeft" fmla="*/ 0 w 544680"/>
              <a:gd name="textAreaRight" fmla="*/ 551520 w 544680"/>
              <a:gd name="textAreaTop" fmla="*/ 0 h 544320"/>
              <a:gd name="textAreaBottom" fmla="*/ 551160 h 544320"/>
            </a:gdLst>
            <a:ahLst/>
            <a:cxnLst/>
            <a:rect l="textAreaLeft" t="textAreaTop" r="textAreaRight" b="textAreaBottom"/>
            <a:pathLst>
              <a:path w="551591" h="551199">
                <a:moveTo>
                  <a:pt x="0" y="0"/>
                </a:moveTo>
                <a:lnTo>
                  <a:pt x="551591" y="0"/>
                </a:lnTo>
                <a:lnTo>
                  <a:pt x="551591" y="551198"/>
                </a:lnTo>
                <a:lnTo>
                  <a:pt x="0" y="5511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Freeform 9"/>
          <p:cNvSpPr/>
          <p:nvPr/>
        </p:nvSpPr>
        <p:spPr>
          <a:xfrm>
            <a:off x="1061640" y="10223640"/>
            <a:ext cx="549360" cy="549360"/>
          </a:xfrm>
          <a:custGeom>
            <a:avLst/>
            <a:gdLst>
              <a:gd name="textAreaLeft" fmla="*/ 0 w 549360"/>
              <a:gd name="textAreaRight" fmla="*/ 556200 w 549360"/>
              <a:gd name="textAreaTop" fmla="*/ 0 h 549360"/>
              <a:gd name="textAreaBottom" fmla="*/ 556200 h 549360"/>
            </a:gdLst>
            <a:ahLst/>
            <a:cxnLst/>
            <a:rect l="textAreaLeft" t="textAreaTop" r="textAreaRight" b="textAreaBottom"/>
            <a:pathLst>
              <a:path w="556178" h="556178">
                <a:moveTo>
                  <a:pt x="0" y="0"/>
                </a:moveTo>
                <a:lnTo>
                  <a:pt x="556178" y="0"/>
                </a:lnTo>
                <a:lnTo>
                  <a:pt x="556178" y="556178"/>
                </a:lnTo>
                <a:lnTo>
                  <a:pt x="0" y="55617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2" name="Group 4"/>
          <p:cNvGrpSpPr/>
          <p:nvPr/>
        </p:nvGrpSpPr>
        <p:grpSpPr>
          <a:xfrm>
            <a:off x="993600" y="8998920"/>
            <a:ext cx="6508080" cy="29160"/>
            <a:chOff x="993600" y="8998920"/>
            <a:chExt cx="6508080" cy="29160"/>
          </a:xfrm>
        </p:grpSpPr>
        <p:sp>
          <p:nvSpPr>
            <p:cNvPr id="123" name="Freeform 11"/>
            <p:cNvSpPr/>
            <p:nvPr/>
          </p:nvSpPr>
          <p:spPr>
            <a:xfrm>
              <a:off x="993600" y="8998920"/>
              <a:ext cx="6508080" cy="29160"/>
            </a:xfrm>
            <a:custGeom>
              <a:avLst/>
              <a:gdLst>
                <a:gd name="textAreaLeft" fmla="*/ 0 w 6508080"/>
                <a:gd name="textAreaRight" fmla="*/ 6514920 w 650808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8686673" h="47879">
                  <a:moveTo>
                    <a:pt x="0" y="0"/>
                  </a:moveTo>
                  <a:lnTo>
                    <a:pt x="8686673" y="0"/>
                  </a:lnTo>
                  <a:lnTo>
                    <a:pt x="8686673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4" name="TextBox 12"/>
          <p:cNvSpPr/>
          <p:nvPr/>
        </p:nvSpPr>
        <p:spPr>
          <a:xfrm>
            <a:off x="972720" y="8023680"/>
            <a:ext cx="497808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Contacto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" name="Group 6"/>
          <p:cNvGrpSpPr/>
          <p:nvPr/>
        </p:nvGrpSpPr>
        <p:grpSpPr>
          <a:xfrm>
            <a:off x="901800" y="27378720"/>
            <a:ext cx="6435360" cy="29160"/>
            <a:chOff x="901800" y="27378720"/>
            <a:chExt cx="6435360" cy="29160"/>
          </a:xfrm>
        </p:grpSpPr>
        <p:sp>
          <p:nvSpPr>
            <p:cNvPr id="126" name="Freeform 13"/>
            <p:cNvSpPr/>
            <p:nvPr/>
          </p:nvSpPr>
          <p:spPr>
            <a:xfrm>
              <a:off x="901800" y="27378720"/>
              <a:ext cx="6435360" cy="29160"/>
            </a:xfrm>
            <a:custGeom>
              <a:avLst/>
              <a:gdLst>
                <a:gd name="textAreaLeft" fmla="*/ 0 w 6435360"/>
                <a:gd name="textAreaRight" fmla="*/ 6442200 w 6435360"/>
                <a:gd name="textAreaTop" fmla="*/ 0 h 29160"/>
                <a:gd name="textAreaBottom" fmla="*/ 36000 h 2916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TextBox 15"/>
          <p:cNvSpPr/>
          <p:nvPr/>
        </p:nvSpPr>
        <p:spPr>
          <a:xfrm>
            <a:off x="897480" y="26655480"/>
            <a:ext cx="521064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Otros datos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16"/>
          <p:cNvSpPr/>
          <p:nvPr/>
        </p:nvSpPr>
        <p:spPr>
          <a:xfrm>
            <a:off x="1119960" y="27412560"/>
            <a:ext cx="6435360" cy="12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Referencias a disposición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Disponibilidad full time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1800000" y="1178280"/>
            <a:ext cx="413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2026-01-14T16:06:58Z</dcterms:modified>
  <cp:revision>20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