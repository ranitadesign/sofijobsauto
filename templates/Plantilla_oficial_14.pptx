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 Bold"/>
    </p:embeddedFont>
    <p:embeddedFont>
      <p:font typeface="Poppins"/>
      <p:regular r:id="rId4"/>
      <p:bold r:id="rId4"/>
    </p:embeddedFont>
    <p:embeddedFont>
      <p:font typeface="Lato"/>
      <p:regular r:id="rId5"/>
      <p:bold r:id="rId5"/>
    </p:embeddedFont>
    <p:embeddedFont>
      <p:font typeface="Raleway Bold"/>
    </p:embeddedFont>
    <p:embeddedFont>
      <p:font typeface="Raleway"/>
      <p:regular r:id="rId6"/>
      <p:bold r:id="rId6"/>
    </p:embeddedFont>
    <p:embeddedFont>
      <p:font typeface="Microsoft YaHei"/>
      <p:regular r:id="rId7"/>
    </p:embeddedFont>
    <p:embeddedFont>
      <p:font typeface="Montserrat Bold"/>
    </p:embeddedFont>
    <p:embeddedFont>
      <p:font typeface="Montserra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Lato_Regular.fntdata"/><Relationship Id="rId6" Type="http://schemas.openxmlformats.org/officeDocument/2006/relationships/font" Target="fonts/Font_3_Raleway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28C7DB-0B9A-4F5A-9963-9096BA5D3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C45FD1-BADB-41C2-BE92-1CDD4A99AF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08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156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080" cy="468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9483ED-C246-4DD3-B1C1-01D7DAAE71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63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6320" cy="410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6320" cy="79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3D09D9-D79C-45DC-997F-17D3D7605C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2320" cy="145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8DFAAA-6B3E-41D2-8091-C692AB67F3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52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FBADB2-8B91-44BD-A620-3B6A3FA0AC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732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84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DD95C7-2A21-4D6F-B62E-903907ACB2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52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DB4F65-1B75-440D-A95D-36ECFEDBC6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2320" cy="13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2320" cy="14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98BFAC-E77A-449C-9AEA-DCDDE5FC6B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840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840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B50FDF-2BE3-4A6D-BCC6-1D3EF00B8C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200" cy="62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200" cy="394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1640" cy="62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1640" cy="394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5CD9F9-6370-410A-921B-4262D3BC7D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9799920" y="5171760"/>
            <a:ext cx="8546040" cy="43920"/>
            <a:chOff x="9799920" y="5171760"/>
            <a:chExt cx="8546040" cy="43920"/>
          </a:xfrm>
        </p:grpSpPr>
        <p:sp>
          <p:nvSpPr>
            <p:cNvPr id="60" name="Freeform 3"/>
            <p:cNvSpPr/>
            <p:nvPr/>
          </p:nvSpPr>
          <p:spPr>
            <a:xfrm>
              <a:off x="9799920" y="5171760"/>
              <a:ext cx="8546040" cy="43920"/>
            </a:xfrm>
            <a:custGeom>
              <a:avLst/>
              <a:gdLst>
                <a:gd name="textAreaLeft" fmla="*/ 0 w 8546040"/>
                <a:gd name="textAreaRight" fmla="*/ 8556120 w 8546040"/>
                <a:gd name="textAreaTop" fmla="*/ 0 h 43920"/>
                <a:gd name="textAreaBottom" fmla="*/ 54000 h 4392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9696240" y="7875360"/>
            <a:ext cx="8837280" cy="733320"/>
            <a:chOff x="9696240" y="7875360"/>
            <a:chExt cx="8837280" cy="733320"/>
          </a:xfrm>
        </p:grpSpPr>
        <p:sp>
          <p:nvSpPr>
            <p:cNvPr id="62" name="Freeform 5"/>
            <p:cNvSpPr/>
            <p:nvPr/>
          </p:nvSpPr>
          <p:spPr>
            <a:xfrm>
              <a:off x="9696240" y="7875360"/>
              <a:ext cx="8837280" cy="733320"/>
            </a:xfrm>
            <a:custGeom>
              <a:avLst/>
              <a:gdLst>
                <a:gd name="textAreaLeft" fmla="*/ 0 w 8837280"/>
                <a:gd name="textAreaRight" fmla="*/ 8847360 w 8837280"/>
                <a:gd name="textAreaTop" fmla="*/ 0 h 733320"/>
                <a:gd name="textAreaBottom" fmla="*/ 743400 h 733320"/>
              </a:gdLst>
              <a:ahLst/>
              <a:cxnLst/>
              <a:rect l="textAreaLeft" t="textAreaTop" r="textAreaRight" b="textAreaBottom"/>
              <a:pathLst>
                <a:path w="11796268" h="990981">
                  <a:moveTo>
                    <a:pt x="0" y="0"/>
                  </a:moveTo>
                  <a:lnTo>
                    <a:pt x="11796268" y="0"/>
                  </a:lnTo>
                  <a:lnTo>
                    <a:pt x="11796268" y="990981"/>
                  </a:lnTo>
                  <a:lnTo>
                    <a:pt x="0" y="99098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6"/>
          <p:cNvSpPr/>
          <p:nvPr/>
        </p:nvSpPr>
        <p:spPr>
          <a:xfrm>
            <a:off x="9905400" y="7902720"/>
            <a:ext cx="844488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14"/>
              </a:lnSpc>
            </a:pPr>
            <a:r>
              <a:rPr lang="en-US" sz="3680" b="1" u="none" spc="238" strike="noStrike">
                <a:solidFill>
                  <a:srgbClr val="543f3f"/>
                </a:solidFill>
                <a:effectLst/>
                <a:uFillTx/>
                <a:latin typeface="Poppins Bold"/>
                <a:ea typeface="Poppins Bold"/>
              </a:rPr>
              <a:t>EXPERIENCIA LABORAL</a:t>
            </a:r>
            <a:endParaRPr lang="es-AR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0" y="0"/>
            <a:ext cx="9189720" cy="30245760"/>
            <a:chOff x="0" y="0"/>
            <a:chExt cx="9189720" cy="30245760"/>
          </a:xfrm>
        </p:grpSpPr>
        <p:sp>
          <p:nvSpPr>
            <p:cNvPr id="65" name="Freeform 8"/>
            <p:cNvSpPr/>
            <p:nvPr/>
          </p:nvSpPr>
          <p:spPr>
            <a:xfrm>
              <a:off x="0" y="0"/>
              <a:ext cx="9189720" cy="30245760"/>
            </a:xfrm>
            <a:custGeom>
              <a:avLst/>
              <a:gdLst>
                <a:gd name="textAreaLeft" fmla="*/ 0 w 9189720"/>
                <a:gd name="textAreaRight" fmla="*/ 9199800 w 9189720"/>
                <a:gd name="textAreaTop" fmla="*/ 0 h 30245760"/>
                <a:gd name="textAreaBottom" fmla="*/ 30255840 h 30245760"/>
              </a:gdLst>
              <a:ahLst/>
              <a:cxnLst/>
              <a:rect l="textAreaLeft" t="textAreaTop" r="textAreaRight" b="textAreaBottom"/>
              <a:pathLst>
                <a:path w="12266295" h="40341042">
                  <a:moveTo>
                    <a:pt x="0" y="0"/>
                  </a:moveTo>
                  <a:lnTo>
                    <a:pt x="12266295" y="0"/>
                  </a:lnTo>
                  <a:lnTo>
                    <a:pt x="12266295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21"/>
          <p:cNvSpPr/>
          <p:nvPr/>
        </p:nvSpPr>
        <p:spPr>
          <a:xfrm>
            <a:off x="9720000" y="2304360"/>
            <a:ext cx="1125108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787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Raleway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2"/>
          <p:cNvSpPr/>
          <p:nvPr/>
        </p:nvSpPr>
        <p:spPr>
          <a:xfrm>
            <a:off x="9734400" y="9066240"/>
            <a:ext cx="11317320" cy="74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22"/>
              </a:lnSpc>
            </a:pP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{{exp_1_role}}</a:t>
            </a: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{{exp_1_company}} {{exp_1_dates}}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13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{{exp_2_role}} </a:t>
            </a: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{{exp_2_company}} {{exp_2_dates}}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13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{{exp_3_role}}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 {{exp_3_company}} {{exp_3_dates}}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{{exp_3_bullets_block}}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5"/>
          <p:cNvSpPr/>
          <p:nvPr/>
        </p:nvSpPr>
        <p:spPr>
          <a:xfrm>
            <a:off x="9799560" y="5796720"/>
            <a:ext cx="1107864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844"/>
              </a:lnSpc>
            </a:pPr>
            <a:r>
              <a:rPr lang="en-US" sz="2600" b="0" u="none" spc="431" strike="noStrike">
                <a:solidFill>
                  <a:srgbClr val="292829"/>
                </a:solidFill>
                <a:effectLst/>
                <a:uFillTx/>
                <a:latin typeface="Lato"/>
                <a:ea typeface="Raleway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6"/>
          <p:cNvSpPr/>
          <p:nvPr/>
        </p:nvSpPr>
        <p:spPr>
          <a:xfrm>
            <a:off x="9695160" y="15061680"/>
            <a:ext cx="1135656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22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622520" y="355320"/>
            <a:ext cx="305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1220400" y="6444360"/>
            <a:ext cx="6761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 Bold"/>
                <a:ea typeface="Poppins Bold"/>
              </a:rPr>
              <a:t> PERFIL PROFESIONAL     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178280" y="7128360"/>
            <a:ext cx="670608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28"/>
              </a:lnSpc>
            </a:pPr>
            <a:r>
              <a:rPr lang="en-US" sz="2260" b="0" u="none" spc="45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4"/>
          <p:cNvSpPr/>
          <p:nvPr/>
        </p:nvSpPr>
        <p:spPr>
          <a:xfrm>
            <a:off x="1178280" y="11427480"/>
            <a:ext cx="58417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 Bold"/>
                <a:ea typeface="Poppins Bold"/>
              </a:rPr>
              <a:t> CONTACTO                   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04400" y="13860000"/>
            <a:ext cx="6915600" cy="39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__SB_TITLE__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n-US" sz="3600" b="1" u="none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"/>
                <a:ea typeface="Montserrat Bold"/>
              </a:rPr>
              <a:t> {{title}}              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4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1"/>
          <p:cNvSpPr/>
          <p:nvPr/>
        </p:nvSpPr>
        <p:spPr>
          <a:xfrm>
            <a:off x="1222200" y="12192120"/>
            <a:ext cx="5615640" cy="24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DAG9ko10TaE</dc:identifier>
  <dc:language>es-AR</dc:language>
  <cp:lastModifiedBy/>
  <dcterms:modified xsi:type="dcterms:W3CDTF">2026-02-09T12:29:47Z</dcterms:modified>
  <cp:revision>30</cp:revision>
  <dc:subject/>
  <dc:title>Plantilla_oficial_14.pptx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