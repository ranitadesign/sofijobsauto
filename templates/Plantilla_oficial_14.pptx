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Raleway"/>
      <p:regular r:id="rId4"/>
      <p:bold r:id="rId4"/>
    </p:embeddedFont>
    <p:embeddedFont>
      <p:font typeface="Poppins Bold"/>
    </p:embeddedFont>
    <p:embeddedFont>
      <p:font typeface="Lato"/>
    </p:embeddedFont>
    <p:embeddedFont>
      <p:font typeface="Poppins"/>
    </p:embeddedFont>
    <p:embeddedFont>
      <p:font typeface="Raleway Bold"/>
    </p:embeddedFont>
    <p:embeddedFont>
      <p:font typeface="Microsoft YaHei"/>
      <p:regular r:id="rId5"/>
    </p:embeddedFont>
    <p:embeddedFont>
      <p:font typeface="Montserrat Bold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Raleway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640" cy="5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640" cy="410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640" cy="79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BA239B-A505-4D34-AF09-197CD2D69C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640" cy="146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454CA5-A55D-42C9-A763-585AE98408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BB9ED7-B489-421C-9E8E-EA8DDC77D5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64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16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F4F37A-35DE-48F2-939F-479F58C5E6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12E1ED-04FD-463C-A7CA-442EEAED30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640" cy="13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640" cy="149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E31A13-A982-4050-AAD3-FF6C1A37D2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EAB633-2EEA-4A74-A082-C7B72FBFE6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52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52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96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96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335CD6-D65A-4829-82BA-7BC3906C85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7EE3E3-6016-4A55-809F-B7D7BBAE1A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99BD20-FB80-492B-BA42-B7C42DF3AB0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400" cy="115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880" cy="58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400" cy="468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8BA806-917E-4E13-952C-66ADCE9DE5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9799920" y="5171760"/>
            <a:ext cx="8550360" cy="48240"/>
            <a:chOff x="9799920" y="5171760"/>
            <a:chExt cx="8550360" cy="48240"/>
          </a:xfrm>
        </p:grpSpPr>
        <p:sp>
          <p:nvSpPr>
            <p:cNvPr id="60" name="Freeform 3"/>
            <p:cNvSpPr/>
            <p:nvPr/>
          </p:nvSpPr>
          <p:spPr>
            <a:xfrm>
              <a:off x="9799920" y="5171760"/>
              <a:ext cx="8550360" cy="48240"/>
            </a:xfrm>
            <a:custGeom>
              <a:avLst/>
              <a:gdLst>
                <a:gd name="textAreaLeft" fmla="*/ 0 w 8550360"/>
                <a:gd name="textAreaRight" fmla="*/ 8556120 w 8550360"/>
                <a:gd name="textAreaTop" fmla="*/ 0 h 48240"/>
                <a:gd name="textAreaBottom" fmla="*/ 54000 h 4824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9696240" y="7875360"/>
            <a:ext cx="8841600" cy="737640"/>
            <a:chOff x="9696240" y="7875360"/>
            <a:chExt cx="8841600" cy="737640"/>
          </a:xfrm>
        </p:grpSpPr>
        <p:sp>
          <p:nvSpPr>
            <p:cNvPr id="62" name="Freeform 5"/>
            <p:cNvSpPr/>
            <p:nvPr/>
          </p:nvSpPr>
          <p:spPr>
            <a:xfrm>
              <a:off x="9696240" y="7875360"/>
              <a:ext cx="8841600" cy="737640"/>
            </a:xfrm>
            <a:custGeom>
              <a:avLst/>
              <a:gdLst>
                <a:gd name="textAreaLeft" fmla="*/ 0 w 8841600"/>
                <a:gd name="textAreaRight" fmla="*/ 8847360 w 8841600"/>
                <a:gd name="textAreaTop" fmla="*/ 0 h 737640"/>
                <a:gd name="textAreaBottom" fmla="*/ 743400 h 737640"/>
              </a:gdLst>
              <a:ahLst/>
              <a:cxnLst/>
              <a:rect l="textAreaLeft" t="textAreaTop" r="textAreaRight" b="textAreaBottom"/>
              <a:pathLst>
                <a:path w="11796268" h="990981">
                  <a:moveTo>
                    <a:pt x="0" y="0"/>
                  </a:moveTo>
                  <a:lnTo>
                    <a:pt x="11796268" y="0"/>
                  </a:lnTo>
                  <a:lnTo>
                    <a:pt x="11796268" y="990981"/>
                  </a:lnTo>
                  <a:lnTo>
                    <a:pt x="0" y="990981"/>
                  </a:lnTo>
                  <a:close/>
                </a:path>
              </a:pathLst>
            </a:custGeom>
            <a:solidFill>
              <a:srgbClr val="c0504d">
                <a:alpha val="7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6"/>
          <p:cNvSpPr/>
          <p:nvPr/>
        </p:nvSpPr>
        <p:spPr>
          <a:xfrm>
            <a:off x="9905400" y="7902720"/>
            <a:ext cx="844920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14"/>
              </a:lnSpc>
            </a:pPr>
            <a:r>
              <a:rPr lang="en-US" sz="3680" b="1" u="none" spc="238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EXPERIENCIA LABORAL</a:t>
            </a:r>
            <a:endParaRPr lang="es-AR" sz="3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0" y="0"/>
            <a:ext cx="9194040" cy="30250080"/>
            <a:chOff x="0" y="0"/>
            <a:chExt cx="9194040" cy="30250080"/>
          </a:xfrm>
        </p:grpSpPr>
        <p:sp>
          <p:nvSpPr>
            <p:cNvPr id="65" name="Freeform 8"/>
            <p:cNvSpPr/>
            <p:nvPr/>
          </p:nvSpPr>
          <p:spPr>
            <a:xfrm>
              <a:off x="0" y="0"/>
              <a:ext cx="9194040" cy="30250080"/>
            </a:xfrm>
            <a:custGeom>
              <a:avLst/>
              <a:gdLst>
                <a:gd name="textAreaLeft" fmla="*/ 0 w 9194040"/>
                <a:gd name="textAreaRight" fmla="*/ 9199800 w 9194040"/>
                <a:gd name="textAreaTop" fmla="*/ 0 h 30250080"/>
                <a:gd name="textAreaBottom" fmla="*/ 30255840 h 30250080"/>
              </a:gdLst>
              <a:ahLst/>
              <a:cxnLst/>
              <a:rect l="textAreaLeft" t="textAreaTop" r="textAreaRight" b="textAreaBottom"/>
              <a:pathLst>
                <a:path w="12266295" h="40341042">
                  <a:moveTo>
                    <a:pt x="0" y="0"/>
                  </a:moveTo>
                  <a:lnTo>
                    <a:pt x="12266295" y="0"/>
                  </a:lnTo>
                  <a:lnTo>
                    <a:pt x="12266295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>
                <a:alpha val="7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9"/>
          <p:cNvGrpSpPr/>
          <p:nvPr/>
        </p:nvGrpSpPr>
        <p:grpSpPr>
          <a:xfrm>
            <a:off x="1223280" y="7458840"/>
            <a:ext cx="6906240" cy="738720"/>
            <a:chOff x="1223280" y="7458840"/>
            <a:chExt cx="6906240" cy="738720"/>
          </a:xfrm>
        </p:grpSpPr>
        <p:sp>
          <p:nvSpPr>
            <p:cNvPr id="67" name="Freeform 10"/>
            <p:cNvSpPr/>
            <p:nvPr/>
          </p:nvSpPr>
          <p:spPr>
            <a:xfrm>
              <a:off x="1223280" y="7458840"/>
              <a:ext cx="6906240" cy="738720"/>
            </a:xfrm>
            <a:custGeom>
              <a:avLst/>
              <a:gdLst>
                <a:gd name="textAreaLeft" fmla="*/ 0 w 6906240"/>
                <a:gd name="textAreaRight" fmla="*/ 6912000 w 6906240"/>
                <a:gd name="textAreaTop" fmla="*/ 0 h 738720"/>
                <a:gd name="textAreaBottom" fmla="*/ 744480 h 738720"/>
              </a:gdLst>
              <a:ahLst/>
              <a:cxnLst/>
              <a:rect l="textAreaLeft" t="textAreaTop" r="textAreaRight" b="textAreaBottom"/>
              <a:pathLst>
                <a:path w="9216136" h="992632">
                  <a:moveTo>
                    <a:pt x="0" y="0"/>
                  </a:moveTo>
                  <a:lnTo>
                    <a:pt x="9216136" y="0"/>
                  </a:lnTo>
                  <a:lnTo>
                    <a:pt x="9216136" y="992632"/>
                  </a:lnTo>
                  <a:lnTo>
                    <a:pt x="0" y="992632"/>
                  </a:lnTo>
                  <a:close/>
                </a:path>
              </a:pathLst>
            </a:custGeom>
            <a:solidFill>
              <a:srgbClr val="f8f7f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11"/>
          <p:cNvSpPr/>
          <p:nvPr/>
        </p:nvSpPr>
        <p:spPr>
          <a:xfrm>
            <a:off x="1363320" y="7503120"/>
            <a:ext cx="676620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PERFIL PROFESIONAL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1321200" y="8490960"/>
            <a:ext cx="671076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8"/>
              </a:lnSpc>
            </a:pPr>
            <a:r>
              <a:rPr lang="en-US" sz="2260" b="0" u="none" spc="45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1"/>
          <p:cNvSpPr/>
          <p:nvPr/>
        </p:nvSpPr>
        <p:spPr>
          <a:xfrm>
            <a:off x="9799560" y="788400"/>
            <a:ext cx="11255400" cy="19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5687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Raleway"/>
              </a:rPr>
              <a:t>{{name}}</a:t>
            </a:r>
            <a:endParaRPr lang="es-AR" sz="7200" b="0" u="none" strike="noStrike">
              <a:solidFill>
                <a:srgbClr val="c0504d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2"/>
          <p:cNvSpPr/>
          <p:nvPr/>
        </p:nvSpPr>
        <p:spPr>
          <a:xfrm>
            <a:off x="9734400" y="9066240"/>
            <a:ext cx="11321640" cy="74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{{exp_1_role}}</a:t>
            </a: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{{exp_1_company}} {{exp_1_dates}}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13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{{exp_2_role}} </a:t>
            </a: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{{exp_2_company}} {{exp_2_dates}}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13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{{exp_3_role}}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 {{exp_3_company}} {{exp_3_dates}}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24"/>
          <p:cNvSpPr/>
          <p:nvPr/>
        </p:nvSpPr>
        <p:spPr>
          <a:xfrm>
            <a:off x="1500120" y="14875920"/>
            <a:ext cx="472320" cy="337320"/>
          </a:xfrm>
          <a:custGeom>
            <a:avLst/>
            <a:gdLst>
              <a:gd name="textAreaLeft" fmla="*/ 0 w 472320"/>
              <a:gd name="textAreaRight" fmla="*/ 478080 w 472320"/>
              <a:gd name="textAreaTop" fmla="*/ 0 h 337320"/>
              <a:gd name="textAreaBottom" fmla="*/ 343080 h 337320"/>
            </a:gdLst>
            <a:ahLst/>
            <a:cxnLst/>
            <a:rect l="textAreaLeft" t="textAreaTop" r="textAreaRight" b="textAreaBottom"/>
            <a:pathLst>
              <a:path w="478145" h="342900">
                <a:moveTo>
                  <a:pt x="0" y="0"/>
                </a:moveTo>
                <a:lnTo>
                  <a:pt x="478145" y="0"/>
                </a:lnTo>
                <a:lnTo>
                  <a:pt x="47814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25"/>
          <p:cNvSpPr/>
          <p:nvPr/>
        </p:nvSpPr>
        <p:spPr>
          <a:xfrm>
            <a:off x="1469520" y="14135760"/>
            <a:ext cx="533520" cy="356760"/>
          </a:xfrm>
          <a:custGeom>
            <a:avLst/>
            <a:gdLst>
              <a:gd name="textAreaLeft" fmla="*/ 0 w 533520"/>
              <a:gd name="textAreaRight" fmla="*/ 539280 w 533520"/>
              <a:gd name="textAreaTop" fmla="*/ 0 h 356760"/>
              <a:gd name="textAreaBottom" fmla="*/ 362520 h 356760"/>
            </a:gdLst>
            <a:ahLst/>
            <a:cxnLst/>
            <a:rect l="textAreaLeft" t="textAreaTop" r="textAreaRight" b="textAreaBottom"/>
            <a:pathLst>
              <a:path w="539115" h="362674">
                <a:moveTo>
                  <a:pt x="0" y="0"/>
                </a:moveTo>
                <a:lnTo>
                  <a:pt x="539115" y="0"/>
                </a:lnTo>
                <a:lnTo>
                  <a:pt x="539115" y="362674"/>
                </a:lnTo>
                <a:lnTo>
                  <a:pt x="0" y="36267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26"/>
          <p:cNvSpPr/>
          <p:nvPr/>
        </p:nvSpPr>
        <p:spPr>
          <a:xfrm>
            <a:off x="1500120" y="16165440"/>
            <a:ext cx="472320" cy="525600"/>
          </a:xfrm>
          <a:custGeom>
            <a:avLst/>
            <a:gdLst>
              <a:gd name="textAreaLeft" fmla="*/ 0 w 472320"/>
              <a:gd name="textAreaRight" fmla="*/ 478080 w 472320"/>
              <a:gd name="textAreaTop" fmla="*/ 0 h 525600"/>
              <a:gd name="textAreaBottom" fmla="*/ 531360 h 525600"/>
            </a:gdLst>
            <a:ahLst/>
            <a:cxnLst/>
            <a:rect l="textAreaLeft" t="textAreaTop" r="textAreaRight" b="textAreaBottom"/>
            <a:pathLst>
              <a:path w="478145" h="531276">
                <a:moveTo>
                  <a:pt x="0" y="0"/>
                </a:moveTo>
                <a:lnTo>
                  <a:pt x="478145" y="0"/>
                </a:lnTo>
                <a:lnTo>
                  <a:pt x="478145" y="531276"/>
                </a:lnTo>
                <a:lnTo>
                  <a:pt x="0" y="53127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Freeform 27"/>
          <p:cNvSpPr/>
          <p:nvPr/>
        </p:nvSpPr>
        <p:spPr>
          <a:xfrm>
            <a:off x="1537920" y="15539760"/>
            <a:ext cx="465120" cy="369360"/>
          </a:xfrm>
          <a:custGeom>
            <a:avLst/>
            <a:gdLst>
              <a:gd name="textAreaLeft" fmla="*/ 0 w 465120"/>
              <a:gd name="textAreaRight" fmla="*/ 470880 w 465120"/>
              <a:gd name="textAreaTop" fmla="*/ 0 h 369360"/>
              <a:gd name="textAreaBottom" fmla="*/ 375120 h 369360"/>
            </a:gdLst>
            <a:ahLst/>
            <a:cxnLst/>
            <a:rect l="textAreaLeft" t="textAreaTop" r="textAreaRight" b="textAreaBottom"/>
            <a:pathLst>
              <a:path w="470973" h="375066">
                <a:moveTo>
                  <a:pt x="0" y="0"/>
                </a:moveTo>
                <a:lnTo>
                  <a:pt x="470973" y="0"/>
                </a:lnTo>
                <a:lnTo>
                  <a:pt x="470973" y="375066"/>
                </a:lnTo>
                <a:lnTo>
                  <a:pt x="0" y="37506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8"/>
          <p:cNvGrpSpPr/>
          <p:nvPr/>
        </p:nvGrpSpPr>
        <p:grpSpPr>
          <a:xfrm>
            <a:off x="1258200" y="12951720"/>
            <a:ext cx="6836400" cy="738720"/>
            <a:chOff x="1258200" y="12951720"/>
            <a:chExt cx="6836400" cy="738720"/>
          </a:xfrm>
        </p:grpSpPr>
        <p:sp>
          <p:nvSpPr>
            <p:cNvPr id="77" name="Freeform 29"/>
            <p:cNvSpPr/>
            <p:nvPr/>
          </p:nvSpPr>
          <p:spPr>
            <a:xfrm>
              <a:off x="1258200" y="12951720"/>
              <a:ext cx="6836400" cy="738720"/>
            </a:xfrm>
            <a:custGeom>
              <a:avLst/>
              <a:gdLst>
                <a:gd name="textAreaLeft" fmla="*/ 0 w 6836400"/>
                <a:gd name="textAreaRight" fmla="*/ 6842160 w 6836400"/>
                <a:gd name="textAreaTop" fmla="*/ 0 h 738720"/>
                <a:gd name="textAreaBottom" fmla="*/ 744480 h 738720"/>
              </a:gdLst>
              <a:ahLst/>
              <a:cxnLst/>
              <a:rect l="textAreaLeft" t="textAreaTop" r="textAreaRight" b="textAreaBottom"/>
              <a:pathLst>
                <a:path w="9122791" h="992632">
                  <a:moveTo>
                    <a:pt x="0" y="0"/>
                  </a:moveTo>
                  <a:lnTo>
                    <a:pt x="9122791" y="0"/>
                  </a:lnTo>
                  <a:lnTo>
                    <a:pt x="9122791" y="992632"/>
                  </a:lnTo>
                  <a:lnTo>
                    <a:pt x="0" y="992632"/>
                  </a:lnTo>
                  <a:close/>
                </a:path>
              </a:pathLst>
            </a:custGeom>
            <a:solidFill>
              <a:srgbClr val="f8f7f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30"/>
          <p:cNvSpPr/>
          <p:nvPr/>
        </p:nvSpPr>
        <p:spPr>
          <a:xfrm>
            <a:off x="2469600" y="14660640"/>
            <a:ext cx="562032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1"/>
          <p:cNvSpPr/>
          <p:nvPr/>
        </p:nvSpPr>
        <p:spPr>
          <a:xfrm>
            <a:off x="2474280" y="13931280"/>
            <a:ext cx="562032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+ 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2"/>
          <p:cNvSpPr/>
          <p:nvPr/>
        </p:nvSpPr>
        <p:spPr>
          <a:xfrm>
            <a:off x="2474280" y="16133760"/>
            <a:ext cx="455724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2474280" y="15358320"/>
            <a:ext cx="562032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Licencia de conducir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4"/>
          <p:cNvSpPr/>
          <p:nvPr/>
        </p:nvSpPr>
        <p:spPr>
          <a:xfrm>
            <a:off x="1356120" y="12997080"/>
            <a:ext cx="53323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CONTACTO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5"/>
          <p:cNvSpPr/>
          <p:nvPr/>
        </p:nvSpPr>
        <p:spPr>
          <a:xfrm>
            <a:off x="9799560" y="5796720"/>
            <a:ext cx="855684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44"/>
              </a:lnSpc>
            </a:pPr>
            <a:r>
              <a:rPr lang="en-US" sz="2800" b="0" u="none" spc="431" strike="noStrike">
                <a:solidFill>
                  <a:srgbClr val="292829"/>
                </a:solidFill>
                <a:effectLst/>
                <a:uFillTx/>
                <a:latin typeface="Lato"/>
                <a:ea typeface="Raleway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6"/>
          <p:cNvSpPr/>
          <p:nvPr/>
        </p:nvSpPr>
        <p:spPr>
          <a:xfrm>
            <a:off x="9695160" y="15061680"/>
            <a:ext cx="11360880" cy="12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22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1622520" y="355320"/>
            <a:ext cx="3056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1226520" y="18524160"/>
            <a:ext cx="597312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8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DAG9ko10TaE</dc:identifier>
  <dc:language>es-AR</dc:language>
  <cp:lastModifiedBy/>
  <dcterms:modified xsi:type="dcterms:W3CDTF">2026-01-14T15:26:25Z</dcterms:modified>
  <cp:revision>17</cp:revision>
  <dc:subject/>
  <dc:title>Plantilla_oficial_14.pptx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