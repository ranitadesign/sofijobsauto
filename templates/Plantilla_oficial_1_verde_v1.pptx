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media/image10.svg" ContentType="image/svg"/>
  <Override PartName="/ppt/media/image12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Lato"/>
    </p:embeddedFont>
    <p:embeddedFont>
      <p:font typeface="Poppins"/>
      <p:regular r:id="rId4"/>
      <p:bold r:id="rId4"/>
    </p:embeddedFont>
    <p:embeddedFont>
      <p:font typeface="Microsoft YaHei"/>
      <p:regular r:id="rId5"/>
    </p:embeddedFont>
    <p:embeddedFont>
      <p:font typeface="Montserrat"/>
      <p:regular r:id="rId6"/>
      <p:bold r:id="rId6"/>
    </p:embeddedFont>
    <p:embeddedFont>
      <p:font typeface="Montserrat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Montserrat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040" cy="113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2720" cy="63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2720" cy="39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4160" cy="63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4160" cy="39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792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60ADA0-EAE1-4D37-8E4E-B7C1500AC6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040" cy="113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792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D88485-45D9-406C-8421-009510A936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792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674D3B-04FB-4259-A06B-9395F2E3BA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0600" cy="115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4080" cy="584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0600" cy="468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792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99966B-9E94-47F6-BBB8-2AB6CA8F86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8840" cy="55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8840" cy="410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8840" cy="79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792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7CEF56-4123-4CD2-B92C-2070B74C59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4840" cy="146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792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7D8D82-CD6F-40C7-BDFA-5EB28C07EE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040" cy="113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2040" cy="451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792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EE8808-10AC-49B0-92A2-F55B731EFA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9840" cy="584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2360" cy="584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792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450B7B-9C7F-4DA9-8BAA-2D9420E686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040" cy="113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2040" cy="451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792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46EA2F-97D8-46C1-A27B-21F22CC93F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4840" cy="135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4840" cy="149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792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492DA9-249A-4B16-9265-5538EA30BC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040" cy="113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0920" cy="451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0920" cy="451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792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6160" cy="3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0377B8-E4CF-4CF1-9FD5-A852AB295A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1.png"/><Relationship Id="rId8" Type="http://schemas.openxmlformats.org/officeDocument/2006/relationships/image" Target="../media/image2.svg"/><Relationship Id="rId9" Type="http://schemas.openxmlformats.org/officeDocument/2006/relationships/image" Target="../media/image3.png"/><Relationship Id="rId10" Type="http://schemas.openxmlformats.org/officeDocument/2006/relationships/image" Target="../media/image4.svg"/><Relationship Id="rId11" Type="http://schemas.openxmlformats.org/officeDocument/2006/relationships/image" Target="../media/image3.png"/><Relationship Id="rId12" Type="http://schemas.openxmlformats.org/officeDocument/2006/relationships/image" Target="../media/image4.svg"/><Relationship Id="rId13" Type="http://schemas.openxmlformats.org/officeDocument/2006/relationships/image" Target="../media/image5.png"/><Relationship Id="rId14" Type="http://schemas.openxmlformats.org/officeDocument/2006/relationships/image" Target="../media/image6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3.png"/><Relationship Id="rId18" Type="http://schemas.openxmlformats.org/officeDocument/2006/relationships/image" Target="../media/image4.svg"/><Relationship Id="rId19" Type="http://schemas.openxmlformats.org/officeDocument/2006/relationships/image" Target="../media/image7.png"/><Relationship Id="rId20" Type="http://schemas.openxmlformats.org/officeDocument/2006/relationships/image" Target="../media/image8.svg"/><Relationship Id="rId21" Type="http://schemas.openxmlformats.org/officeDocument/2006/relationships/image" Target="../media/image9.png"/><Relationship Id="rId22" Type="http://schemas.openxmlformats.org/officeDocument/2006/relationships/image" Target="../media/image10.svg"/><Relationship Id="rId23" Type="http://schemas.openxmlformats.org/officeDocument/2006/relationships/image" Target="../media/image11.png"/><Relationship Id="rId24" Type="http://schemas.openxmlformats.org/officeDocument/2006/relationships/image" Target="../media/image12.svg"/><Relationship Id="rId25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14222520" y="0"/>
            <a:ext cx="7161840" cy="30256920"/>
            <a:chOff x="14222520" y="0"/>
            <a:chExt cx="7161840" cy="30256920"/>
          </a:xfrm>
        </p:grpSpPr>
        <p:sp>
          <p:nvSpPr>
            <p:cNvPr id="60" name="Freeform 3"/>
            <p:cNvSpPr/>
            <p:nvPr/>
          </p:nvSpPr>
          <p:spPr>
            <a:xfrm>
              <a:off x="14222520" y="0"/>
              <a:ext cx="7161840" cy="30256920"/>
            </a:xfrm>
            <a:custGeom>
              <a:avLst/>
              <a:gdLst>
                <a:gd name="textAreaLeft" fmla="*/ 0 w 7161840"/>
                <a:gd name="textAreaRight" fmla="*/ 7169400 w 7161840"/>
                <a:gd name="textAreaTop" fmla="*/ 0 h 30256920"/>
                <a:gd name="textAreaBottom" fmla="*/ 30264480 h 30256920"/>
              </a:gdLst>
              <a:ahLst/>
              <a:cxnLst/>
              <a:rect l="textAreaLeft" t="textAreaTop" r="textAreaRight" b="textAreaBottom"/>
              <a:pathLst>
                <a:path w="9559163" h="40352600">
                  <a:moveTo>
                    <a:pt x="0" y="0"/>
                  </a:moveTo>
                  <a:lnTo>
                    <a:pt x="9559163" y="0"/>
                  </a:lnTo>
                  <a:lnTo>
                    <a:pt x="9559163" y="40352600"/>
                  </a:lnTo>
                  <a:lnTo>
                    <a:pt x="0" y="40352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" name="Group 36"/>
          <p:cNvGrpSpPr/>
          <p:nvPr/>
        </p:nvGrpSpPr>
        <p:grpSpPr>
          <a:xfrm>
            <a:off x="1364400" y="768240"/>
            <a:ext cx="18793440" cy="26920440"/>
            <a:chOff x="1364400" y="768240"/>
            <a:chExt cx="18793440" cy="26920440"/>
          </a:xfrm>
        </p:grpSpPr>
        <p:grpSp>
          <p:nvGrpSpPr>
            <p:cNvPr id="62" name="Group 37"/>
            <p:cNvGrpSpPr/>
            <p:nvPr/>
          </p:nvGrpSpPr>
          <p:grpSpPr>
            <a:xfrm>
              <a:off x="1391400" y="5046840"/>
              <a:ext cx="11631600" cy="9000"/>
              <a:chOff x="1391400" y="5046840"/>
              <a:chExt cx="11631600" cy="9000"/>
            </a:xfrm>
          </p:grpSpPr>
          <p:sp>
            <p:nvSpPr>
              <p:cNvPr id="63" name="Freeform 38"/>
              <p:cNvSpPr/>
              <p:nvPr/>
            </p:nvSpPr>
            <p:spPr>
              <a:xfrm>
                <a:off x="1391400" y="5046840"/>
                <a:ext cx="11631600" cy="9000"/>
              </a:xfrm>
              <a:custGeom>
                <a:avLst/>
                <a:gdLst>
                  <a:gd name="textAreaLeft" fmla="*/ 0 w 11631600"/>
                  <a:gd name="textAreaRight" fmla="*/ 11639160 w 11631600"/>
                  <a:gd name="textAreaTop" fmla="*/ 0 h 9000"/>
                  <a:gd name="textAreaBottom" fmla="*/ 16560 h 9000"/>
                </a:gdLst>
                <a:ahLst/>
                <a:cxnLst/>
                <a:rect l="textAreaLeft" t="textAreaTop" r="textAreaRight" b="textAreaBottom"/>
                <a:pathLst>
                  <a:path w="15518892" h="22098">
                    <a:moveTo>
                      <a:pt x="15518892" y="22098"/>
                    </a:moveTo>
                    <a:lnTo>
                      <a:pt x="0" y="22098"/>
                    </a:lnTo>
                    <a:lnTo>
                      <a:pt x="0" y="0"/>
                    </a:lnTo>
                    <a:lnTo>
                      <a:pt x="1551889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8440" bIns="-2844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4" name="Group 39"/>
            <p:cNvGrpSpPr/>
            <p:nvPr/>
          </p:nvGrpSpPr>
          <p:grpSpPr>
            <a:xfrm>
              <a:off x="1364760" y="10203120"/>
              <a:ext cx="11631600" cy="9000"/>
              <a:chOff x="1364760" y="10203120"/>
              <a:chExt cx="11631600" cy="9000"/>
            </a:xfrm>
          </p:grpSpPr>
          <p:sp>
            <p:nvSpPr>
              <p:cNvPr id="65" name="Freeform 40"/>
              <p:cNvSpPr/>
              <p:nvPr/>
            </p:nvSpPr>
            <p:spPr>
              <a:xfrm>
                <a:off x="1364760" y="10203120"/>
                <a:ext cx="11631600" cy="9000"/>
              </a:xfrm>
              <a:custGeom>
                <a:avLst/>
                <a:gdLst>
                  <a:gd name="textAreaLeft" fmla="*/ 0 w 11631600"/>
                  <a:gd name="textAreaRight" fmla="*/ 11639160 w 11631600"/>
                  <a:gd name="textAreaTop" fmla="*/ 0 h 9000"/>
                  <a:gd name="textAreaBottom" fmla="*/ 16560 h 9000"/>
                </a:gdLst>
                <a:ahLst/>
                <a:cxnLst/>
                <a:rect l="textAreaLeft" t="textAreaTop" r="textAreaRight" b="textAreaBottom"/>
                <a:pathLst>
                  <a:path w="15518892" h="22098">
                    <a:moveTo>
                      <a:pt x="15518892" y="22098"/>
                    </a:moveTo>
                    <a:lnTo>
                      <a:pt x="0" y="22098"/>
                    </a:lnTo>
                    <a:lnTo>
                      <a:pt x="0" y="0"/>
                    </a:lnTo>
                    <a:lnTo>
                      <a:pt x="1551889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8440" bIns="-2844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6" name="Group 41"/>
            <p:cNvGrpSpPr/>
            <p:nvPr/>
          </p:nvGrpSpPr>
          <p:grpSpPr>
            <a:xfrm>
              <a:off x="1542600" y="11009160"/>
              <a:ext cx="9000" cy="16398360"/>
              <a:chOff x="1542600" y="11009160"/>
              <a:chExt cx="9000" cy="16398360"/>
            </a:xfrm>
          </p:grpSpPr>
          <p:sp>
            <p:nvSpPr>
              <p:cNvPr id="67" name="Freeform 42"/>
              <p:cNvSpPr/>
              <p:nvPr/>
            </p:nvSpPr>
            <p:spPr>
              <a:xfrm>
                <a:off x="1542600" y="11009160"/>
                <a:ext cx="9000" cy="16398360"/>
              </a:xfrm>
              <a:custGeom>
                <a:avLst/>
                <a:gdLst>
                  <a:gd name="textAreaLeft" fmla="*/ 0 w 9000"/>
                  <a:gd name="textAreaRight" fmla="*/ 16560 w 9000"/>
                  <a:gd name="textAreaTop" fmla="*/ 0 h 16398360"/>
                  <a:gd name="textAreaBottom" fmla="*/ 16405920 h 16398360"/>
                </a:gdLst>
                <a:ahLst/>
                <a:cxnLst/>
                <a:rect l="textAreaLeft" t="textAreaTop" r="textAreaRight" b="textAreaBottom"/>
                <a:pathLst>
                  <a:path w="22098" h="21874607">
                    <a:moveTo>
                      <a:pt x="22098" y="0"/>
                    </a:moveTo>
                    <a:lnTo>
                      <a:pt x="22098" y="21874607"/>
                    </a:lnTo>
                    <a:lnTo>
                      <a:pt x="0" y="218746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" name="Freeform 43"/>
            <p:cNvSpPr/>
            <p:nvPr/>
          </p:nvSpPr>
          <p:spPr>
            <a:xfrm>
              <a:off x="1409400" y="10728000"/>
              <a:ext cx="275040" cy="275040"/>
            </a:xfrm>
            <a:custGeom>
              <a:avLst/>
              <a:gdLst>
                <a:gd name="textAreaLeft" fmla="*/ 0 w 275040"/>
                <a:gd name="textAreaRight" fmla="*/ 282600 w 275040"/>
                <a:gd name="textAreaTop" fmla="*/ 0 h 275040"/>
                <a:gd name="textAreaBottom" fmla="*/ 282600 h 275040"/>
              </a:gdLst>
              <a:ahLst/>
              <a:cxnLst/>
              <a:rect l="textAreaLeft" t="textAreaTop" r="textAreaRight" b="textAreaBottom"/>
              <a:pathLst>
                <a:path w="376796" h="376796">
                  <a:moveTo>
                    <a:pt x="0" y="0"/>
                  </a:moveTo>
                  <a:lnTo>
                    <a:pt x="376797" y="0"/>
                  </a:lnTo>
                  <a:lnTo>
                    <a:pt x="376797" y="376797"/>
                  </a:lnTo>
                  <a:lnTo>
                    <a:pt x="0" y="37679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Freeform 44"/>
            <p:cNvSpPr/>
            <p:nvPr/>
          </p:nvSpPr>
          <p:spPr>
            <a:xfrm>
              <a:off x="1409400" y="16876440"/>
              <a:ext cx="275040" cy="275040"/>
            </a:xfrm>
            <a:custGeom>
              <a:avLst/>
              <a:gdLst>
                <a:gd name="textAreaLeft" fmla="*/ 0 w 275040"/>
                <a:gd name="textAreaRight" fmla="*/ 282600 w 275040"/>
                <a:gd name="textAreaTop" fmla="*/ 0 h 275040"/>
                <a:gd name="textAreaBottom" fmla="*/ 282600 h 275040"/>
              </a:gdLst>
              <a:ahLst/>
              <a:cxnLst/>
              <a:rect l="textAreaLeft" t="textAreaTop" r="textAreaRight" b="textAreaBottom"/>
              <a:pathLst>
                <a:path w="376796" h="376796">
                  <a:moveTo>
                    <a:pt x="0" y="0"/>
                  </a:moveTo>
                  <a:lnTo>
                    <a:pt x="376797" y="0"/>
                  </a:lnTo>
                  <a:lnTo>
                    <a:pt x="376797" y="376797"/>
                  </a:lnTo>
                  <a:lnTo>
                    <a:pt x="0" y="37679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Freeform 45"/>
            <p:cNvSpPr/>
            <p:nvPr/>
          </p:nvSpPr>
          <p:spPr>
            <a:xfrm>
              <a:off x="1409400" y="23066280"/>
              <a:ext cx="275040" cy="275040"/>
            </a:xfrm>
            <a:custGeom>
              <a:avLst/>
              <a:gdLst>
                <a:gd name="textAreaLeft" fmla="*/ 0 w 275040"/>
                <a:gd name="textAreaRight" fmla="*/ 282600 w 275040"/>
                <a:gd name="textAreaTop" fmla="*/ 0 h 275040"/>
                <a:gd name="textAreaBottom" fmla="*/ 282600 h 275040"/>
              </a:gdLst>
              <a:ahLst/>
              <a:cxnLst/>
              <a:rect l="textAreaLeft" t="textAreaTop" r="textAreaRight" b="textAreaBottom"/>
              <a:pathLst>
                <a:path w="376796" h="376796">
                  <a:moveTo>
                    <a:pt x="0" y="0"/>
                  </a:moveTo>
                  <a:lnTo>
                    <a:pt x="376797" y="0"/>
                  </a:lnTo>
                  <a:lnTo>
                    <a:pt x="376797" y="376796"/>
                  </a:lnTo>
                  <a:lnTo>
                    <a:pt x="0" y="37679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eform 46"/>
            <p:cNvSpPr/>
            <p:nvPr/>
          </p:nvSpPr>
          <p:spPr>
            <a:xfrm>
              <a:off x="1409400" y="27413640"/>
              <a:ext cx="275040" cy="275040"/>
            </a:xfrm>
            <a:custGeom>
              <a:avLst/>
              <a:gdLst>
                <a:gd name="textAreaLeft" fmla="*/ 0 w 275040"/>
                <a:gd name="textAreaRight" fmla="*/ 282600 w 275040"/>
                <a:gd name="textAreaTop" fmla="*/ 0 h 275040"/>
                <a:gd name="textAreaBottom" fmla="*/ 282600 h 275040"/>
              </a:gdLst>
              <a:ahLst/>
              <a:cxnLst/>
              <a:rect l="textAreaLeft" t="textAreaTop" r="textAreaRight" b="textAreaBottom"/>
              <a:pathLst>
                <a:path w="376796" h="376796">
                  <a:moveTo>
                    <a:pt x="0" y="0"/>
                  </a:moveTo>
                  <a:lnTo>
                    <a:pt x="376797" y="0"/>
                  </a:lnTo>
                  <a:lnTo>
                    <a:pt x="376797" y="376796"/>
                  </a:lnTo>
                  <a:lnTo>
                    <a:pt x="0" y="37679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TextBox 47"/>
            <p:cNvSpPr/>
            <p:nvPr/>
          </p:nvSpPr>
          <p:spPr>
            <a:xfrm>
              <a:off x="1439640" y="4066200"/>
              <a:ext cx="11631240" cy="50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60"/>
                </a:lnSpc>
              </a:pPr>
              <a:r>
                <a:rPr lang="en-US" sz="3600" b="0" u="none" spc="221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{{title}}</a:t>
              </a: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48"/>
            <p:cNvSpPr/>
            <p:nvPr/>
          </p:nvSpPr>
          <p:spPr>
            <a:xfrm>
              <a:off x="1364400" y="900000"/>
              <a:ext cx="11049120" cy="125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9901"/>
                </a:lnSpc>
              </a:pPr>
              <a:r>
                <a:rPr lang="en-US" sz="7050" b="1" u="none" spc="547" strike="noStrike">
                  <a:solidFill>
                    <a:srgbClr val="c0504d"/>
                  </a:solidFill>
                  <a:effectLst/>
                  <a:uFillTx/>
                  <a:latin typeface="Poppins"/>
                  <a:ea typeface="Montserrat Bold"/>
                </a:rPr>
                <a:t>{{name}}</a:t>
              </a:r>
              <a:endParaRPr lang="es-AR" sz="7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Box 49"/>
            <p:cNvSpPr/>
            <p:nvPr/>
          </p:nvSpPr>
          <p:spPr>
            <a:xfrm>
              <a:off x="1409400" y="5212440"/>
              <a:ext cx="11631240" cy="461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just" defTabSz="914400">
                <a:lnSpc>
                  <a:spcPts val="4039"/>
                </a:lnSpc>
              </a:pPr>
              <a:r>
                <a:rPr lang="en-US" sz="2350" b="0" u="none" spc="45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{{about}}</a:t>
              </a:r>
              <a:endParaRPr lang="es-AR" sz="2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Box 50"/>
            <p:cNvSpPr/>
            <p:nvPr/>
          </p:nvSpPr>
          <p:spPr>
            <a:xfrm>
              <a:off x="1439640" y="9317160"/>
              <a:ext cx="8853480" cy="60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751"/>
                </a:lnSpc>
              </a:pPr>
              <a:r>
                <a:rPr lang="en-US" sz="34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Experiencia Laboral</a:t>
              </a:r>
              <a:endParaRPr lang="es-AR" sz="3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Box 51"/>
            <p:cNvSpPr/>
            <p:nvPr/>
          </p:nvSpPr>
          <p:spPr>
            <a:xfrm>
              <a:off x="2160000" y="10535400"/>
              <a:ext cx="10848600" cy="165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606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36080" indent="-258840" defTabSz="914400">
                <a:lnSpc>
                  <a:spcPts val="4232"/>
                </a:lnSpc>
                <a:tabLst>
                  <a:tab algn="l" pos="0"/>
                </a:tabLst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36080" indent="-258840" defTabSz="914400">
                <a:lnSpc>
                  <a:spcPts val="4232"/>
                </a:lnSpc>
                <a:tabLst>
                  <a:tab algn="l" pos="0"/>
                </a:tabLst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Box 52"/>
            <p:cNvSpPr/>
            <p:nvPr/>
          </p:nvSpPr>
          <p:spPr>
            <a:xfrm>
              <a:off x="2159280" y="10615680"/>
              <a:ext cx="10849320" cy="965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144"/>
                </a:lnSpc>
              </a:pPr>
              <a:r>
                <a:rPr lang="en-US" sz="26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{{exp_1_role}}  </a:t>
              </a:r>
              <a:r>
                <a:rPr lang="en-US" sz="260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{{exp_1_company}}</a:t>
              </a:r>
              <a:r>
                <a:rPr lang="en-US" sz="2600" b="1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 Bold"/>
                </a:rPr>
                <a:t>   </a:t>
              </a:r>
              <a:r>
                <a:rPr lang="en-US" sz="210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{{exp_1_dates}}</a:t>
              </a: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s-AR" sz="260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{{exp_1_bullets_block}} 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Box 54"/>
            <p:cNvSpPr/>
            <p:nvPr/>
          </p:nvSpPr>
          <p:spPr>
            <a:xfrm>
              <a:off x="10595160" y="10628640"/>
              <a:ext cx="3619800" cy="301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415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TextBox 59"/>
            <p:cNvSpPr/>
            <p:nvPr/>
          </p:nvSpPr>
          <p:spPr>
            <a:xfrm>
              <a:off x="2159280" y="17280000"/>
              <a:ext cx="10848600" cy="292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606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TextBox 1"/>
            <p:cNvSpPr/>
            <p:nvPr/>
          </p:nvSpPr>
          <p:spPr>
            <a:xfrm>
              <a:off x="15300000" y="768240"/>
              <a:ext cx="4857840" cy="553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 anchorCtr="1">
              <a:spAutoFit/>
            </a:bodyPr>
            <a:p>
              <a:pPr algn="ctr"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"/>
          <p:cNvSpPr/>
          <p:nvPr/>
        </p:nvSpPr>
        <p:spPr>
          <a:xfrm>
            <a:off x="15310440" y="900360"/>
            <a:ext cx="5217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4725440" y="12321720"/>
            <a:ext cx="5973120" cy="39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</a:pPr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30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 rot="6000">
            <a:off x="14579280" y="7308720"/>
            <a:ext cx="307908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Contacto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4" name="Group 6"/>
          <p:cNvGrpSpPr/>
          <p:nvPr/>
        </p:nvGrpSpPr>
        <p:grpSpPr>
          <a:xfrm>
            <a:off x="14740920" y="7884000"/>
            <a:ext cx="5058360" cy="16560"/>
            <a:chOff x="14740920" y="7884000"/>
            <a:chExt cx="5058360" cy="16560"/>
          </a:xfrm>
        </p:grpSpPr>
        <p:sp>
          <p:nvSpPr>
            <p:cNvPr id="85" name="Freeform 1"/>
            <p:cNvSpPr/>
            <p:nvPr/>
          </p:nvSpPr>
          <p:spPr>
            <a:xfrm>
              <a:off x="14747040" y="7890120"/>
              <a:ext cx="5045760" cy="3960"/>
            </a:xfrm>
            <a:custGeom>
              <a:avLst/>
              <a:gdLst>
                <a:gd name="textAreaLeft" fmla="*/ 0 w 5045760"/>
                <a:gd name="textAreaRight" fmla="*/ 5058360 w 5045760"/>
                <a:gd name="textAreaTop" fmla="*/ 0 h 3960"/>
                <a:gd name="textAreaBottom" fmla="*/ 16560 h 3960"/>
              </a:gdLst>
              <a:ahLst/>
              <a:cxnLst/>
              <a:rect l="textAreaLeft" t="textAreaTop" r="textAreaRight" b="textAreaBottom"/>
              <a:pathLst>
                <a:path w="6744462" h="22098">
                  <a:moveTo>
                    <a:pt x="6744462" y="22098"/>
                  </a:moveTo>
                  <a:lnTo>
                    <a:pt x="0" y="22098"/>
                  </a:lnTo>
                  <a:lnTo>
                    <a:pt x="0" y="0"/>
                  </a:lnTo>
                  <a:lnTo>
                    <a:pt x="6744462" y="0"/>
                  </a:lnTo>
                  <a:close/>
                </a:path>
              </a:pathLst>
            </a:custGeom>
            <a:solidFill>
              <a:srgbClr val="543f3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8440" bIns="-284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Freeform 2"/>
            <p:cNvSpPr/>
            <p:nvPr/>
          </p:nvSpPr>
          <p:spPr>
            <a:xfrm>
              <a:off x="14740920" y="7884000"/>
              <a:ext cx="5058360" cy="16560"/>
            </a:xfrm>
            <a:custGeom>
              <a:avLst/>
              <a:gdLst>
                <a:gd name="textAreaLeft" fmla="*/ 0 w 5058360"/>
                <a:gd name="textAreaRight" fmla="*/ 5070960 w 5058360"/>
                <a:gd name="textAreaTop" fmla="*/ 0 h 16560"/>
                <a:gd name="textAreaBottom" fmla="*/ 29160 h 16560"/>
              </a:gdLst>
              <a:ahLst/>
              <a:cxnLst/>
              <a:rect l="textAreaLeft" t="textAreaTop" r="textAreaRight" b="textAreaBottom"/>
              <a:pathLst>
                <a:path w="6761480" h="39116">
                  <a:moveTo>
                    <a:pt x="6752971" y="38989"/>
                  </a:moveTo>
                  <a:lnTo>
                    <a:pt x="8509" y="38989"/>
                  </a:lnTo>
                  <a:cubicBezTo>
                    <a:pt x="3810" y="38989"/>
                    <a:pt x="0" y="35179"/>
                    <a:pt x="0" y="3060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lnTo>
                    <a:pt x="6752971" y="0"/>
                  </a:lnTo>
                  <a:cubicBezTo>
                    <a:pt x="6757670" y="0"/>
                    <a:pt x="6761480" y="3810"/>
                    <a:pt x="6761480" y="8509"/>
                  </a:cubicBezTo>
                  <a:lnTo>
                    <a:pt x="6761480" y="30607"/>
                  </a:lnTo>
                  <a:cubicBezTo>
                    <a:pt x="6761480" y="35306"/>
                    <a:pt x="6757670" y="39116"/>
                    <a:pt x="6752971" y="39116"/>
                  </a:cubicBezTo>
                  <a:moveTo>
                    <a:pt x="6752971" y="22225"/>
                  </a:moveTo>
                  <a:lnTo>
                    <a:pt x="6752971" y="30734"/>
                  </a:lnTo>
                  <a:lnTo>
                    <a:pt x="6744462" y="30734"/>
                  </a:lnTo>
                  <a:lnTo>
                    <a:pt x="6744462" y="8509"/>
                  </a:lnTo>
                  <a:lnTo>
                    <a:pt x="6752971" y="8509"/>
                  </a:lnTo>
                  <a:lnTo>
                    <a:pt x="6752971" y="17018"/>
                  </a:lnTo>
                  <a:lnTo>
                    <a:pt x="8509" y="17018"/>
                  </a:lnTo>
                  <a:lnTo>
                    <a:pt x="8509" y="8509"/>
                  </a:lnTo>
                  <a:lnTo>
                    <a:pt x="17018" y="8509"/>
                  </a:lnTo>
                  <a:lnTo>
                    <a:pt x="17018" y="30607"/>
                  </a:lnTo>
                  <a:lnTo>
                    <a:pt x="8509" y="30607"/>
                  </a:lnTo>
                  <a:lnTo>
                    <a:pt x="8509" y="22098"/>
                  </a:lnTo>
                  <a:lnTo>
                    <a:pt x="6752971" y="22098"/>
                  </a:lnTo>
                  <a:close/>
                </a:path>
              </a:pathLst>
            </a:custGeom>
            <a:solidFill>
              <a:srgbClr val="543f3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5840" bIns="-158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7" name="TextBox 18"/>
          <p:cNvSpPr/>
          <p:nvPr/>
        </p:nvSpPr>
        <p:spPr>
          <a:xfrm>
            <a:off x="15604920" y="8339040"/>
            <a:ext cx="399384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8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7"/>
          <p:cNvSpPr/>
          <p:nvPr/>
        </p:nvSpPr>
        <p:spPr>
          <a:xfrm>
            <a:off x="15604920" y="9059040"/>
            <a:ext cx="324540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8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Licencia de conducir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9"/>
          <p:cNvSpPr/>
          <p:nvPr/>
        </p:nvSpPr>
        <p:spPr>
          <a:xfrm>
            <a:off x="15604920" y="9952200"/>
            <a:ext cx="384048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8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+{{contact_phone}}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5604920" y="10665720"/>
            <a:ext cx="527472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{{contact_location}}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Freeform 9"/>
          <p:cNvSpPr/>
          <p:nvPr/>
        </p:nvSpPr>
        <p:spPr>
          <a:xfrm>
            <a:off x="14824800" y="8262360"/>
            <a:ext cx="600120" cy="550440"/>
          </a:xfrm>
          <a:custGeom>
            <a:avLst/>
            <a:gdLst>
              <a:gd name="textAreaLeft" fmla="*/ 0 w 600120"/>
              <a:gd name="textAreaRight" fmla="*/ 611280 w 600120"/>
              <a:gd name="textAreaTop" fmla="*/ 0 h 550440"/>
              <a:gd name="textAreaBottom" fmla="*/ 560880 h 550440"/>
            </a:gdLst>
            <a:ahLst/>
            <a:cxnLst/>
            <a:rect l="textAreaLeft" t="textAreaTop" r="textAreaRight" b="textAreaBottom"/>
            <a:pathLst>
              <a:path w="924484" h="924484">
                <a:moveTo>
                  <a:pt x="0" y="0"/>
                </a:moveTo>
                <a:lnTo>
                  <a:pt x="924483" y="0"/>
                </a:lnTo>
                <a:lnTo>
                  <a:pt x="924483" y="924483"/>
                </a:lnTo>
                <a:lnTo>
                  <a:pt x="0" y="92448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Freeform 10"/>
          <p:cNvSpPr/>
          <p:nvPr/>
        </p:nvSpPr>
        <p:spPr>
          <a:xfrm>
            <a:off x="14824800" y="9047160"/>
            <a:ext cx="600120" cy="550800"/>
          </a:xfrm>
          <a:custGeom>
            <a:avLst/>
            <a:gdLst>
              <a:gd name="textAreaLeft" fmla="*/ 0 w 600120"/>
              <a:gd name="textAreaRight" fmla="*/ 611280 w 600120"/>
              <a:gd name="textAreaTop" fmla="*/ 0 h 550800"/>
              <a:gd name="textAreaBottom" fmla="*/ 561240 h 550800"/>
            </a:gdLst>
            <a:ahLst/>
            <a:cxnLst/>
            <a:rect l="textAreaLeft" t="textAreaTop" r="textAreaRight" b="textAreaBottom"/>
            <a:pathLst>
              <a:path w="924484" h="924484">
                <a:moveTo>
                  <a:pt x="0" y="0"/>
                </a:moveTo>
                <a:lnTo>
                  <a:pt x="924483" y="0"/>
                </a:lnTo>
                <a:lnTo>
                  <a:pt x="924483" y="924484"/>
                </a:lnTo>
                <a:lnTo>
                  <a:pt x="0" y="9244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Freeform 11"/>
          <p:cNvSpPr/>
          <p:nvPr/>
        </p:nvSpPr>
        <p:spPr>
          <a:xfrm>
            <a:off x="14979600" y="8451000"/>
            <a:ext cx="297720" cy="207000"/>
          </a:xfrm>
          <a:custGeom>
            <a:avLst/>
            <a:gdLst>
              <a:gd name="textAreaLeft" fmla="*/ 0 w 297720"/>
              <a:gd name="textAreaRight" fmla="*/ 308880 w 297720"/>
              <a:gd name="textAreaTop" fmla="*/ 0 h 207000"/>
              <a:gd name="textAreaBottom" fmla="*/ 217440 h 207000"/>
            </a:gdLst>
            <a:ahLst/>
            <a:cxnLst/>
            <a:rect l="textAreaLeft" t="textAreaTop" r="textAreaRight" b="textAreaBottom"/>
            <a:pathLst>
              <a:path w="467042" h="358559">
                <a:moveTo>
                  <a:pt x="0" y="0"/>
                </a:moveTo>
                <a:lnTo>
                  <a:pt x="467043" y="0"/>
                </a:lnTo>
                <a:lnTo>
                  <a:pt x="467043" y="358560"/>
                </a:lnTo>
                <a:lnTo>
                  <a:pt x="0" y="35856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Freeform 12"/>
          <p:cNvSpPr/>
          <p:nvPr/>
        </p:nvSpPr>
        <p:spPr>
          <a:xfrm>
            <a:off x="14833080" y="9828000"/>
            <a:ext cx="600120" cy="550800"/>
          </a:xfrm>
          <a:custGeom>
            <a:avLst/>
            <a:gdLst>
              <a:gd name="textAreaLeft" fmla="*/ 0 w 600120"/>
              <a:gd name="textAreaRight" fmla="*/ 611280 w 600120"/>
              <a:gd name="textAreaTop" fmla="*/ 0 h 550800"/>
              <a:gd name="textAreaBottom" fmla="*/ 561240 h 550800"/>
            </a:gdLst>
            <a:ahLst/>
            <a:cxnLst/>
            <a:rect l="textAreaLeft" t="textAreaTop" r="textAreaRight" b="textAreaBottom"/>
            <a:pathLst>
              <a:path w="924484" h="924484">
                <a:moveTo>
                  <a:pt x="0" y="0"/>
                </a:moveTo>
                <a:lnTo>
                  <a:pt x="924484" y="0"/>
                </a:lnTo>
                <a:lnTo>
                  <a:pt x="924484" y="924484"/>
                </a:lnTo>
                <a:lnTo>
                  <a:pt x="0" y="9244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Freeform 13"/>
          <p:cNvSpPr/>
          <p:nvPr/>
        </p:nvSpPr>
        <p:spPr>
          <a:xfrm>
            <a:off x="14833080" y="10608840"/>
            <a:ext cx="600120" cy="550440"/>
          </a:xfrm>
          <a:custGeom>
            <a:avLst/>
            <a:gdLst>
              <a:gd name="textAreaLeft" fmla="*/ 0 w 600120"/>
              <a:gd name="textAreaRight" fmla="*/ 611280 w 600120"/>
              <a:gd name="textAreaTop" fmla="*/ 0 h 550440"/>
              <a:gd name="textAreaBottom" fmla="*/ 560880 h 550440"/>
            </a:gdLst>
            <a:ahLst/>
            <a:cxnLst/>
            <a:rect l="textAreaLeft" t="textAreaTop" r="textAreaRight" b="textAreaBottom"/>
            <a:pathLst>
              <a:path w="924484" h="924484">
                <a:moveTo>
                  <a:pt x="0" y="0"/>
                </a:moveTo>
                <a:lnTo>
                  <a:pt x="924484" y="0"/>
                </a:lnTo>
                <a:lnTo>
                  <a:pt x="924484" y="924484"/>
                </a:lnTo>
                <a:lnTo>
                  <a:pt x="0" y="9244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Freeform 14"/>
          <p:cNvSpPr/>
          <p:nvPr/>
        </p:nvSpPr>
        <p:spPr>
          <a:xfrm>
            <a:off x="15027120" y="9970200"/>
            <a:ext cx="207720" cy="265680"/>
          </a:xfrm>
          <a:custGeom>
            <a:avLst/>
            <a:gdLst>
              <a:gd name="textAreaLeft" fmla="*/ 0 w 207720"/>
              <a:gd name="textAreaRight" fmla="*/ 218880 w 207720"/>
              <a:gd name="textAreaTop" fmla="*/ 0 h 265680"/>
              <a:gd name="textAreaBottom" fmla="*/ 276120 h 265680"/>
            </a:gdLst>
            <a:ahLst/>
            <a:cxnLst/>
            <a:rect l="textAreaLeft" t="textAreaTop" r="textAreaRight" b="textAreaBottom"/>
            <a:pathLst>
              <a:path w="331203" h="455041">
                <a:moveTo>
                  <a:pt x="0" y="0"/>
                </a:moveTo>
                <a:lnTo>
                  <a:pt x="331203" y="0"/>
                </a:lnTo>
                <a:lnTo>
                  <a:pt x="331203" y="455041"/>
                </a:lnTo>
                <a:lnTo>
                  <a:pt x="0" y="45504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Freeform 15"/>
          <p:cNvSpPr/>
          <p:nvPr/>
        </p:nvSpPr>
        <p:spPr>
          <a:xfrm>
            <a:off x="14979600" y="10751760"/>
            <a:ext cx="306720" cy="281160"/>
          </a:xfrm>
          <a:custGeom>
            <a:avLst/>
            <a:gdLst>
              <a:gd name="textAreaLeft" fmla="*/ 0 w 306720"/>
              <a:gd name="textAreaRight" fmla="*/ 317880 w 306720"/>
              <a:gd name="textAreaTop" fmla="*/ 0 h 281160"/>
              <a:gd name="textAreaBottom" fmla="*/ 291600 h 281160"/>
            </a:gdLst>
            <a:ahLst/>
            <a:cxnLst/>
            <a:rect l="textAreaLeft" t="textAreaTop" r="textAreaRight" b="textAreaBottom"/>
            <a:pathLst>
              <a:path w="480479" h="480479">
                <a:moveTo>
                  <a:pt x="0" y="0"/>
                </a:moveTo>
                <a:lnTo>
                  <a:pt x="480479" y="0"/>
                </a:lnTo>
                <a:lnTo>
                  <a:pt x="480479" y="480479"/>
                </a:lnTo>
                <a:lnTo>
                  <a:pt x="0" y="4804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Freeform 16"/>
          <p:cNvSpPr/>
          <p:nvPr/>
        </p:nvSpPr>
        <p:spPr>
          <a:xfrm>
            <a:off x="14942160" y="9190800"/>
            <a:ext cx="381960" cy="276120"/>
          </a:xfrm>
          <a:custGeom>
            <a:avLst/>
            <a:gdLst>
              <a:gd name="textAreaLeft" fmla="*/ 0 w 381960"/>
              <a:gd name="textAreaRight" fmla="*/ 393120 w 381960"/>
              <a:gd name="textAreaTop" fmla="*/ 0 h 276120"/>
              <a:gd name="textAreaBottom" fmla="*/ 286560 h 276120"/>
            </a:gdLst>
            <a:ahLst/>
            <a:cxnLst/>
            <a:rect l="textAreaLeft" t="textAreaTop" r="textAreaRight" b="textAreaBottom"/>
            <a:pathLst>
              <a:path w="594246" h="472796">
                <a:moveTo>
                  <a:pt x="0" y="0"/>
                </a:moveTo>
                <a:lnTo>
                  <a:pt x="594246" y="0"/>
                </a:lnTo>
                <a:lnTo>
                  <a:pt x="594246" y="472795"/>
                </a:lnTo>
                <a:lnTo>
                  <a:pt x="0" y="4727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DAG9BWUorPU</dc:identifier>
  <dc:language>es-AR</dc:language>
  <cp:lastModifiedBy/>
  <dcterms:modified xsi:type="dcterms:W3CDTF">2026-01-14T15:47:38Z</dcterms:modified>
  <cp:revision>22</cp:revision>
  <dc:subject/>
  <dc:title>Template_2_moderno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