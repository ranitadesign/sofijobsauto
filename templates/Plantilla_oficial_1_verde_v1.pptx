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Lato"/>
      <p:regular r:id="rId5"/>
      <p:bold r:id="rId5"/>
    </p:embeddedFont>
    <p:embeddedFont>
      <p:font typeface="Microsoft YaHei"/>
      <p:regular r:id="rId6"/>
    </p:embeddedFont>
    <p:embeddedFont>
      <p:font typeface="Montserrat"/>
      <p:regular r:id="rId7"/>
      <p:bold r:id="rId7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Lato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72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0E63D2-D32F-4430-9B00-216AA3E374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520" cy="135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520" cy="148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55214A3-E819-4D51-87F7-F961C96131C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60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60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5DC7C25-8971-42FF-AF96-D75E85E685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400" cy="62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400" cy="39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840" cy="62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840" cy="39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8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07AFFBF-51A0-4BFA-84DA-17CEB59B853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94B0FEA-2EE3-4912-863D-8CEDFF080B3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656F511-01A7-483B-BB0C-10F12A38982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6280" cy="115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76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6280" cy="467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245285B-E525-42DB-A9F2-90D2467CF3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520" cy="55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520" cy="4102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520" cy="79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E62614-5370-47E0-981D-469F0275312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520" cy="145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6EC420B-31C2-4565-A205-8E4E1A6ED8D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72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3468D83-A434-453B-9655-ADF4382A996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52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04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E689E77-8790-4EE9-A8B0-DB8F078DDB0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4222520" y="0"/>
            <a:ext cx="7157520" cy="30252600"/>
            <a:chOff x="14222520" y="0"/>
            <a:chExt cx="7157520" cy="30252600"/>
          </a:xfrm>
        </p:grpSpPr>
        <p:sp>
          <p:nvSpPr>
            <p:cNvPr id="60" name="Freeform 3"/>
            <p:cNvSpPr/>
            <p:nvPr/>
          </p:nvSpPr>
          <p:spPr>
            <a:xfrm>
              <a:off x="14222520" y="0"/>
              <a:ext cx="7157520" cy="30252600"/>
            </a:xfrm>
            <a:custGeom>
              <a:avLst/>
              <a:gdLst>
                <a:gd name="textAreaLeft" fmla="*/ 0 w 7157520"/>
                <a:gd name="textAreaRight" fmla="*/ 7169400 w 7157520"/>
                <a:gd name="textAreaTop" fmla="*/ 0 h 30252600"/>
                <a:gd name="textAreaBottom" fmla="*/ 30264480 h 30252600"/>
              </a:gdLst>
              <a:ahLst/>
              <a:cxnLst/>
              <a:rect l="textAreaLeft" t="textAreaTop" r="textAreaRight" b="textAreaBottom"/>
              <a:pathLst>
                <a:path w="9559163" h="40352600">
                  <a:moveTo>
                    <a:pt x="0" y="0"/>
                  </a:moveTo>
                  <a:lnTo>
                    <a:pt x="9559163" y="0"/>
                  </a:lnTo>
                  <a:lnTo>
                    <a:pt x="9559163" y="40352600"/>
                  </a:lnTo>
                  <a:lnTo>
                    <a:pt x="0" y="4035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36"/>
          <p:cNvGrpSpPr/>
          <p:nvPr/>
        </p:nvGrpSpPr>
        <p:grpSpPr>
          <a:xfrm>
            <a:off x="1134000" y="756000"/>
            <a:ext cx="19019520" cy="26050320"/>
            <a:chOff x="1134000" y="756000"/>
            <a:chExt cx="19019520" cy="26050320"/>
          </a:xfrm>
        </p:grpSpPr>
        <p:grpSp>
          <p:nvGrpSpPr>
            <p:cNvPr id="62" name="Group 37"/>
            <p:cNvGrpSpPr/>
            <p:nvPr/>
          </p:nvGrpSpPr>
          <p:grpSpPr>
            <a:xfrm>
              <a:off x="1391400" y="5034600"/>
              <a:ext cx="11627280" cy="4680"/>
              <a:chOff x="1391400" y="5034600"/>
              <a:chExt cx="11627280" cy="4680"/>
            </a:xfrm>
          </p:grpSpPr>
          <p:sp>
            <p:nvSpPr>
              <p:cNvPr id="63" name="Freeform 38"/>
              <p:cNvSpPr/>
              <p:nvPr/>
            </p:nvSpPr>
            <p:spPr>
              <a:xfrm>
                <a:off x="1391400" y="5034600"/>
                <a:ext cx="11627280" cy="4680"/>
              </a:xfrm>
              <a:custGeom>
                <a:avLst/>
                <a:gdLst>
                  <a:gd name="textAreaLeft" fmla="*/ 0 w 11627280"/>
                  <a:gd name="textAreaRight" fmla="*/ 11639160 w 11627280"/>
                  <a:gd name="textAreaTop" fmla="*/ 0 h 4680"/>
                  <a:gd name="textAreaBottom" fmla="*/ 16560 h 468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64" name="Group 39"/>
            <p:cNvGrpSpPr/>
            <p:nvPr/>
          </p:nvGrpSpPr>
          <p:grpSpPr>
            <a:xfrm>
              <a:off x="1364760" y="10190880"/>
              <a:ext cx="11627280" cy="4680"/>
              <a:chOff x="1364760" y="10190880"/>
              <a:chExt cx="11627280" cy="4680"/>
            </a:xfrm>
          </p:grpSpPr>
          <p:sp>
            <p:nvSpPr>
              <p:cNvPr id="65" name="Freeform 40"/>
              <p:cNvSpPr/>
              <p:nvPr/>
            </p:nvSpPr>
            <p:spPr>
              <a:xfrm>
                <a:off x="1364760" y="10190880"/>
                <a:ext cx="11627280" cy="4680"/>
              </a:xfrm>
              <a:custGeom>
                <a:avLst/>
                <a:gdLst>
                  <a:gd name="textAreaLeft" fmla="*/ 0 w 11627280"/>
                  <a:gd name="textAreaRight" fmla="*/ 11639160 w 11627280"/>
                  <a:gd name="textAreaTop" fmla="*/ 0 h 4680"/>
                  <a:gd name="textAreaBottom" fmla="*/ 16560 h 468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66" name="Group 41"/>
            <p:cNvGrpSpPr/>
            <p:nvPr/>
          </p:nvGrpSpPr>
          <p:grpSpPr>
            <a:xfrm>
              <a:off x="1260000" y="10412280"/>
              <a:ext cx="4680" cy="16394040"/>
              <a:chOff x="1260000" y="10412280"/>
              <a:chExt cx="4680" cy="16394040"/>
            </a:xfrm>
          </p:grpSpPr>
          <p:sp>
            <p:nvSpPr>
              <p:cNvPr id="67" name="Freeform 42"/>
              <p:cNvSpPr/>
              <p:nvPr/>
            </p:nvSpPr>
            <p:spPr>
              <a:xfrm>
                <a:off x="1260000" y="10412280"/>
                <a:ext cx="4680" cy="16394040"/>
              </a:xfrm>
              <a:custGeom>
                <a:avLst/>
                <a:gdLst>
                  <a:gd name="textAreaLeft" fmla="*/ 0 w 4680"/>
                  <a:gd name="textAreaRight" fmla="*/ 16560 w 4680"/>
                  <a:gd name="textAreaTop" fmla="*/ 0 h 16394040"/>
                  <a:gd name="textAreaBottom" fmla="*/ 16405920 h 16394040"/>
                </a:gdLst>
                <a:ahLst/>
                <a:cxnLst/>
                <a:rect l="textAreaLeft" t="textAreaTop" r="textAreaRight" b="textAreaBottom"/>
                <a:pathLst>
                  <a:path w="22098" h="21874607">
                    <a:moveTo>
                      <a:pt x="22098" y="0"/>
                    </a:moveTo>
                    <a:lnTo>
                      <a:pt x="22098" y="21874607"/>
                    </a:lnTo>
                    <a:lnTo>
                      <a:pt x="0" y="2187460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8" name="TextBox 47"/>
            <p:cNvSpPr/>
            <p:nvPr/>
          </p:nvSpPr>
          <p:spPr>
            <a:xfrm>
              <a:off x="1439640" y="4053960"/>
              <a:ext cx="11626920" cy="501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49"/>
            <p:cNvSpPr/>
            <p:nvPr/>
          </p:nvSpPr>
          <p:spPr>
            <a:xfrm>
              <a:off x="1409400" y="5200200"/>
              <a:ext cx="11626920" cy="4616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4039"/>
                </a:lnSpc>
              </a:pPr>
              <a:r>
                <a:rPr lang="en-US" sz="2350" b="0" u="none" spc="45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{{about}}</a:t>
              </a:r>
              <a:endParaRPr lang="es-AR" sz="2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TextBox 50"/>
            <p:cNvSpPr/>
            <p:nvPr/>
          </p:nvSpPr>
          <p:spPr>
            <a:xfrm>
              <a:off x="1439640" y="9304920"/>
              <a:ext cx="8849160" cy="60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751"/>
                </a:lnSpc>
              </a:pPr>
              <a:r>
                <a:rPr lang="en-US" sz="3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Experiencia Laboral</a:t>
              </a:r>
              <a:endParaRPr lang="es-AR" sz="3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TextBox 51"/>
            <p:cNvSpPr/>
            <p:nvPr/>
          </p:nvSpPr>
          <p:spPr>
            <a:xfrm>
              <a:off x="2160000" y="10523160"/>
              <a:ext cx="10844280" cy="1659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606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36080" indent="-258840" defTabSz="914400">
                <a:lnSpc>
                  <a:spcPts val="4232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36080" indent="-258840" defTabSz="914400">
                <a:lnSpc>
                  <a:spcPts val="4232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TextBox 52"/>
            <p:cNvSpPr/>
            <p:nvPr/>
          </p:nvSpPr>
          <p:spPr>
            <a:xfrm>
              <a:off x="1134000" y="10316880"/>
              <a:ext cx="10845000" cy="10050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marL="216000" indent="-216000" defTabSz="914400">
                <a:lnSpc>
                  <a:spcPts val="3144"/>
                </a:lnSpc>
                <a:buSzPct val="231348"/>
                <a:buBlip>
                  <a:blip r:embed="rId1"/>
                </a:buBlip>
              </a:pPr>
              <a:r>
                <a:rPr lang="en-US" sz="1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[[EXPERIENCE_BLOCK]]</a:t>
              </a:r>
              <a:endParaRPr lang="es-AR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24942"/>
                <a:buBlip>
                  <a:blip r:embed="rId2"/>
                </a:buBlip>
              </a:pP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{{exp_1_role}}  </a:t>
              </a:r>
              <a:r>
                <a:rPr lang="en-US" sz="26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{{exp_1_company}}</a:t>
              </a:r>
              <a:r>
                <a:rPr lang="en-US" sz="2600" b="1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 Bold"/>
                </a:rPr>
                <a:t> 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{{exp_1_dates}}</a:t>
              </a: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144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6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{{exp_1_bullets_block}} 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144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144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144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144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144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14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54"/>
            <p:cNvSpPr/>
            <p:nvPr/>
          </p:nvSpPr>
          <p:spPr>
            <a:xfrm>
              <a:off x="10595160" y="10616400"/>
              <a:ext cx="3615480" cy="297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59"/>
            <p:cNvSpPr/>
            <p:nvPr/>
          </p:nvSpPr>
          <p:spPr>
            <a:xfrm>
              <a:off x="2159280" y="17267760"/>
              <a:ext cx="10844280" cy="2916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60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TextBox 1"/>
            <p:cNvSpPr/>
            <p:nvPr/>
          </p:nvSpPr>
          <p:spPr>
            <a:xfrm>
              <a:off x="15300000" y="756000"/>
              <a:ext cx="4853520" cy="553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 anchorCtr="1">
              <a:spAutoFit/>
            </a:bodyPr>
            <a:p>
              <a:pPr algn="ctr"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TextBox 48"/>
            <p:cNvSpPr/>
            <p:nvPr/>
          </p:nvSpPr>
          <p:spPr>
            <a:xfrm>
              <a:off x="1364400" y="887760"/>
              <a:ext cx="11043360" cy="190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9901"/>
                </a:lnSpc>
              </a:pPr>
              <a:r>
                <a:rPr lang="en-US" sz="7050" b="1" u="none" spc="547" strike="noStrike">
                  <a:solidFill>
                    <a:srgbClr val="c0504d"/>
                  </a:solidFill>
                  <a:effectLst/>
                  <a:uFillTx/>
                  <a:latin typeface="Poppins"/>
                  <a:ea typeface="Montserrat Bold"/>
                </a:rPr>
                <a:t>{{name}}</a:t>
              </a:r>
              <a:endParaRPr lang="es-AR" sz="70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102"/>
                </a:lnSpc>
              </a:pPr>
              <a:r>
                <a:rPr lang="en-US" sz="3600" b="0" u="none" spc="221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{{title}}</a:t>
              </a: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"/>
          <p:cNvSpPr/>
          <p:nvPr/>
        </p:nvSpPr>
        <p:spPr>
          <a:xfrm>
            <a:off x="15310440" y="900360"/>
            <a:ext cx="521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14580000" y="6660360"/>
            <a:ext cx="6331680" cy="465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15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[[SIDEBAR_BLOCK]]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969"/>
              </a:lnSpc>
            </a:pPr>
            <a:r>
              <a:rPr lang="es-AR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DAG9BWUorPU</dc:identifier>
  <dc:language>es-AR</dc:language>
  <cp:lastModifiedBy/>
  <dcterms:modified xsi:type="dcterms:W3CDTF">2026-03-05T00:54:15Z</dcterms:modified>
  <cp:revision>34</cp:revision>
  <dc:subject/>
  <dc:title>Template_2_moderno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