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ontserrat Bold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9F159B-FCEB-4A2C-AC46-7FDBE13927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D0BBC8-659A-453E-AE11-152D149CE8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4CD094-11A3-4906-824A-401181B6A1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1CD65E-2027-41CE-A36E-DF89A3F449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8193A5-8302-4190-822F-6850384132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F66377-997A-4749-BB74-E709262CC2D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E6EEA7-E36E-4563-B982-2E8AC6DF48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D8DCD7-41F1-4EA7-BF62-8B7DDD0430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FB2D6D-AED4-4691-B0AC-6F8D4A30BC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4C389C7-75A5-40FB-AC13-BED566BB38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996F98-EC38-4162-8ED1-94E194165E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22520" y="0"/>
            <a:ext cx="7157880" cy="30252960"/>
            <a:chOff x="14222520" y="0"/>
            <a:chExt cx="7157880" cy="30252960"/>
          </a:xfrm>
        </p:grpSpPr>
        <p:sp>
          <p:nvSpPr>
            <p:cNvPr id="60" name="Freeform 3"/>
            <p:cNvSpPr/>
            <p:nvPr/>
          </p:nvSpPr>
          <p:spPr>
            <a:xfrm>
              <a:off x="14222520" y="0"/>
              <a:ext cx="7157880" cy="30252960"/>
            </a:xfrm>
            <a:custGeom>
              <a:avLst/>
              <a:gdLst>
                <a:gd name="textAreaLeft" fmla="*/ 0 w 7157880"/>
                <a:gd name="textAreaRight" fmla="*/ 7169400 w 7157880"/>
                <a:gd name="textAreaTop" fmla="*/ 0 h 30252960"/>
                <a:gd name="textAreaBottom" fmla="*/ 30264480 h 30252960"/>
              </a:gdLst>
              <a:ahLst/>
              <a:cxnLst/>
              <a:rect l="textAreaLeft" t="textAreaTop" r="textAreaRight" b="textAreaBottom"/>
              <a:pathLst>
                <a:path w="9559163" h="40352600">
                  <a:moveTo>
                    <a:pt x="0" y="0"/>
                  </a:moveTo>
                  <a:lnTo>
                    <a:pt x="9559163" y="0"/>
                  </a:lnTo>
                  <a:lnTo>
                    <a:pt x="9559163" y="40352600"/>
                  </a:lnTo>
                  <a:lnTo>
                    <a:pt x="0" y="4035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36"/>
          <p:cNvGrpSpPr/>
          <p:nvPr/>
        </p:nvGrpSpPr>
        <p:grpSpPr>
          <a:xfrm>
            <a:off x="1134000" y="756000"/>
            <a:ext cx="19019880" cy="26050680"/>
            <a:chOff x="1134000" y="756000"/>
            <a:chExt cx="19019880" cy="26050680"/>
          </a:xfrm>
        </p:grpSpPr>
        <p:grpSp>
          <p:nvGrpSpPr>
            <p:cNvPr id="62" name="Group 37"/>
            <p:cNvGrpSpPr/>
            <p:nvPr/>
          </p:nvGrpSpPr>
          <p:grpSpPr>
            <a:xfrm>
              <a:off x="1391400" y="5034600"/>
              <a:ext cx="11627640" cy="5040"/>
              <a:chOff x="1391400" y="5034600"/>
              <a:chExt cx="11627640" cy="5040"/>
            </a:xfrm>
          </p:grpSpPr>
          <p:sp>
            <p:nvSpPr>
              <p:cNvPr id="63" name="Freeform 38"/>
              <p:cNvSpPr/>
              <p:nvPr/>
            </p:nvSpPr>
            <p:spPr>
              <a:xfrm>
                <a:off x="1391400" y="5034600"/>
                <a:ext cx="11627640" cy="5040"/>
              </a:xfrm>
              <a:custGeom>
                <a:avLst/>
                <a:gdLst>
                  <a:gd name="textAreaLeft" fmla="*/ 0 w 11627640"/>
                  <a:gd name="textAreaRight" fmla="*/ 11639160 w 11627640"/>
                  <a:gd name="textAreaTop" fmla="*/ 0 h 5040"/>
                  <a:gd name="textAreaBottom" fmla="*/ 16560 h 504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4" name="Group 39"/>
            <p:cNvGrpSpPr/>
            <p:nvPr/>
          </p:nvGrpSpPr>
          <p:grpSpPr>
            <a:xfrm>
              <a:off x="1364760" y="10190880"/>
              <a:ext cx="11627640" cy="5040"/>
              <a:chOff x="1364760" y="10190880"/>
              <a:chExt cx="11627640" cy="5040"/>
            </a:xfrm>
          </p:grpSpPr>
          <p:sp>
            <p:nvSpPr>
              <p:cNvPr id="65" name="Freeform 40"/>
              <p:cNvSpPr/>
              <p:nvPr/>
            </p:nvSpPr>
            <p:spPr>
              <a:xfrm>
                <a:off x="1364760" y="10190880"/>
                <a:ext cx="11627640" cy="5040"/>
              </a:xfrm>
              <a:custGeom>
                <a:avLst/>
                <a:gdLst>
                  <a:gd name="textAreaLeft" fmla="*/ 0 w 11627640"/>
                  <a:gd name="textAreaRight" fmla="*/ 11639160 w 11627640"/>
                  <a:gd name="textAreaTop" fmla="*/ 0 h 5040"/>
                  <a:gd name="textAreaBottom" fmla="*/ 16560 h 504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6" name="Group 41"/>
            <p:cNvGrpSpPr/>
            <p:nvPr/>
          </p:nvGrpSpPr>
          <p:grpSpPr>
            <a:xfrm>
              <a:off x="1260000" y="10412280"/>
              <a:ext cx="5040" cy="16394400"/>
              <a:chOff x="1260000" y="10412280"/>
              <a:chExt cx="5040" cy="16394400"/>
            </a:xfrm>
          </p:grpSpPr>
          <p:sp>
            <p:nvSpPr>
              <p:cNvPr id="67" name="Freeform 42"/>
              <p:cNvSpPr/>
              <p:nvPr/>
            </p:nvSpPr>
            <p:spPr>
              <a:xfrm>
                <a:off x="1260000" y="10412280"/>
                <a:ext cx="5040" cy="16394400"/>
              </a:xfrm>
              <a:custGeom>
                <a:avLst/>
                <a:gdLst>
                  <a:gd name="textAreaLeft" fmla="*/ 0 w 5040"/>
                  <a:gd name="textAreaRight" fmla="*/ 16560 w 5040"/>
                  <a:gd name="textAreaTop" fmla="*/ 0 h 16394400"/>
                  <a:gd name="textAreaBottom" fmla="*/ 16405920 h 16394400"/>
                </a:gdLst>
                <a:ahLst/>
                <a:cxnLst/>
                <a:rect l="textAreaLeft" t="textAreaTop" r="textAreaRight" b="textAreaBottom"/>
                <a:pathLst>
                  <a:path w="22098" h="21874607">
                    <a:moveTo>
                      <a:pt x="22098" y="0"/>
                    </a:moveTo>
                    <a:lnTo>
                      <a:pt x="22098" y="21874607"/>
                    </a:lnTo>
                    <a:lnTo>
                      <a:pt x="0" y="218746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" name="TextBox 47"/>
            <p:cNvSpPr/>
            <p:nvPr/>
          </p:nvSpPr>
          <p:spPr>
            <a:xfrm>
              <a:off x="1439640" y="4053960"/>
              <a:ext cx="11627280" cy="501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9"/>
            <p:cNvSpPr/>
            <p:nvPr/>
          </p:nvSpPr>
          <p:spPr>
            <a:xfrm>
              <a:off x="1409400" y="5200200"/>
              <a:ext cx="1162728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50"/>
            <p:cNvSpPr/>
            <p:nvPr/>
          </p:nvSpPr>
          <p:spPr>
            <a:xfrm>
              <a:off x="1439640" y="9304920"/>
              <a:ext cx="884952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1"/>
            <p:cNvSpPr/>
            <p:nvPr/>
          </p:nvSpPr>
          <p:spPr>
            <a:xfrm>
              <a:off x="2160000" y="10523160"/>
              <a:ext cx="10844640" cy="1659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036080" indent="-258840" defTabSz="914400">
                <a:lnSpc>
                  <a:spcPts val="4232"/>
                </a:lnSpc>
                <a:tabLst>
                  <a:tab algn="l" pos="0"/>
                </a:tabLst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2"/>
            <p:cNvSpPr/>
            <p:nvPr/>
          </p:nvSpPr>
          <p:spPr>
            <a:xfrm>
              <a:off x="1134000" y="10316880"/>
              <a:ext cx="10845360" cy="9650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124630"/>
                <a:buBlip>
                  <a:blip r:embed="rId1"/>
                </a:buBlip>
              </a:pPr>
              <a:r>
                <a:rPr lang="en-US" sz="26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  </a:t>
              </a:r>
              <a:r>
                <a:rPr lang="en-US" sz="26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{{exp_1_company}}</a:t>
              </a:r>
              <a:r>
                <a:rPr lang="en-US" sz="2600" b="1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 Bold"/>
                </a:rPr>
                <a:t>   </a:t>
              </a:r>
              <a:r>
                <a:rPr lang="en-US" sz="210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{{exp_1_dates}}</a:t>
              </a:r>
              <a:endParaRPr lang="es-AR" sz="2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60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54"/>
            <p:cNvSpPr/>
            <p:nvPr/>
          </p:nvSpPr>
          <p:spPr>
            <a:xfrm>
              <a:off x="10595160" y="10616400"/>
              <a:ext cx="3615840" cy="29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9"/>
            <p:cNvSpPr/>
            <p:nvPr/>
          </p:nvSpPr>
          <p:spPr>
            <a:xfrm>
              <a:off x="2159280" y="17267760"/>
              <a:ext cx="10844640" cy="2916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60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TextBox 1"/>
            <p:cNvSpPr/>
            <p:nvPr/>
          </p:nvSpPr>
          <p:spPr>
            <a:xfrm>
              <a:off x="15300000" y="756000"/>
              <a:ext cx="4853880" cy="553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 anchorCtr="1">
              <a:spAutoFit/>
            </a:bodyPr>
            <a:p>
              <a:pPr algn="ctr"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TextBox 48"/>
            <p:cNvSpPr/>
            <p:nvPr/>
          </p:nvSpPr>
          <p:spPr>
            <a:xfrm>
              <a:off x="1364400" y="887760"/>
              <a:ext cx="11043720" cy="19054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"/>
          <p:cNvSpPr/>
          <p:nvPr/>
        </p:nvSpPr>
        <p:spPr>
          <a:xfrm>
            <a:off x="15310440" y="900360"/>
            <a:ext cx="5213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14580000" y="6660360"/>
            <a:ext cx="6332040" cy="40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2026-02-11T01:01:22Z</dcterms:modified>
  <cp:revision>33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