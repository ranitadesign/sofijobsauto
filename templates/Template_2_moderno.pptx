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374100" cy="30276800"/>
  <p:notesSz cx="6858000" cy="9144000"/>
  <p:embeddedFontLst>
    <p:embeddedFont>
      <p:font typeface="Montserrat" charset="1" panose="00000500000000000000"/>
      <p:regular r:id="rId7"/>
    </p:embeddedFont>
    <p:embeddedFont>
      <p:font typeface="Montserrat Bold" charset="1" panose="00000800000000000000"/>
      <p:regular r:id="rId8"/>
    </p:embeddedFont>
    <p:embeddedFont>
      <p:font typeface="Montserrat Italics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5384" y="-205435"/>
            <a:ext cx="7171184" cy="30481435"/>
          </a:xfrm>
          <a:custGeom>
            <a:avLst/>
            <a:gdLst/>
            <a:ahLst/>
            <a:cxnLst/>
            <a:rect r="r" b="b" t="t" l="l"/>
            <a:pathLst>
              <a:path h="30481435" w="7171184">
                <a:moveTo>
                  <a:pt x="0" y="0"/>
                </a:moveTo>
                <a:lnTo>
                  <a:pt x="7171185" y="0"/>
                </a:lnTo>
                <a:lnTo>
                  <a:pt x="7171185" y="30481435"/>
                </a:lnTo>
                <a:lnTo>
                  <a:pt x="0" y="3048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8125" y="4742278"/>
            <a:ext cx="11667734" cy="26956"/>
            <a:chOff x="0" y="0"/>
            <a:chExt cx="15556979" cy="359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7907" y="0"/>
              <a:ext cx="15521051" cy="35941"/>
            </a:xfrm>
            <a:custGeom>
              <a:avLst/>
              <a:gdLst/>
              <a:ahLst/>
              <a:cxnLst/>
              <a:rect r="r" b="b" t="t" l="l"/>
              <a:pathLst>
                <a:path h="35941" w="15521051">
                  <a:moveTo>
                    <a:pt x="15521051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15521051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16698" y="9305630"/>
            <a:ext cx="11694681" cy="53912"/>
            <a:chOff x="0" y="0"/>
            <a:chExt cx="15592908" cy="71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5941" y="0"/>
              <a:ext cx="15521051" cy="71882"/>
            </a:xfrm>
            <a:custGeom>
              <a:avLst/>
              <a:gdLst/>
              <a:ahLst/>
              <a:cxnLst/>
              <a:rect r="r" b="b" t="t" l="l"/>
              <a:pathLst>
                <a:path h="71882" w="15521051">
                  <a:moveTo>
                    <a:pt x="15521051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5521051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03597" y="10084765"/>
            <a:ext cx="53912" cy="16461657"/>
            <a:chOff x="0" y="0"/>
            <a:chExt cx="71882" cy="219488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35941"/>
              <a:ext cx="71882" cy="21877019"/>
            </a:xfrm>
            <a:custGeom>
              <a:avLst/>
              <a:gdLst/>
              <a:ahLst/>
              <a:cxnLst/>
              <a:rect r="r" b="b" t="t" l="l"/>
              <a:pathLst>
                <a:path h="21877019" w="71882">
                  <a:moveTo>
                    <a:pt x="71882" y="0"/>
                  </a:moveTo>
                  <a:lnTo>
                    <a:pt x="71882" y="21877019"/>
                  </a:lnTo>
                  <a:lnTo>
                    <a:pt x="0" y="21877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88340" y="9830540"/>
            <a:ext cx="284433" cy="284433"/>
          </a:xfrm>
          <a:custGeom>
            <a:avLst/>
            <a:gdLst/>
            <a:ahLst/>
            <a:cxnLst/>
            <a:rect r="r" b="b" t="t" l="l"/>
            <a:pathLst>
              <a:path h="284433" w="284433">
                <a:moveTo>
                  <a:pt x="0" y="0"/>
                </a:moveTo>
                <a:lnTo>
                  <a:pt x="284433" y="0"/>
                </a:lnTo>
                <a:lnTo>
                  <a:pt x="284433" y="284433"/>
                </a:lnTo>
                <a:lnTo>
                  <a:pt x="0" y="284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340" y="15978851"/>
            <a:ext cx="284433" cy="284433"/>
          </a:xfrm>
          <a:custGeom>
            <a:avLst/>
            <a:gdLst/>
            <a:ahLst/>
            <a:cxnLst/>
            <a:rect r="r" b="b" t="t" l="l"/>
            <a:pathLst>
              <a:path h="284433" w="284433">
                <a:moveTo>
                  <a:pt x="0" y="0"/>
                </a:moveTo>
                <a:lnTo>
                  <a:pt x="284433" y="0"/>
                </a:lnTo>
                <a:lnTo>
                  <a:pt x="284433" y="284433"/>
                </a:lnTo>
                <a:lnTo>
                  <a:pt x="0" y="284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8340" y="22168660"/>
            <a:ext cx="284433" cy="284433"/>
          </a:xfrm>
          <a:custGeom>
            <a:avLst/>
            <a:gdLst/>
            <a:ahLst/>
            <a:cxnLst/>
            <a:rect r="r" b="b" t="t" l="l"/>
            <a:pathLst>
              <a:path h="284433" w="284433">
                <a:moveTo>
                  <a:pt x="0" y="0"/>
                </a:moveTo>
                <a:lnTo>
                  <a:pt x="284433" y="0"/>
                </a:lnTo>
                <a:lnTo>
                  <a:pt x="284433" y="284433"/>
                </a:lnTo>
                <a:lnTo>
                  <a:pt x="0" y="284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9542" y="3797265"/>
            <a:ext cx="11640779" cy="47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1"/>
              </a:lnSpc>
            </a:pPr>
            <a:r>
              <a:rPr lang="en-US" sz="2829" spc="2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{{title}}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1593" y="1208294"/>
            <a:ext cx="11640779" cy="122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1"/>
              </a:lnSpc>
            </a:pPr>
            <a:r>
              <a:rPr lang="en-US" b="true" sz="7071" spc="548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{{name}}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9542" y="4767092"/>
            <a:ext cx="11640779" cy="47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0"/>
              </a:lnSpc>
            </a:pPr>
            <a:r>
              <a:rPr lang="en-US" sz="2449" i="true" spc="48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{{about}}</a:t>
            </a: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45905" y="8550478"/>
            <a:ext cx="8862812" cy="62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395" b="true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Experiencia Laboral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253106" y="7628792"/>
            <a:ext cx="5114011" cy="53912"/>
            <a:chOff x="0" y="0"/>
            <a:chExt cx="6818681" cy="718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7879" y="0"/>
              <a:ext cx="6746875" cy="95885"/>
            </a:xfrm>
            <a:custGeom>
              <a:avLst/>
              <a:gdLst/>
              <a:ahLst/>
              <a:cxnLst/>
              <a:rect r="r" b="b" t="t" l="l"/>
              <a:pathLst>
                <a:path h="95885" w="6746875">
                  <a:moveTo>
                    <a:pt x="6746875" y="95885"/>
                  </a:moveTo>
                  <a:lnTo>
                    <a:pt x="0" y="95885"/>
                  </a:lnTo>
                  <a:lnTo>
                    <a:pt x="0" y="0"/>
                  </a:lnTo>
                  <a:lnTo>
                    <a:pt x="674687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270851" y="8186728"/>
            <a:ext cx="695039" cy="695038"/>
          </a:xfrm>
          <a:custGeom>
            <a:avLst/>
            <a:gdLst/>
            <a:ahLst/>
            <a:cxnLst/>
            <a:rect r="r" b="b" t="t" l="l"/>
            <a:pathLst>
              <a:path h="695038" w="695039">
                <a:moveTo>
                  <a:pt x="0" y="0"/>
                </a:moveTo>
                <a:lnTo>
                  <a:pt x="695038" y="0"/>
                </a:lnTo>
                <a:lnTo>
                  <a:pt x="695038" y="695039"/>
                </a:lnTo>
                <a:lnTo>
                  <a:pt x="0" y="695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270851" y="9156696"/>
            <a:ext cx="695039" cy="695038"/>
          </a:xfrm>
          <a:custGeom>
            <a:avLst/>
            <a:gdLst/>
            <a:ahLst/>
            <a:cxnLst/>
            <a:rect r="r" b="b" t="t" l="l"/>
            <a:pathLst>
              <a:path h="695038" w="695039">
                <a:moveTo>
                  <a:pt x="0" y="0"/>
                </a:moveTo>
                <a:lnTo>
                  <a:pt x="695038" y="0"/>
                </a:lnTo>
                <a:lnTo>
                  <a:pt x="695038" y="695039"/>
                </a:lnTo>
                <a:lnTo>
                  <a:pt x="0" y="695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446473" y="8419662"/>
            <a:ext cx="351958" cy="270691"/>
          </a:xfrm>
          <a:custGeom>
            <a:avLst/>
            <a:gdLst/>
            <a:ahLst/>
            <a:cxnLst/>
            <a:rect r="r" b="b" t="t" l="l"/>
            <a:pathLst>
              <a:path h="270691" w="351958">
                <a:moveTo>
                  <a:pt x="0" y="0"/>
                </a:moveTo>
                <a:lnTo>
                  <a:pt x="351959" y="0"/>
                </a:lnTo>
                <a:lnTo>
                  <a:pt x="351959" y="270691"/>
                </a:lnTo>
                <a:lnTo>
                  <a:pt x="0" y="2706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712" r="0" b="-270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280057" y="10121267"/>
            <a:ext cx="695039" cy="695038"/>
          </a:xfrm>
          <a:custGeom>
            <a:avLst/>
            <a:gdLst/>
            <a:ahLst/>
            <a:cxnLst/>
            <a:rect r="r" b="b" t="t" l="l"/>
            <a:pathLst>
              <a:path h="695038" w="695039">
                <a:moveTo>
                  <a:pt x="0" y="0"/>
                </a:moveTo>
                <a:lnTo>
                  <a:pt x="695039" y="0"/>
                </a:lnTo>
                <a:lnTo>
                  <a:pt x="695039" y="695038"/>
                </a:lnTo>
                <a:lnTo>
                  <a:pt x="0" y="695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280057" y="11085840"/>
            <a:ext cx="695039" cy="695038"/>
          </a:xfrm>
          <a:custGeom>
            <a:avLst/>
            <a:gdLst/>
            <a:ahLst/>
            <a:cxnLst/>
            <a:rect r="r" b="b" t="t" l="l"/>
            <a:pathLst>
              <a:path h="695038" w="695039">
                <a:moveTo>
                  <a:pt x="0" y="0"/>
                </a:moveTo>
                <a:lnTo>
                  <a:pt x="695039" y="0"/>
                </a:lnTo>
                <a:lnTo>
                  <a:pt x="695039" y="695038"/>
                </a:lnTo>
                <a:lnTo>
                  <a:pt x="0" y="695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500204" y="10297211"/>
            <a:ext cx="250184" cy="343148"/>
          </a:xfrm>
          <a:custGeom>
            <a:avLst/>
            <a:gdLst/>
            <a:ahLst/>
            <a:cxnLst/>
            <a:rect r="r" b="b" t="t" l="l"/>
            <a:pathLst>
              <a:path h="343148" w="250184">
                <a:moveTo>
                  <a:pt x="0" y="0"/>
                </a:moveTo>
                <a:lnTo>
                  <a:pt x="250184" y="0"/>
                </a:lnTo>
                <a:lnTo>
                  <a:pt x="250184" y="343147"/>
                </a:lnTo>
                <a:lnTo>
                  <a:pt x="0" y="343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5" t="0" r="-45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446473" y="11262627"/>
            <a:ext cx="362198" cy="362198"/>
          </a:xfrm>
          <a:custGeom>
            <a:avLst/>
            <a:gdLst/>
            <a:ahLst/>
            <a:cxnLst/>
            <a:rect r="r" b="b" t="t" l="l"/>
            <a:pathLst>
              <a:path h="362198" w="362198">
                <a:moveTo>
                  <a:pt x="0" y="0"/>
                </a:moveTo>
                <a:lnTo>
                  <a:pt x="362198" y="0"/>
                </a:lnTo>
                <a:lnTo>
                  <a:pt x="362198" y="362197"/>
                </a:lnTo>
                <a:lnTo>
                  <a:pt x="0" y="3621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403916" y="9333786"/>
            <a:ext cx="447323" cy="356225"/>
          </a:xfrm>
          <a:custGeom>
            <a:avLst/>
            <a:gdLst/>
            <a:ahLst/>
            <a:cxnLst/>
            <a:rect r="r" b="b" t="t" l="l"/>
            <a:pathLst>
              <a:path h="356225" w="447323">
                <a:moveTo>
                  <a:pt x="0" y="0"/>
                </a:moveTo>
                <a:lnTo>
                  <a:pt x="447322" y="0"/>
                </a:lnTo>
                <a:lnTo>
                  <a:pt x="447322" y="356225"/>
                </a:lnTo>
                <a:lnTo>
                  <a:pt x="0" y="3562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95" t="0" r="-295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296932" y="9321336"/>
            <a:ext cx="3259884" cy="33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Licencia de conducir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96932" y="8354063"/>
            <a:ext cx="4008072" cy="35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{{contact_email}}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96932" y="10277742"/>
            <a:ext cx="2808089" cy="35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 {{contact_phone}}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286157" y="11240667"/>
            <a:ext cx="3908919" cy="35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{{contact_location}}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244896" y="6726555"/>
            <a:ext cx="5086064" cy="61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3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217940" y="13490467"/>
            <a:ext cx="5114011" cy="53912"/>
            <a:chOff x="0" y="0"/>
            <a:chExt cx="6818681" cy="718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7879" y="0"/>
              <a:ext cx="6746875" cy="95885"/>
            </a:xfrm>
            <a:custGeom>
              <a:avLst/>
              <a:gdLst/>
              <a:ahLst/>
              <a:cxnLst/>
              <a:rect r="r" b="b" t="t" l="l"/>
              <a:pathLst>
                <a:path h="95885" w="6746875">
                  <a:moveTo>
                    <a:pt x="6746875" y="95885"/>
                  </a:moveTo>
                  <a:lnTo>
                    <a:pt x="0" y="95885"/>
                  </a:lnTo>
                  <a:lnTo>
                    <a:pt x="0" y="0"/>
                  </a:lnTo>
                  <a:lnTo>
                    <a:pt x="674687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5244896" y="12876752"/>
            <a:ext cx="5086064" cy="61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3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244896" y="13772569"/>
            <a:ext cx="5060109" cy="42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{{edu_1_degree}} | {{edu_1_school}}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095039" y="16761659"/>
            <a:ext cx="5114011" cy="53912"/>
            <a:chOff x="0" y="0"/>
            <a:chExt cx="6818681" cy="7188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879" y="0"/>
              <a:ext cx="6746875" cy="95885"/>
            </a:xfrm>
            <a:custGeom>
              <a:avLst/>
              <a:gdLst/>
              <a:ahLst/>
              <a:cxnLst/>
              <a:rect r="r" b="b" t="t" l="l"/>
              <a:pathLst>
                <a:path h="95885" w="6746875">
                  <a:moveTo>
                    <a:pt x="6746875" y="95885"/>
                  </a:moveTo>
                  <a:lnTo>
                    <a:pt x="0" y="95885"/>
                  </a:lnTo>
                  <a:lnTo>
                    <a:pt x="0" y="0"/>
                  </a:lnTo>
                  <a:lnTo>
                    <a:pt x="674687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5121995" y="16093928"/>
            <a:ext cx="5086064" cy="61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3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Idiomas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121995" y="16887161"/>
            <a:ext cx="5331876" cy="13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7325" indent="-309108" lvl="2">
              <a:lnSpc>
                <a:spcPts val="3714"/>
              </a:lnSpc>
              <a:buFont typeface="Arial"/>
              <a:buChar char="⚬"/>
            </a:pPr>
            <a:r>
              <a:rPr lang="en-US" sz="20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{{idioma_1}}</a:t>
            </a:r>
          </a:p>
          <a:p>
            <a:pPr algn="l" marL="927325" indent="-309108" lvl="2">
              <a:lnSpc>
                <a:spcPts val="3714"/>
              </a:lnSpc>
              <a:buFont typeface="Arial"/>
              <a:buChar char="⚬"/>
            </a:pPr>
            <a:r>
              <a:rPr lang="en-US" sz="20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{{idioma_2}}</a:t>
            </a:r>
          </a:p>
          <a:p>
            <a:pPr algn="l" marL="927399" indent="-309133" lvl="2">
              <a:lnSpc>
                <a:spcPts val="3714"/>
              </a:lnSpc>
              <a:buFont typeface="Arial"/>
              <a:buChar char="⚬"/>
            </a:pPr>
            <a:r>
              <a:rPr lang="en-US" sz="20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{{idioma_3}}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5108022" y="19793902"/>
            <a:ext cx="5114011" cy="53912"/>
            <a:chOff x="0" y="0"/>
            <a:chExt cx="6818681" cy="7188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47879" y="0"/>
              <a:ext cx="6746875" cy="95885"/>
            </a:xfrm>
            <a:custGeom>
              <a:avLst/>
              <a:gdLst/>
              <a:ahLst/>
              <a:cxnLst/>
              <a:rect r="r" b="b" t="t" l="l"/>
              <a:pathLst>
                <a:path h="95885" w="6746875">
                  <a:moveTo>
                    <a:pt x="6746875" y="95885"/>
                  </a:moveTo>
                  <a:lnTo>
                    <a:pt x="0" y="95885"/>
                  </a:lnTo>
                  <a:lnTo>
                    <a:pt x="0" y="0"/>
                  </a:lnTo>
                  <a:lnTo>
                    <a:pt x="674687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5189999" y="19122923"/>
            <a:ext cx="5086064" cy="61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3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Informática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147950" y="20212802"/>
            <a:ext cx="5047126" cy="172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7399" indent="-309133" lvl="2">
              <a:lnSpc>
                <a:spcPts val="3467"/>
              </a:lnSpc>
              <a:buFont typeface="Arial"/>
              <a:buChar char="⚬"/>
            </a:pPr>
            <a:r>
              <a:rPr lang="en-US" sz="20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{{it_1}}</a:t>
            </a:r>
          </a:p>
          <a:p>
            <a:pPr algn="l" marL="927325" indent="-309108" lvl="2">
              <a:lnSpc>
                <a:spcPts val="3467"/>
              </a:lnSpc>
              <a:buFont typeface="Arial"/>
              <a:buChar char="⚬"/>
            </a:pPr>
            <a:r>
              <a:rPr lang="en-US" sz="20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{{it_2}}</a:t>
            </a:r>
          </a:p>
          <a:p>
            <a:pPr algn="l" marL="927325" indent="-309108" lvl="2">
              <a:lnSpc>
                <a:spcPts val="3467"/>
              </a:lnSpc>
              <a:buFont typeface="Arial"/>
              <a:buChar char="⚬"/>
            </a:pPr>
            <a:r>
              <a:rPr lang="en-US" sz="20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{{it_3}}</a:t>
            </a:r>
          </a:p>
          <a:p>
            <a:pPr algn="l" marL="927399" indent="-309133" lvl="2">
              <a:lnSpc>
                <a:spcPts val="3467"/>
              </a:lnSpc>
              <a:buFont typeface="Arial"/>
              <a:buChar char="⚬"/>
            </a:pPr>
            <a:r>
              <a:rPr lang="en-US" sz="20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{{it_4}}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5067093" y="23739801"/>
            <a:ext cx="5114011" cy="53912"/>
            <a:chOff x="0" y="0"/>
            <a:chExt cx="6818681" cy="7188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35941" y="0"/>
              <a:ext cx="6746748" cy="71882"/>
            </a:xfrm>
            <a:custGeom>
              <a:avLst/>
              <a:gdLst/>
              <a:ahLst/>
              <a:cxnLst/>
              <a:rect r="r" b="b" t="t" l="l"/>
              <a:pathLst>
                <a:path h="71882" w="6746748">
                  <a:moveTo>
                    <a:pt x="6746748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6746748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5095039" y="23055344"/>
            <a:ext cx="5086064" cy="62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3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Competencias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067093" y="23984213"/>
            <a:ext cx="5331876" cy="288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7188" indent="-339063" lvl="2">
              <a:lnSpc>
                <a:spcPts val="3871"/>
              </a:lnSpc>
              <a:buFont typeface="Arial"/>
              <a:buChar char="⚬"/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{{skill_1}}</a:t>
            </a:r>
          </a:p>
          <a:p>
            <a:pPr algn="l" marL="1017188" indent="-339063" lvl="2">
              <a:lnSpc>
                <a:spcPts val="3871"/>
              </a:lnSpc>
              <a:buFont typeface="Arial"/>
              <a:buChar char="⚬"/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{{skill_2}}</a:t>
            </a:r>
          </a:p>
          <a:p>
            <a:pPr algn="l" marL="1017188" indent="-339063" lvl="2">
              <a:lnSpc>
                <a:spcPts val="3871"/>
              </a:lnSpc>
              <a:buFont typeface="Arial"/>
              <a:buChar char="⚬"/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{{skill_3}}</a:t>
            </a:r>
          </a:p>
          <a:p>
            <a:pPr algn="l" marL="1017188" indent="-339063" lvl="2">
              <a:lnSpc>
                <a:spcPts val="3871"/>
              </a:lnSpc>
              <a:buFont typeface="Arial"/>
              <a:buChar char="⚬"/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{{skill_4}}</a:t>
            </a:r>
          </a:p>
          <a:p>
            <a:pPr algn="l" marL="1017188" indent="-339063" lvl="2">
              <a:lnSpc>
                <a:spcPts val="3871"/>
              </a:lnSpc>
              <a:buFont typeface="Arial"/>
              <a:buChar char="⚬"/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{{skill_5}}</a:t>
            </a:r>
          </a:p>
          <a:p>
            <a:pPr algn="l" marL="1017269" indent="-339090" lvl="2">
              <a:lnSpc>
                <a:spcPts val="3871"/>
              </a:lnSpc>
              <a:buFont typeface="Arial"/>
              <a:buChar char="⚬"/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{{skill_6}}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388340" y="26516208"/>
            <a:ext cx="284433" cy="284433"/>
          </a:xfrm>
          <a:custGeom>
            <a:avLst/>
            <a:gdLst/>
            <a:ahLst/>
            <a:cxnLst/>
            <a:rect r="r" b="b" t="t" l="l"/>
            <a:pathLst>
              <a:path h="284433" w="284433">
                <a:moveTo>
                  <a:pt x="0" y="0"/>
                </a:moveTo>
                <a:lnTo>
                  <a:pt x="284433" y="0"/>
                </a:lnTo>
                <a:lnTo>
                  <a:pt x="284433" y="284433"/>
                </a:lnTo>
                <a:lnTo>
                  <a:pt x="0" y="284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2126590" y="10210600"/>
            <a:ext cx="10857833" cy="582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{{exp_1_b1}}</a:t>
            </a: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{{exp_1_b2}}</a:t>
            </a: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{{exp_1_b3}}</a:t>
            </a: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{{exp_1_b4}}</a:t>
            </a: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{{exp_1_b5}}</a:t>
            </a: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{{exp_1_b6}}</a:t>
            </a: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{{exp_1_b7}}</a:t>
            </a: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{{exp_1_b8}}</a:t>
            </a:r>
          </a:p>
          <a:p>
            <a:pPr algn="l" marL="1017188" indent="-339063" lvl="2">
              <a:lnSpc>
                <a:spcPts val="4233"/>
              </a:lnSpc>
              <a:buFont typeface="Arial"/>
              <a:buChar char="⚬"/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{{exp_1_b9}}</a:t>
            </a:r>
          </a:p>
          <a:p>
            <a:pPr algn="l">
              <a:lnSpc>
                <a:spcPts val="4233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2138400" y="9741888"/>
            <a:ext cx="5073592" cy="38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246" b="true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</a:t>
            </a:r>
            <a:r>
              <a:rPr lang="en-US" sz="2246" b="true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{exp_1_role}} </a:t>
            </a: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164038" y="9733891"/>
            <a:ext cx="3076426" cy="38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{{exp_1_company}}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386854" y="9743037"/>
            <a:ext cx="2377976" cy="35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22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{{exp_1_dates}}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126110" y="22227110"/>
            <a:ext cx="10858312" cy="6286359"/>
            <a:chOff x="0" y="0"/>
            <a:chExt cx="14477750" cy="8381812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0" y="663049"/>
              <a:ext cx="14477111" cy="7718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33"/>
                </a:lnSpc>
              </a:pP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{{exp_3_b1}}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{{exp_3_b2}}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{{exp_3_b3}}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{{exp_3_b4}}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{{exp_3_b5}}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{{exp_3_b6}}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{{exp_3_b7}}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{{exp_3_b8}}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{{exp_3_b9}}</a:t>
              </a:r>
            </a:p>
            <a:p>
              <a:pPr algn="l">
                <a:lnSpc>
                  <a:spcPts val="4233"/>
                </a:lnSpc>
              </a:pP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5747" y="3175"/>
              <a:ext cx="3201194" cy="492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5"/>
                </a:lnSpc>
              </a:pPr>
              <a:r>
                <a:rPr lang="en-US" sz="2246" b="true">
                  <a:solidFill>
                    <a:srgbClr val="2B554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</a:t>
              </a:r>
              <a:r>
                <a:rPr lang="en-US" sz="2246" b="true">
                  <a:solidFill>
                    <a:srgbClr val="2B554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{exp_3_role}} </a:t>
              </a:r>
              <a:r>
                <a:rPr lang="en-US" sz="22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6844455" y="-33834"/>
              <a:ext cx="4101902" cy="492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5"/>
                </a:lnSpc>
              </a:pPr>
              <a:r>
                <a:rPr lang="en-US" sz="22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{{exp_3_company}}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0975969" y="-9525"/>
              <a:ext cx="3501781" cy="467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4"/>
                </a:lnSpc>
                <a:spcBef>
                  <a:spcPct val="0"/>
                </a:spcBef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– {{exp_3_dates}}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138400" y="15906235"/>
            <a:ext cx="10857833" cy="6320875"/>
            <a:chOff x="0" y="0"/>
            <a:chExt cx="14477111" cy="8427833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709070"/>
              <a:ext cx="14477111" cy="7718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33"/>
                </a:lnSpc>
              </a:pP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{{exp_2_b1}}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{{exp_2_b2}}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{{exp_2_b3}}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{{exp_2_b4}}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{{exp_2_b5}}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{{exp_2_b6}}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{{exp_2_b7}}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{{exp_2_b8}}</a:t>
              </a:r>
            </a:p>
            <a:p>
              <a:pPr algn="l" marL="1017188" indent="-339063" lvl="2">
                <a:lnSpc>
                  <a:spcPts val="4233"/>
                </a:lnSpc>
                <a:buFont typeface="Arial"/>
                <a:buChar char="⚬"/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{{exp_2_b9}}</a:t>
              </a:r>
            </a:p>
            <a:p>
              <a:pPr algn="l">
                <a:lnSpc>
                  <a:spcPts val="4233"/>
                </a:lnSpc>
              </a:pP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5747" y="49196"/>
              <a:ext cx="6495029" cy="492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5"/>
                </a:lnSpc>
              </a:pPr>
              <a:r>
                <a:rPr lang="en-US" sz="2246" b="true">
                  <a:solidFill>
                    <a:srgbClr val="2B554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</a:t>
              </a:r>
              <a:r>
                <a:rPr lang="en-US" sz="2246" b="true">
                  <a:solidFill>
                    <a:srgbClr val="2B554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{exp_2_role}} 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6764789" y="-16169"/>
              <a:ext cx="4101902" cy="492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5"/>
                </a:lnSpc>
              </a:pPr>
              <a:r>
                <a:rPr lang="en-US" sz="22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{{exp_2_company}}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1125808" y="-9525"/>
              <a:ext cx="3170634" cy="467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4"/>
                </a:lnSpc>
                <a:spcBef>
                  <a:spcPct val="0"/>
                </a:spcBef>
              </a:pPr>
              <a:r>
                <a:rPr lang="en-US" sz="22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– {{exp_2_dates}}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5247458" y="562089"/>
            <a:ext cx="5358832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{{%photo}}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DAG9BWUorPU</dc:identifier>
  <dcterms:modified xsi:type="dcterms:W3CDTF">2011-08-01T06:04:30Z</dcterms:modified>
  <cp:revision>1</cp:revision>
  <dc:title>Plantillas originales (1).pptx</dc:title>
</cp:coreProperties>
</file>