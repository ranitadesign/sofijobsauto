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icrosoft YaHei"/>
      <p:regular r:id="rId5"/>
    </p:embeddedFont>
    <p:embeddedFont>
      <p:font typeface="Poppins Bold"/>
    </p:embeddedFont>
    <p:embeddedFont>
      <p:font typeface="Garet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04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56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C748EE-1AD6-4EE6-9393-0F7017CE43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24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C503E7-F770-4D62-B9D2-28186D9B33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040" cy="13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040" cy="149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93BA0D-E9B5-49D7-867E-4F97B219F7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12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12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90482B-63D0-4274-951E-4C293B5E56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920" cy="63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920" cy="394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360" cy="63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360" cy="394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AF67D0-C036-4EAA-81AE-9BE0662F0C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2D8385-2C87-4F3F-8B4E-EC3AE887E2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092A46-6B88-497F-B089-27F19F14A7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800" cy="115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228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800" cy="468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02A395-A4CA-42AB-803D-6AB64A3FFA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04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040" cy="4105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040" cy="79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C8B076-8AEF-4922-9778-11613FFBD6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040" cy="14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789554-450F-49DA-854F-CD1BE08EA1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24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1432A0-28DA-4A27-85DA-0B0140E669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4"/>
          <p:cNvSpPr/>
          <p:nvPr/>
        </p:nvSpPr>
        <p:spPr>
          <a:xfrm>
            <a:off x="971640" y="9000000"/>
            <a:ext cx="18949320" cy="16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5"/>
          <p:cNvSpPr/>
          <p:nvPr/>
        </p:nvSpPr>
        <p:spPr>
          <a:xfrm>
            <a:off x="1260000" y="8357400"/>
            <a:ext cx="18963000" cy="64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37"/>
          <p:cNvSpPr/>
          <p:nvPr/>
        </p:nvSpPr>
        <p:spPr>
          <a:xfrm>
            <a:off x="1131120" y="10837440"/>
            <a:ext cx="18963000" cy="3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27"/>
          <p:cNvGrpSpPr/>
          <p:nvPr/>
        </p:nvGrpSpPr>
        <p:grpSpPr>
          <a:xfrm>
            <a:off x="1065960" y="21547080"/>
            <a:ext cx="18953280" cy="20160"/>
            <a:chOff x="1065960" y="21547080"/>
            <a:chExt cx="18953280" cy="20160"/>
          </a:xfrm>
        </p:grpSpPr>
        <p:sp>
          <p:nvSpPr>
            <p:cNvPr id="63" name="Freeform 28"/>
            <p:cNvSpPr/>
            <p:nvPr/>
          </p:nvSpPr>
          <p:spPr>
            <a:xfrm>
              <a:off x="1065960" y="2154708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9"/>
          <p:cNvSpPr/>
          <p:nvPr/>
        </p:nvSpPr>
        <p:spPr>
          <a:xfrm>
            <a:off x="1065960" y="2104452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2"/>
          <p:cNvGrpSpPr/>
          <p:nvPr/>
        </p:nvGrpSpPr>
        <p:grpSpPr>
          <a:xfrm>
            <a:off x="1080000" y="24479280"/>
            <a:ext cx="18953280" cy="20160"/>
            <a:chOff x="1080000" y="24479280"/>
            <a:chExt cx="18953280" cy="20160"/>
          </a:xfrm>
        </p:grpSpPr>
        <p:sp>
          <p:nvSpPr>
            <p:cNvPr id="66" name="Freeform 33"/>
            <p:cNvSpPr/>
            <p:nvPr/>
          </p:nvSpPr>
          <p:spPr>
            <a:xfrm>
              <a:off x="1080000" y="2447928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4"/>
          <p:cNvSpPr/>
          <p:nvPr/>
        </p:nvSpPr>
        <p:spPr>
          <a:xfrm>
            <a:off x="1065960" y="24712200"/>
            <a:ext cx="1927188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5"/>
          <p:cNvSpPr/>
          <p:nvPr/>
        </p:nvSpPr>
        <p:spPr>
          <a:xfrm>
            <a:off x="1080000" y="239400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916920" y="852840"/>
            <a:ext cx="1955232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4"/>
          <p:cNvSpPr/>
          <p:nvPr/>
        </p:nvSpPr>
        <p:spPr>
          <a:xfrm>
            <a:off x="7183080" y="385164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5"/>
          <p:cNvSpPr/>
          <p:nvPr/>
        </p:nvSpPr>
        <p:spPr>
          <a:xfrm>
            <a:off x="7349400" y="3976920"/>
            <a:ext cx="102240" cy="226440"/>
          </a:xfrm>
          <a:custGeom>
            <a:avLst/>
            <a:gdLst>
              <a:gd name="textAreaLeft" fmla="*/ 0 w 102240"/>
              <a:gd name="textAreaRight" fmla="*/ 109080 w 102240"/>
              <a:gd name="textAreaTop" fmla="*/ 0 h 226440"/>
              <a:gd name="textAreaBottom" fmla="*/ 233280 h 22644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7821720" y="3833280"/>
            <a:ext cx="34743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7"/>
          <p:cNvSpPr/>
          <p:nvPr/>
        </p:nvSpPr>
        <p:spPr>
          <a:xfrm>
            <a:off x="900000" y="384300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8"/>
          <p:cNvSpPr/>
          <p:nvPr/>
        </p:nvSpPr>
        <p:spPr>
          <a:xfrm>
            <a:off x="1019160" y="3989520"/>
            <a:ext cx="208080" cy="183960"/>
          </a:xfrm>
          <a:custGeom>
            <a:avLst/>
            <a:gdLst>
              <a:gd name="textAreaLeft" fmla="*/ 0 w 208080"/>
              <a:gd name="textAreaRight" fmla="*/ 214920 w 208080"/>
              <a:gd name="textAreaTop" fmla="*/ 0 h 183960"/>
              <a:gd name="textAreaBottom" fmla="*/ 190800 h 18396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538640" y="3833280"/>
            <a:ext cx="52797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Freeform 10"/>
          <p:cNvSpPr/>
          <p:nvPr/>
        </p:nvSpPr>
        <p:spPr>
          <a:xfrm>
            <a:off x="11788200" y="3855600"/>
            <a:ext cx="446400" cy="446400"/>
          </a:xfrm>
          <a:custGeom>
            <a:avLst/>
            <a:gdLst>
              <a:gd name="textAreaLeft" fmla="*/ 0 w 446400"/>
              <a:gd name="textAreaRight" fmla="*/ 453240 w 446400"/>
              <a:gd name="textAreaTop" fmla="*/ 0 h 446400"/>
              <a:gd name="textAreaBottom" fmla="*/ 453240 h 44640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12457080" y="3780000"/>
            <a:ext cx="44978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12"/>
          <p:cNvGrpSpPr/>
          <p:nvPr/>
        </p:nvGrpSpPr>
        <p:grpSpPr>
          <a:xfrm>
            <a:off x="1243080" y="5475600"/>
            <a:ext cx="18953280" cy="20160"/>
            <a:chOff x="1243080" y="5475600"/>
            <a:chExt cx="18953280" cy="20160"/>
          </a:xfrm>
        </p:grpSpPr>
        <p:sp>
          <p:nvSpPr>
            <p:cNvPr id="79" name="Freeform 13"/>
            <p:cNvSpPr/>
            <p:nvPr/>
          </p:nvSpPr>
          <p:spPr>
            <a:xfrm>
              <a:off x="1243080" y="547560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4"/>
          <p:cNvSpPr/>
          <p:nvPr/>
        </p:nvSpPr>
        <p:spPr>
          <a:xfrm>
            <a:off x="1186560" y="5540760"/>
            <a:ext cx="189532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1186560" y="491328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21"/>
          <p:cNvGrpSpPr/>
          <p:nvPr/>
        </p:nvGrpSpPr>
        <p:grpSpPr>
          <a:xfrm>
            <a:off x="1213920" y="8439840"/>
            <a:ext cx="18953280" cy="20160"/>
            <a:chOff x="1213920" y="8439840"/>
            <a:chExt cx="18953280" cy="20160"/>
          </a:xfrm>
        </p:grpSpPr>
        <p:sp>
          <p:nvSpPr>
            <p:cNvPr id="83" name="Freeform 22"/>
            <p:cNvSpPr/>
            <p:nvPr/>
          </p:nvSpPr>
          <p:spPr>
            <a:xfrm>
              <a:off x="1213920" y="84398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23"/>
          <p:cNvSpPr/>
          <p:nvPr/>
        </p:nvSpPr>
        <p:spPr>
          <a:xfrm>
            <a:off x="1213920" y="792036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1"/>
          <p:cNvSpPr/>
          <p:nvPr/>
        </p:nvSpPr>
        <p:spPr>
          <a:xfrm>
            <a:off x="1066320" y="21749760"/>
            <a:ext cx="1909188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1065960" y="28382760"/>
            <a:ext cx="18951840" cy="18720"/>
            <a:chOff x="1065960" y="28382760"/>
            <a:chExt cx="18951840" cy="18720"/>
          </a:xfrm>
        </p:grpSpPr>
        <p:sp>
          <p:nvSpPr>
            <p:cNvPr id="87" name="Freeform 1"/>
            <p:cNvSpPr/>
            <p:nvPr/>
          </p:nvSpPr>
          <p:spPr>
            <a:xfrm>
              <a:off x="1065960" y="28382760"/>
              <a:ext cx="18951840" cy="18720"/>
            </a:xfrm>
            <a:custGeom>
              <a:avLst/>
              <a:gdLst>
                <a:gd name="textAreaLeft" fmla="*/ 0 w 18951840"/>
                <a:gd name="textAreaRight" fmla="*/ 18960120 w 18951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5"/>
          <p:cNvSpPr/>
          <p:nvPr/>
        </p:nvSpPr>
        <p:spPr>
          <a:xfrm>
            <a:off x="1036080" y="28791000"/>
            <a:ext cx="6343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7740000" y="28800360"/>
            <a:ext cx="6119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8"/>
          <p:cNvSpPr/>
          <p:nvPr/>
        </p:nvSpPr>
        <p:spPr>
          <a:xfrm>
            <a:off x="1065960" y="27880200"/>
            <a:ext cx="18951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6"/>
          <p:cNvSpPr/>
          <p:nvPr/>
        </p:nvSpPr>
        <p:spPr>
          <a:xfrm>
            <a:off x="14427000" y="28791000"/>
            <a:ext cx="5552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2026-03-05T15:36:15Z</dcterms:modified>
  <cp:revision>27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