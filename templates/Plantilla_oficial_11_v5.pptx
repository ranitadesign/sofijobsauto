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</p:embeddedFont>
    <p:embeddedFont>
      <p:font typeface="Lato"/>
      <p:regular r:id="rId5"/>
      <p:bold r:id="rId5"/>
    </p:embeddedFont>
    <p:embeddedFont>
      <p:font typeface="Proxima nova"/>
    </p:embeddedFont>
    <p:embeddedFont>
      <p:font typeface="Microsoft YaHei"/>
      <p:regular r:id="rId6"/>
    </p:embeddedFont>
    <p:embeddedFont>
      <p:font typeface="Poppins Bold"/>
    </p:embeddedFont>
    <p:embeddedFont>
      <p:font typeface="Proxima Nova"/>
      <p:regular r:id="rId7"/>
      <p:bold r:id="rId7"/>
    </p:embeddedFont>
    <p:embeddedFont>
      <p:font typeface="Garet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Lato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Proxima_Nova_Regular.fntdata"/><Relationship Id="rId8" Type="http://schemas.openxmlformats.org/officeDocument/2006/relationships/font" Target="fonts/Font_5_Gare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6680" cy="5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6680" cy="4105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6680" cy="79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48E76F1-8179-4CFC-9E36-02B454FB1F0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2680" cy="14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13816B-823F-441E-BE2F-2DA4290D54F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88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B93058F-CC2F-4ED9-9DBB-2AAEBE4F62B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768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020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C67E920-89B1-4E32-93A1-980864AA467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88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067D79-9650-49B9-8FA4-810709F94A5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2680" cy="135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2680" cy="149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C1657D8-28DE-4E81-B44E-B78866AE8A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76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76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2C3AE5-E9E8-44A9-B592-B9D15795154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0560" cy="63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0560" cy="394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2000" cy="63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2000" cy="394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A251D31-B313-4BA2-BAFC-D7FBAF9BBB3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6FCD3FB-FC76-4163-A8C8-C7F89D5C67F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651F94-DE5A-480A-BA47-9DE66EC09F9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8440" cy="115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920" cy="584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8440" cy="468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569965-2D23-422F-9EC0-730D079A1A7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4"/>
          <p:cNvSpPr/>
          <p:nvPr/>
        </p:nvSpPr>
        <p:spPr>
          <a:xfrm>
            <a:off x="971640" y="8424000"/>
            <a:ext cx="18948960" cy="168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25"/>
          <p:cNvSpPr/>
          <p:nvPr/>
        </p:nvSpPr>
        <p:spPr>
          <a:xfrm>
            <a:off x="1224000" y="7601400"/>
            <a:ext cx="18962640" cy="521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2701"/>
              </a:lnSpc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{{exp_1_</a:t>
            </a: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role</a:t>
            </a: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}}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2701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142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2701"/>
              </a:lnSpc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2701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{{exp_2_bullets_block}} 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142"/>
              </a:lnSpc>
              <a:spcBef>
                <a:spcPts val="624"/>
              </a:spcBef>
              <a:spcAft>
                <a:spcPts val="425"/>
              </a:spcAft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2701"/>
              </a:lnSpc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2701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{{exp_3_bullets_block}} 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142"/>
              </a:lnSpc>
              <a:spcBef>
                <a:spcPts val="624"/>
              </a:spcBef>
              <a:spcAft>
                <a:spcPts val="425"/>
              </a:spcAft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2701"/>
              </a:lnSpc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{{exp_4_company}}   {{exp_4_dates}}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2701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{{exp_4_bullets_block}} 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142"/>
              </a:lnSpc>
              <a:spcBef>
                <a:spcPts val="624"/>
              </a:spcBef>
              <a:spcAft>
                <a:spcPts val="425"/>
              </a:spcAft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2701"/>
              </a:lnSpc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{{exp_5_role}}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{{exp_5_company}}   {{exp_5_dates}}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2701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{{exp_5_bullets_block}} 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61" name="TextBox 37"/>
          <p:cNvSpPr/>
          <p:nvPr/>
        </p:nvSpPr>
        <p:spPr>
          <a:xfrm>
            <a:off x="1131120" y="10261440"/>
            <a:ext cx="189626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916920" y="276840"/>
            <a:ext cx="1955196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Freeform 4"/>
          <p:cNvSpPr/>
          <p:nvPr/>
        </p:nvSpPr>
        <p:spPr>
          <a:xfrm>
            <a:off x="7183080" y="3275640"/>
            <a:ext cx="434520" cy="450000"/>
          </a:xfrm>
          <a:custGeom>
            <a:avLst/>
            <a:gdLst>
              <a:gd name="textAreaLeft" fmla="*/ 0 w 434520"/>
              <a:gd name="textAreaRight" fmla="*/ 441720 w 434520"/>
              <a:gd name="textAreaTop" fmla="*/ 0 h 450000"/>
              <a:gd name="textAreaBottom" fmla="*/ 457200 h 45000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5"/>
          <p:cNvSpPr/>
          <p:nvPr/>
        </p:nvSpPr>
        <p:spPr>
          <a:xfrm>
            <a:off x="7349400" y="3400920"/>
            <a:ext cx="101880" cy="226080"/>
          </a:xfrm>
          <a:custGeom>
            <a:avLst/>
            <a:gdLst>
              <a:gd name="textAreaLeft" fmla="*/ 0 w 101880"/>
              <a:gd name="textAreaRight" fmla="*/ 109080 w 101880"/>
              <a:gd name="textAreaTop" fmla="*/ 0 h 226080"/>
              <a:gd name="textAreaBottom" fmla="*/ 233280 h 22608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6"/>
          <p:cNvSpPr/>
          <p:nvPr/>
        </p:nvSpPr>
        <p:spPr>
          <a:xfrm>
            <a:off x="7821720" y="3257280"/>
            <a:ext cx="34740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7"/>
          <p:cNvSpPr/>
          <p:nvPr/>
        </p:nvSpPr>
        <p:spPr>
          <a:xfrm>
            <a:off x="900000" y="3267000"/>
            <a:ext cx="434520" cy="450000"/>
          </a:xfrm>
          <a:custGeom>
            <a:avLst/>
            <a:gdLst>
              <a:gd name="textAreaLeft" fmla="*/ 0 w 434520"/>
              <a:gd name="textAreaRight" fmla="*/ 441720 w 434520"/>
              <a:gd name="textAreaTop" fmla="*/ 0 h 450000"/>
              <a:gd name="textAreaBottom" fmla="*/ 457200 h 45000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Freeform 8"/>
          <p:cNvSpPr/>
          <p:nvPr/>
        </p:nvSpPr>
        <p:spPr>
          <a:xfrm>
            <a:off x="1019160" y="3413520"/>
            <a:ext cx="207720" cy="183600"/>
          </a:xfrm>
          <a:custGeom>
            <a:avLst/>
            <a:gdLst>
              <a:gd name="textAreaLeft" fmla="*/ 0 w 207720"/>
              <a:gd name="textAreaRight" fmla="*/ 214920 w 207720"/>
              <a:gd name="textAreaTop" fmla="*/ 0 h 183600"/>
              <a:gd name="textAreaBottom" fmla="*/ 190800 h 18360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9"/>
          <p:cNvSpPr/>
          <p:nvPr/>
        </p:nvSpPr>
        <p:spPr>
          <a:xfrm>
            <a:off x="1538640" y="3257280"/>
            <a:ext cx="52794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Freeform 10"/>
          <p:cNvSpPr/>
          <p:nvPr/>
        </p:nvSpPr>
        <p:spPr>
          <a:xfrm>
            <a:off x="11788200" y="3279600"/>
            <a:ext cx="446040" cy="446040"/>
          </a:xfrm>
          <a:custGeom>
            <a:avLst/>
            <a:gdLst>
              <a:gd name="textAreaLeft" fmla="*/ 0 w 446040"/>
              <a:gd name="textAreaRight" fmla="*/ 453240 w 446040"/>
              <a:gd name="textAreaTop" fmla="*/ 0 h 446040"/>
              <a:gd name="textAreaBottom" fmla="*/ 453240 h 44604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1"/>
          <p:cNvSpPr/>
          <p:nvPr/>
        </p:nvSpPr>
        <p:spPr>
          <a:xfrm>
            <a:off x="12457080" y="3204000"/>
            <a:ext cx="449748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1" name="Group 12"/>
          <p:cNvGrpSpPr/>
          <p:nvPr/>
        </p:nvGrpSpPr>
        <p:grpSpPr>
          <a:xfrm>
            <a:off x="1243080" y="4899600"/>
            <a:ext cx="18952920" cy="19800"/>
            <a:chOff x="1243080" y="4899600"/>
            <a:chExt cx="18952920" cy="19800"/>
          </a:xfrm>
        </p:grpSpPr>
        <p:sp>
          <p:nvSpPr>
            <p:cNvPr id="72" name="Freeform 13"/>
            <p:cNvSpPr/>
            <p:nvPr/>
          </p:nvSpPr>
          <p:spPr>
            <a:xfrm>
              <a:off x="1243080" y="489960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3" name="TextBox 14"/>
          <p:cNvSpPr/>
          <p:nvPr/>
        </p:nvSpPr>
        <p:spPr>
          <a:xfrm>
            <a:off x="1186560" y="4964760"/>
            <a:ext cx="189529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5"/>
          <p:cNvSpPr/>
          <p:nvPr/>
        </p:nvSpPr>
        <p:spPr>
          <a:xfrm>
            <a:off x="1186560" y="433728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5" name="Group 21"/>
          <p:cNvGrpSpPr/>
          <p:nvPr/>
        </p:nvGrpSpPr>
        <p:grpSpPr>
          <a:xfrm>
            <a:off x="1213920" y="7863840"/>
            <a:ext cx="18952920" cy="19800"/>
            <a:chOff x="1213920" y="7863840"/>
            <a:chExt cx="18952920" cy="19800"/>
          </a:xfrm>
        </p:grpSpPr>
        <p:sp>
          <p:nvSpPr>
            <p:cNvPr id="76" name="Freeform 22"/>
            <p:cNvSpPr/>
            <p:nvPr/>
          </p:nvSpPr>
          <p:spPr>
            <a:xfrm>
              <a:off x="1213920" y="786384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TextBox 23"/>
          <p:cNvSpPr/>
          <p:nvPr/>
        </p:nvSpPr>
        <p:spPr>
          <a:xfrm>
            <a:off x="1213920" y="734436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8" name="Group 27"/>
          <p:cNvGrpSpPr/>
          <p:nvPr/>
        </p:nvGrpSpPr>
        <p:grpSpPr>
          <a:xfrm>
            <a:off x="1066320" y="19567440"/>
            <a:ext cx="18953280" cy="20160"/>
            <a:chOff x="1066320" y="19567440"/>
            <a:chExt cx="18953280" cy="20160"/>
          </a:xfrm>
        </p:grpSpPr>
        <p:sp>
          <p:nvSpPr>
            <p:cNvPr id="79" name="Freeform 1"/>
            <p:cNvSpPr/>
            <p:nvPr/>
          </p:nvSpPr>
          <p:spPr>
            <a:xfrm>
              <a:off x="1066320" y="1956744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29"/>
          <p:cNvSpPr/>
          <p:nvPr/>
        </p:nvSpPr>
        <p:spPr>
          <a:xfrm>
            <a:off x="1066320" y="1906488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1" name="Group 32"/>
          <p:cNvGrpSpPr/>
          <p:nvPr/>
        </p:nvGrpSpPr>
        <p:grpSpPr>
          <a:xfrm>
            <a:off x="1080360" y="27107640"/>
            <a:ext cx="18953280" cy="20160"/>
            <a:chOff x="1080360" y="27107640"/>
            <a:chExt cx="18953280" cy="20160"/>
          </a:xfrm>
        </p:grpSpPr>
        <p:sp>
          <p:nvSpPr>
            <p:cNvPr id="82" name="Freeform 33"/>
            <p:cNvSpPr/>
            <p:nvPr/>
          </p:nvSpPr>
          <p:spPr>
            <a:xfrm>
              <a:off x="1080360" y="2710764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TextBox 34"/>
          <p:cNvSpPr/>
          <p:nvPr/>
        </p:nvSpPr>
        <p:spPr>
          <a:xfrm>
            <a:off x="1066320" y="27304560"/>
            <a:ext cx="1927188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5"/>
          <p:cNvSpPr/>
          <p:nvPr/>
        </p:nvSpPr>
        <p:spPr>
          <a:xfrm>
            <a:off x="1080360" y="2660436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0"/>
          <p:cNvSpPr/>
          <p:nvPr/>
        </p:nvSpPr>
        <p:spPr>
          <a:xfrm>
            <a:off x="1066680" y="20598480"/>
            <a:ext cx="58168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1"/>
          <p:cNvSpPr/>
          <p:nvPr/>
        </p:nvSpPr>
        <p:spPr>
          <a:xfrm>
            <a:off x="1066680" y="19589760"/>
            <a:ext cx="1909188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42"/>
          <p:cNvSpPr/>
          <p:nvPr/>
        </p:nvSpPr>
        <p:spPr>
          <a:xfrm>
            <a:off x="6972840" y="20657880"/>
            <a:ext cx="598176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Lato"/>
            </a:endParaRPr>
          </a:p>
        </p:txBody>
      </p:sp>
      <p:sp>
        <p:nvSpPr>
          <p:cNvPr id="88" name="TextBox 43"/>
          <p:cNvSpPr/>
          <p:nvPr/>
        </p:nvSpPr>
        <p:spPr>
          <a:xfrm>
            <a:off x="7920720" y="19769760"/>
            <a:ext cx="5577480" cy="90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44"/>
          <p:cNvSpPr/>
          <p:nvPr/>
        </p:nvSpPr>
        <p:spPr>
          <a:xfrm>
            <a:off x="14040360" y="20685960"/>
            <a:ext cx="5752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45"/>
          <p:cNvSpPr/>
          <p:nvPr/>
        </p:nvSpPr>
        <p:spPr>
          <a:xfrm>
            <a:off x="14760360" y="19769760"/>
            <a:ext cx="575208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1" name="Group 1"/>
          <p:cNvGrpSpPr/>
          <p:nvPr/>
        </p:nvGrpSpPr>
        <p:grpSpPr>
          <a:xfrm>
            <a:off x="1066680" y="21763800"/>
            <a:ext cx="18953280" cy="20160"/>
            <a:chOff x="1066680" y="21763800"/>
            <a:chExt cx="18953280" cy="20160"/>
          </a:xfrm>
        </p:grpSpPr>
        <p:sp>
          <p:nvSpPr>
            <p:cNvPr id="92" name="Freeform 2"/>
            <p:cNvSpPr/>
            <p:nvPr/>
          </p:nvSpPr>
          <p:spPr>
            <a:xfrm>
              <a:off x="1066680" y="2176380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3" name="TextBox 1"/>
          <p:cNvSpPr/>
          <p:nvPr/>
        </p:nvSpPr>
        <p:spPr>
          <a:xfrm>
            <a:off x="1066680" y="2126124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CURSOS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3"/>
          <p:cNvSpPr/>
          <p:nvPr/>
        </p:nvSpPr>
        <p:spPr>
          <a:xfrm>
            <a:off x="1067040" y="22794840"/>
            <a:ext cx="58168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4"/>
          <p:cNvSpPr/>
          <p:nvPr/>
        </p:nvSpPr>
        <p:spPr>
          <a:xfrm>
            <a:off x="1067040" y="21858120"/>
            <a:ext cx="19091880" cy="11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</p:txBody>
      </p:sp>
      <p:sp>
        <p:nvSpPr>
          <p:cNvPr id="96" name="TextBox 8"/>
          <p:cNvSpPr/>
          <p:nvPr/>
        </p:nvSpPr>
        <p:spPr>
          <a:xfrm>
            <a:off x="14040720" y="22882320"/>
            <a:ext cx="5752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10"/>
          <p:cNvSpPr/>
          <p:nvPr/>
        </p:nvSpPr>
        <p:spPr>
          <a:xfrm>
            <a:off x="14760720" y="21966120"/>
            <a:ext cx="575208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8" name="Group 2"/>
          <p:cNvGrpSpPr/>
          <p:nvPr/>
        </p:nvGrpSpPr>
        <p:grpSpPr>
          <a:xfrm>
            <a:off x="1067040" y="23636160"/>
            <a:ext cx="18953280" cy="20160"/>
            <a:chOff x="1067040" y="23636160"/>
            <a:chExt cx="18953280" cy="20160"/>
          </a:xfrm>
        </p:grpSpPr>
        <p:sp>
          <p:nvSpPr>
            <p:cNvPr id="99" name="Freeform 3"/>
            <p:cNvSpPr/>
            <p:nvPr/>
          </p:nvSpPr>
          <p:spPr>
            <a:xfrm>
              <a:off x="1067040" y="2363616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0" name="TextBox 5"/>
          <p:cNvSpPr/>
          <p:nvPr/>
        </p:nvSpPr>
        <p:spPr>
          <a:xfrm>
            <a:off x="1067040" y="2309760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 E INFORMATICA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7"/>
          <p:cNvSpPr/>
          <p:nvPr/>
        </p:nvSpPr>
        <p:spPr>
          <a:xfrm>
            <a:off x="1067400" y="25531200"/>
            <a:ext cx="58168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2"/>
          <p:cNvSpPr/>
          <p:nvPr/>
        </p:nvSpPr>
        <p:spPr>
          <a:xfrm>
            <a:off x="1067400" y="23652720"/>
            <a:ext cx="19091880" cy="280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{{it_1}}}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{{it_3}}}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</p:txBody>
      </p:sp>
      <p:sp>
        <p:nvSpPr>
          <p:cNvPr id="103" name="TextBox 13"/>
          <p:cNvSpPr/>
          <p:nvPr/>
        </p:nvSpPr>
        <p:spPr>
          <a:xfrm>
            <a:off x="14041080" y="25618680"/>
            <a:ext cx="5752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6"/>
          <p:cNvSpPr/>
          <p:nvPr/>
        </p:nvSpPr>
        <p:spPr>
          <a:xfrm>
            <a:off x="14761080" y="24702480"/>
            <a:ext cx="575208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2026-03-08T20:44:43Z</dcterms:modified>
  <cp:revision>28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