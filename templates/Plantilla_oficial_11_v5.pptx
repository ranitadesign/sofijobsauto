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07A0E4-A999-4129-9DD0-2FB4238ACA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28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28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72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72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F4C8DB-CCE6-4C32-9A6F-47FF5D3253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2142E4-2360-4BD4-9A58-2F14A5E26D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723A1D-5E60-4FC8-8E1F-0A6E1B310D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160" cy="115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64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160" cy="468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AD3457-D858-4266-BBAA-F969EED31E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400" cy="5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400" cy="41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400" cy="79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043F12-0605-4757-AC16-B60F5D9B03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400" cy="14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5D6F55-88A5-4E81-9B3A-BE1152AE12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EA096D-923B-4755-82C2-DC199C3E71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40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92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1F6532-1FF7-4934-944E-3C6B1FD0D2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1C4225-AFF0-4D42-A73E-E391C1899E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400" cy="135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400" cy="149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F4D9EA-4FA5-4CF8-B5A2-1C56BBA54F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9000000"/>
            <a:ext cx="18949680" cy="168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60000" y="8753400"/>
            <a:ext cx="18963360" cy="58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7"/>
          <p:cNvSpPr/>
          <p:nvPr/>
        </p:nvSpPr>
        <p:spPr>
          <a:xfrm>
            <a:off x="1131120" y="10837440"/>
            <a:ext cx="189633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7"/>
          <p:cNvGrpSpPr/>
          <p:nvPr/>
        </p:nvGrpSpPr>
        <p:grpSpPr>
          <a:xfrm>
            <a:off x="1065960" y="21547080"/>
            <a:ext cx="18953640" cy="20520"/>
            <a:chOff x="1065960" y="21547080"/>
            <a:chExt cx="18953640" cy="20520"/>
          </a:xfrm>
        </p:grpSpPr>
        <p:sp>
          <p:nvSpPr>
            <p:cNvPr id="63" name="Freeform 28"/>
            <p:cNvSpPr/>
            <p:nvPr/>
          </p:nvSpPr>
          <p:spPr>
            <a:xfrm>
              <a:off x="1065960" y="215470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1065960" y="2104452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2"/>
          <p:cNvGrpSpPr/>
          <p:nvPr/>
        </p:nvGrpSpPr>
        <p:grpSpPr>
          <a:xfrm>
            <a:off x="1080000" y="24479280"/>
            <a:ext cx="18953640" cy="20520"/>
            <a:chOff x="1080000" y="24479280"/>
            <a:chExt cx="18953640" cy="20520"/>
          </a:xfrm>
        </p:grpSpPr>
        <p:sp>
          <p:nvSpPr>
            <p:cNvPr id="66" name="Freeform 33"/>
            <p:cNvSpPr/>
            <p:nvPr/>
          </p:nvSpPr>
          <p:spPr>
            <a:xfrm>
              <a:off x="1080000" y="2447928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4"/>
          <p:cNvSpPr/>
          <p:nvPr/>
        </p:nvSpPr>
        <p:spPr>
          <a:xfrm>
            <a:off x="1065960" y="24712200"/>
            <a:ext cx="1927224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1080000" y="2394000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916920" y="852840"/>
            <a:ext cx="1955268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4"/>
          <p:cNvSpPr/>
          <p:nvPr/>
        </p:nvSpPr>
        <p:spPr>
          <a:xfrm>
            <a:off x="7183080" y="385164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5"/>
          <p:cNvSpPr/>
          <p:nvPr/>
        </p:nvSpPr>
        <p:spPr>
          <a:xfrm>
            <a:off x="7349400" y="3976920"/>
            <a:ext cx="102600" cy="226800"/>
          </a:xfrm>
          <a:custGeom>
            <a:avLst/>
            <a:gdLst>
              <a:gd name="textAreaLeft" fmla="*/ 0 w 102600"/>
              <a:gd name="textAreaRight" fmla="*/ 109080 w 102600"/>
              <a:gd name="textAreaTop" fmla="*/ 0 h 226800"/>
              <a:gd name="textAreaBottom" fmla="*/ 233280 h 22680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7821720" y="3833280"/>
            <a:ext cx="34747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7"/>
          <p:cNvSpPr/>
          <p:nvPr/>
        </p:nvSpPr>
        <p:spPr>
          <a:xfrm>
            <a:off x="900000" y="3843000"/>
            <a:ext cx="435240" cy="450720"/>
          </a:xfrm>
          <a:custGeom>
            <a:avLst/>
            <a:gdLst>
              <a:gd name="textAreaLeft" fmla="*/ 0 w 435240"/>
              <a:gd name="textAreaRight" fmla="*/ 441720 w 435240"/>
              <a:gd name="textAreaTop" fmla="*/ 0 h 450720"/>
              <a:gd name="textAreaBottom" fmla="*/ 457200 h 45072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8"/>
          <p:cNvSpPr/>
          <p:nvPr/>
        </p:nvSpPr>
        <p:spPr>
          <a:xfrm>
            <a:off x="1019160" y="3989520"/>
            <a:ext cx="208440" cy="184320"/>
          </a:xfrm>
          <a:custGeom>
            <a:avLst/>
            <a:gdLst>
              <a:gd name="textAreaLeft" fmla="*/ 0 w 208440"/>
              <a:gd name="textAreaRight" fmla="*/ 214920 w 208440"/>
              <a:gd name="textAreaTop" fmla="*/ 0 h 184320"/>
              <a:gd name="textAreaBottom" fmla="*/ 190800 h 18432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538640" y="3833280"/>
            <a:ext cx="52801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reeform 10"/>
          <p:cNvSpPr/>
          <p:nvPr/>
        </p:nvSpPr>
        <p:spPr>
          <a:xfrm>
            <a:off x="11788200" y="3855600"/>
            <a:ext cx="446760" cy="446760"/>
          </a:xfrm>
          <a:custGeom>
            <a:avLst/>
            <a:gdLst>
              <a:gd name="textAreaLeft" fmla="*/ 0 w 446760"/>
              <a:gd name="textAreaRight" fmla="*/ 453240 w 446760"/>
              <a:gd name="textAreaTop" fmla="*/ 0 h 446760"/>
              <a:gd name="textAreaBottom" fmla="*/ 453240 h 44676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12457080" y="3780000"/>
            <a:ext cx="44982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12"/>
          <p:cNvGrpSpPr/>
          <p:nvPr/>
        </p:nvGrpSpPr>
        <p:grpSpPr>
          <a:xfrm>
            <a:off x="1243080" y="5475600"/>
            <a:ext cx="18953640" cy="20520"/>
            <a:chOff x="1243080" y="5475600"/>
            <a:chExt cx="18953640" cy="20520"/>
          </a:xfrm>
        </p:grpSpPr>
        <p:sp>
          <p:nvSpPr>
            <p:cNvPr id="79" name="Freeform 13"/>
            <p:cNvSpPr/>
            <p:nvPr/>
          </p:nvSpPr>
          <p:spPr>
            <a:xfrm>
              <a:off x="1243080" y="547560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186560" y="5540760"/>
            <a:ext cx="18953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1186560" y="491328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1"/>
          <p:cNvGrpSpPr/>
          <p:nvPr/>
        </p:nvGrpSpPr>
        <p:grpSpPr>
          <a:xfrm>
            <a:off x="1213920" y="8439840"/>
            <a:ext cx="18953640" cy="20520"/>
            <a:chOff x="1213920" y="8439840"/>
            <a:chExt cx="18953640" cy="20520"/>
          </a:xfrm>
        </p:grpSpPr>
        <p:sp>
          <p:nvSpPr>
            <p:cNvPr id="83" name="Freeform 22"/>
            <p:cNvSpPr/>
            <p:nvPr/>
          </p:nvSpPr>
          <p:spPr>
            <a:xfrm>
              <a:off x="1213920" y="8439840"/>
              <a:ext cx="18953640" cy="20520"/>
            </a:xfrm>
            <a:custGeom>
              <a:avLst/>
              <a:gdLst>
                <a:gd name="textAreaLeft" fmla="*/ 0 w 18953640"/>
                <a:gd name="textAreaRight" fmla="*/ 18960120 w 18953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3"/>
          <p:cNvSpPr/>
          <p:nvPr/>
        </p:nvSpPr>
        <p:spPr>
          <a:xfrm>
            <a:off x="1213920" y="7920360"/>
            <a:ext cx="18953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1"/>
          <p:cNvSpPr/>
          <p:nvPr/>
        </p:nvSpPr>
        <p:spPr>
          <a:xfrm>
            <a:off x="1066320" y="21749760"/>
            <a:ext cx="1909224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1065960" y="28382760"/>
            <a:ext cx="18952200" cy="19080"/>
            <a:chOff x="1065960" y="28382760"/>
            <a:chExt cx="18952200" cy="19080"/>
          </a:xfrm>
        </p:grpSpPr>
        <p:sp>
          <p:nvSpPr>
            <p:cNvPr id="87" name="Freeform 1"/>
            <p:cNvSpPr/>
            <p:nvPr/>
          </p:nvSpPr>
          <p:spPr>
            <a:xfrm>
              <a:off x="1065960" y="283827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5"/>
          <p:cNvSpPr/>
          <p:nvPr/>
        </p:nvSpPr>
        <p:spPr>
          <a:xfrm>
            <a:off x="1036080" y="2879100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7740000" y="2880036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8"/>
          <p:cNvSpPr/>
          <p:nvPr/>
        </p:nvSpPr>
        <p:spPr>
          <a:xfrm>
            <a:off x="1065960" y="278802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14427000" y="2879100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2026-02-13T13:24:15Z</dcterms:modified>
  <cp:revision>26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