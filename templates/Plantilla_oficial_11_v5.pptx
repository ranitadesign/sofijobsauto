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Poppins Bold"/>
    </p:embeddedFont>
    <p:embeddedFont>
      <p:font typeface="Montserrat"/>
    </p:embeddedFont>
    <p:embeddedFont>
      <p:font typeface="Lato"/>
    </p:embeddedFont>
    <p:embeddedFont>
      <p:font typeface="LATO"/>
    </p:embeddedFont>
    <p:embeddedFont>
      <p:font typeface="Microsoft YaHei"/>
      <p:regular r:id="rId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9E38F6-131E-4A5D-B2E9-7349ABE06D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71F42C-6FAF-4FC2-BF2D-8A712F4BC3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57842-0671-4D3A-9504-F30C980C05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243B1A-9DE2-4338-9C7C-B56E37CDC9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594AC3-9BCC-4F1D-B396-BFC5C2BB0C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76E131-CD57-4DE3-9DFC-758021D6F0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14DEE1-C230-4C2A-A598-9CA7363397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F0FE3C-D48F-406F-AB81-EC38658E27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AB448-9087-40CB-A2C1-A4C0E626E0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9B2FB5-8917-4FD5-96B1-4322C95D7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2A678B-6C93-44AF-8012-CED2B8F555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916920" y="900000"/>
            <a:ext cx="19552680" cy="13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916920" y="2576520"/>
            <a:ext cx="1955268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6785280" y="4149720"/>
            <a:ext cx="435240" cy="450720"/>
          </a:xfrm>
          <a:custGeom>
            <a:avLst/>
            <a:gdLst>
              <a:gd name="textAreaLeft" fmla="*/ 0 w 435240"/>
              <a:gd name="textAreaRight" fmla="*/ 441720 w 435240"/>
              <a:gd name="textAreaTop" fmla="*/ 0 h 450720"/>
              <a:gd name="textAreaBottom" fmla="*/ 457200 h 4507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5"/>
          <p:cNvSpPr/>
          <p:nvPr/>
        </p:nvSpPr>
        <p:spPr>
          <a:xfrm>
            <a:off x="6951600" y="4275000"/>
            <a:ext cx="102600" cy="226800"/>
          </a:xfrm>
          <a:custGeom>
            <a:avLst/>
            <a:gdLst>
              <a:gd name="textAreaLeft" fmla="*/ 0 w 102600"/>
              <a:gd name="textAreaRight" fmla="*/ 109080 w 102600"/>
              <a:gd name="textAreaTop" fmla="*/ 0 h 226800"/>
              <a:gd name="textAreaBottom" fmla="*/ 233280 h 22680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7423920" y="4140000"/>
            <a:ext cx="34747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7"/>
          <p:cNvSpPr/>
          <p:nvPr/>
        </p:nvSpPr>
        <p:spPr>
          <a:xfrm>
            <a:off x="916920" y="4149720"/>
            <a:ext cx="435240" cy="450720"/>
          </a:xfrm>
          <a:custGeom>
            <a:avLst/>
            <a:gdLst>
              <a:gd name="textAreaLeft" fmla="*/ 0 w 435240"/>
              <a:gd name="textAreaRight" fmla="*/ 441720 w 435240"/>
              <a:gd name="textAreaTop" fmla="*/ 0 h 450720"/>
              <a:gd name="textAreaBottom" fmla="*/ 457200 h 4507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8"/>
          <p:cNvSpPr/>
          <p:nvPr/>
        </p:nvSpPr>
        <p:spPr>
          <a:xfrm>
            <a:off x="1036080" y="4296240"/>
            <a:ext cx="208440" cy="184320"/>
          </a:xfrm>
          <a:custGeom>
            <a:avLst/>
            <a:gdLst>
              <a:gd name="textAreaLeft" fmla="*/ 0 w 208440"/>
              <a:gd name="textAreaRight" fmla="*/ 214920 w 208440"/>
              <a:gd name="textAreaTop" fmla="*/ 0 h 184320"/>
              <a:gd name="textAreaBottom" fmla="*/ 190800 h 18432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1555560" y="4140000"/>
            <a:ext cx="4921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10"/>
          <p:cNvSpPr/>
          <p:nvPr/>
        </p:nvSpPr>
        <p:spPr>
          <a:xfrm>
            <a:off x="11390400" y="4153680"/>
            <a:ext cx="446760" cy="446760"/>
          </a:xfrm>
          <a:custGeom>
            <a:avLst/>
            <a:gdLst>
              <a:gd name="textAreaLeft" fmla="*/ 0 w 446760"/>
              <a:gd name="textAreaRight" fmla="*/ 453240 w 446760"/>
              <a:gd name="textAreaTop" fmla="*/ 0 h 446760"/>
              <a:gd name="textAreaBottom" fmla="*/ 453240 h 44676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12059280" y="4078080"/>
            <a:ext cx="43174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12"/>
          <p:cNvGrpSpPr/>
          <p:nvPr/>
        </p:nvGrpSpPr>
        <p:grpSpPr>
          <a:xfrm>
            <a:off x="1065960" y="5758920"/>
            <a:ext cx="18953640" cy="20520"/>
            <a:chOff x="1065960" y="5758920"/>
            <a:chExt cx="18953640" cy="20520"/>
          </a:xfrm>
        </p:grpSpPr>
        <p:sp>
          <p:nvSpPr>
            <p:cNvPr id="70" name="Freeform 13"/>
            <p:cNvSpPr/>
            <p:nvPr/>
          </p:nvSpPr>
          <p:spPr>
            <a:xfrm>
              <a:off x="1065960" y="575892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14"/>
          <p:cNvSpPr/>
          <p:nvPr/>
        </p:nvSpPr>
        <p:spPr>
          <a:xfrm>
            <a:off x="1065960" y="5780160"/>
            <a:ext cx="18953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{{about}}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1065960" y="522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OBJETIVO PROFESIONAL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16"/>
          <p:cNvGrpSpPr/>
          <p:nvPr/>
        </p:nvGrpSpPr>
        <p:grpSpPr>
          <a:xfrm>
            <a:off x="1065960" y="28382400"/>
            <a:ext cx="18953640" cy="20520"/>
            <a:chOff x="1065960" y="28382400"/>
            <a:chExt cx="18953640" cy="20520"/>
          </a:xfrm>
        </p:grpSpPr>
        <p:sp>
          <p:nvSpPr>
            <p:cNvPr id="74" name="Freeform 17"/>
            <p:cNvSpPr/>
            <p:nvPr/>
          </p:nvSpPr>
          <p:spPr>
            <a:xfrm>
              <a:off x="1065960" y="2838240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18"/>
          <p:cNvSpPr/>
          <p:nvPr/>
        </p:nvSpPr>
        <p:spPr>
          <a:xfrm>
            <a:off x="1036080" y="28790640"/>
            <a:ext cx="3708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{{idioma_1}}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5850360" y="28790640"/>
            <a:ext cx="36889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{{idioma_2}}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1065960" y="2787984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IDIOMAS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roup 21"/>
          <p:cNvGrpSpPr/>
          <p:nvPr/>
        </p:nvGrpSpPr>
        <p:grpSpPr>
          <a:xfrm>
            <a:off x="1009440" y="8439480"/>
            <a:ext cx="18953640" cy="20520"/>
            <a:chOff x="1009440" y="8439480"/>
            <a:chExt cx="18953640" cy="20520"/>
          </a:xfrm>
        </p:grpSpPr>
        <p:sp>
          <p:nvSpPr>
            <p:cNvPr id="79" name="Freeform 22"/>
            <p:cNvSpPr/>
            <p:nvPr/>
          </p:nvSpPr>
          <p:spPr>
            <a:xfrm>
              <a:off x="1009440" y="843948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23"/>
          <p:cNvSpPr/>
          <p:nvPr/>
        </p:nvSpPr>
        <p:spPr>
          <a:xfrm>
            <a:off x="1009440" y="792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EXPERIENCIA PROFESIONAL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4"/>
          <p:cNvSpPr/>
          <p:nvPr/>
        </p:nvSpPr>
        <p:spPr>
          <a:xfrm>
            <a:off x="971640" y="9000000"/>
            <a:ext cx="189522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5"/>
          <p:cNvSpPr/>
          <p:nvPr/>
        </p:nvSpPr>
        <p:spPr>
          <a:xfrm>
            <a:off x="1011240" y="8753400"/>
            <a:ext cx="18965880" cy="85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{{exp_1_role}}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{{exp_1_company}}   {{exp_1_dates}}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{{exp_1_bullets_block}}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{{exp_2_role}}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{{exp_2_company}}   {{exp_2_dates}}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{{exp_2_bullets_block}}</a:t>
            </a: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{{exp_3_role}}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{{exp_3_company}}   {{exp_3_dates}}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{{exp_3_bullets_block}}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{{exp_4_role}}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{{exp_4_company}}   {{exp_4_dates}}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{{exp_4_bullets_block}}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7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{{exp_5_role}}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{{exp_5_company}}   {{exp_5_dates}}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{{exp_5_bullets_block}}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roup 27"/>
          <p:cNvGrpSpPr/>
          <p:nvPr/>
        </p:nvGrpSpPr>
        <p:grpSpPr>
          <a:xfrm>
            <a:off x="1065960" y="22008960"/>
            <a:ext cx="18953640" cy="20520"/>
            <a:chOff x="1065960" y="22008960"/>
            <a:chExt cx="18953640" cy="20520"/>
          </a:xfrm>
        </p:grpSpPr>
        <p:sp>
          <p:nvSpPr>
            <p:cNvPr id="84" name="Freeform 28"/>
            <p:cNvSpPr/>
            <p:nvPr/>
          </p:nvSpPr>
          <p:spPr>
            <a:xfrm>
              <a:off x="1065960" y="2200896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29"/>
          <p:cNvSpPr/>
          <p:nvPr/>
        </p:nvSpPr>
        <p:spPr>
          <a:xfrm>
            <a:off x="1065960" y="2142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EDUCACIÓN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1"/>
          <p:cNvSpPr/>
          <p:nvPr/>
        </p:nvSpPr>
        <p:spPr>
          <a:xfrm>
            <a:off x="1065960" y="22211280"/>
            <a:ext cx="576972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{{edu_1_degree}}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{{edu_1_school}}  {{edu_1_years}}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roup 32"/>
          <p:cNvGrpSpPr/>
          <p:nvPr/>
        </p:nvGrpSpPr>
        <p:grpSpPr>
          <a:xfrm>
            <a:off x="1065960" y="24839280"/>
            <a:ext cx="18953640" cy="20520"/>
            <a:chOff x="1065960" y="24839280"/>
            <a:chExt cx="18953640" cy="20520"/>
          </a:xfrm>
        </p:grpSpPr>
        <p:sp>
          <p:nvSpPr>
            <p:cNvPr id="88" name="Freeform 33"/>
            <p:cNvSpPr/>
            <p:nvPr/>
          </p:nvSpPr>
          <p:spPr>
            <a:xfrm>
              <a:off x="1065960" y="24839280"/>
              <a:ext cx="18953640" cy="20520"/>
            </a:xfrm>
            <a:custGeom>
              <a:avLst/>
              <a:gdLst>
                <a:gd name="textAreaLeft" fmla="*/ 0 w 18953640"/>
                <a:gd name="textAreaRight" fmla="*/ 18960120 w 18953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34"/>
          <p:cNvSpPr/>
          <p:nvPr/>
        </p:nvSpPr>
        <p:spPr>
          <a:xfrm>
            <a:off x="1065960" y="25221240"/>
            <a:ext cx="480780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{{skill_1}}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{{skill_2}}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{{skill_3}}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5"/>
          <p:cNvSpPr/>
          <p:nvPr/>
        </p:nvSpPr>
        <p:spPr>
          <a:xfrm>
            <a:off x="1065960" y="24300000"/>
            <a:ext cx="1895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HABILIDADES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7"/>
          <p:cNvSpPr/>
          <p:nvPr/>
        </p:nvSpPr>
        <p:spPr>
          <a:xfrm>
            <a:off x="1131120" y="10837440"/>
            <a:ext cx="1896588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3"/>
          <p:cNvSpPr/>
          <p:nvPr/>
        </p:nvSpPr>
        <p:spPr>
          <a:xfrm>
            <a:off x="7920000" y="22211280"/>
            <a:ext cx="593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{{edu_2_degree}}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{{edu_2_school}}  {{edu_2_years}}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5"/>
          <p:cNvSpPr/>
          <p:nvPr/>
        </p:nvSpPr>
        <p:spPr>
          <a:xfrm>
            <a:off x="14940000" y="22227480"/>
            <a:ext cx="5039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{{edu_3_degree}}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{{edu_3_school}}  {{edu_3_years}}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6"/>
          <p:cNvSpPr/>
          <p:nvPr/>
        </p:nvSpPr>
        <p:spPr>
          <a:xfrm>
            <a:off x="5580000" y="25221240"/>
            <a:ext cx="480780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{{skill_4}}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{{skill_5}}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{{skill_6}}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7"/>
          <p:cNvSpPr/>
          <p:nvPr/>
        </p:nvSpPr>
        <p:spPr>
          <a:xfrm>
            <a:off x="10102680" y="28790640"/>
            <a:ext cx="573660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{{idioma_3}}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440" lvl="2" indent="-381600" defTabSz="914400">
              <a:lnSpc>
                <a:spcPts val="3566"/>
              </a:lnSpc>
              <a:buClr>
                <a:srgbClr val="1e1e1e"/>
              </a:buClr>
              <a:buFont typeface="Arial"/>
              <a:buChar char="⚬"/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2026-01-14T16:02:12Z</dcterms:modified>
  <cp:revision>19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