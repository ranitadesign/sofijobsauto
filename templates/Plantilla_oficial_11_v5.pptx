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roxima nova"/>
    </p:embeddedFont>
    <p:embeddedFont>
      <p:font typeface="Poppins"/>
      <p:regular r:id="rId5"/>
      <p:bold r:id="rId5"/>
    </p:embeddedFont>
    <p:embeddedFont>
      <p:font typeface="Garet"/>
      <p:regular r:id="rId6"/>
      <p:bold r:id="rId6"/>
    </p:embeddedFont>
    <p:embeddedFont>
      <p:font typeface="Poppins Bold"/>
    </p:embeddedFont>
    <p:embeddedFont>
      <p:font typeface="Microsoft YaHei"/>
      <p:regular r:id="rId7"/>
    </p:embeddedFont>
    <p:embeddedFont>
      <p:font typeface="Proxima Nova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Garet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Proxima_Nova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2D2FB3-EA58-40A3-91B0-AA73D01055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E1B6B3-B7BD-4184-93E4-909C118631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080" cy="115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56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080" cy="468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7AD994-112D-4DCB-8ACA-230396E5F8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320" cy="5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320" cy="4104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320" cy="79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3E04F4-3297-4EF2-86EE-523CEE7ED7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320" cy="14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6ACC2D-FD8A-42CC-A7CA-92DA16C05B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CBCF6F-235C-49FD-BF5D-0D7EFB1FEE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32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84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13D096-4C40-437F-A156-53E9A44BFEC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634970-6321-44DA-AF4E-8D5073F98B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320" cy="135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320" cy="149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D8A90F-00E6-4F3B-8417-45FA64EB34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BEFC05-34AF-44B9-8FFC-6393EE6116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20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20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64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64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0FAB54-7AE2-45DA-B83C-27A26614BA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4"/>
          <p:cNvSpPr/>
          <p:nvPr/>
        </p:nvSpPr>
        <p:spPr>
          <a:xfrm>
            <a:off x="971640" y="8424000"/>
            <a:ext cx="18948600" cy="168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5"/>
          <p:cNvSpPr/>
          <p:nvPr/>
        </p:nvSpPr>
        <p:spPr>
          <a:xfrm>
            <a:off x="1224000" y="7817400"/>
            <a:ext cx="18962280" cy="52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</a:t>
            </a: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624"/>
              </a:spcBef>
              <a:spcAft>
                <a:spcPts val="425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624"/>
              </a:spcBef>
              <a:spcAft>
                <a:spcPts val="425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624"/>
              </a:spcBef>
              <a:spcAft>
                <a:spcPts val="425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2"/>
          <p:cNvSpPr/>
          <p:nvPr/>
        </p:nvSpPr>
        <p:spPr>
          <a:xfrm>
            <a:off x="916920" y="276840"/>
            <a:ext cx="1955160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4"/>
          <p:cNvSpPr/>
          <p:nvPr/>
        </p:nvSpPr>
        <p:spPr>
          <a:xfrm>
            <a:off x="7183080" y="3275640"/>
            <a:ext cx="434160" cy="449640"/>
          </a:xfrm>
          <a:custGeom>
            <a:avLst/>
            <a:gdLst>
              <a:gd name="textAreaLeft" fmla="*/ 0 w 434160"/>
              <a:gd name="textAreaRight" fmla="*/ 441720 w 434160"/>
              <a:gd name="textAreaTop" fmla="*/ 0 h 449640"/>
              <a:gd name="textAreaBottom" fmla="*/ 457200 h 44964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5"/>
          <p:cNvSpPr/>
          <p:nvPr/>
        </p:nvSpPr>
        <p:spPr>
          <a:xfrm>
            <a:off x="7349400" y="3400920"/>
            <a:ext cx="101520" cy="225720"/>
          </a:xfrm>
          <a:custGeom>
            <a:avLst/>
            <a:gdLst>
              <a:gd name="textAreaLeft" fmla="*/ 0 w 101520"/>
              <a:gd name="textAreaRight" fmla="*/ 109080 w 101520"/>
              <a:gd name="textAreaTop" fmla="*/ 0 h 225720"/>
              <a:gd name="textAreaBottom" fmla="*/ 233280 h 22572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7821720" y="3257280"/>
            <a:ext cx="34736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7"/>
          <p:cNvSpPr/>
          <p:nvPr/>
        </p:nvSpPr>
        <p:spPr>
          <a:xfrm>
            <a:off x="900000" y="3267000"/>
            <a:ext cx="434160" cy="449640"/>
          </a:xfrm>
          <a:custGeom>
            <a:avLst/>
            <a:gdLst>
              <a:gd name="textAreaLeft" fmla="*/ 0 w 434160"/>
              <a:gd name="textAreaRight" fmla="*/ 441720 w 434160"/>
              <a:gd name="textAreaTop" fmla="*/ 0 h 449640"/>
              <a:gd name="textAreaBottom" fmla="*/ 457200 h 44964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8"/>
          <p:cNvSpPr/>
          <p:nvPr/>
        </p:nvSpPr>
        <p:spPr>
          <a:xfrm>
            <a:off x="1019160" y="3413520"/>
            <a:ext cx="207360" cy="183240"/>
          </a:xfrm>
          <a:custGeom>
            <a:avLst/>
            <a:gdLst>
              <a:gd name="textAreaLeft" fmla="*/ 0 w 207360"/>
              <a:gd name="textAreaRight" fmla="*/ 214920 w 207360"/>
              <a:gd name="textAreaTop" fmla="*/ 0 h 183240"/>
              <a:gd name="textAreaBottom" fmla="*/ 190800 h 18324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9"/>
          <p:cNvSpPr/>
          <p:nvPr/>
        </p:nvSpPr>
        <p:spPr>
          <a:xfrm>
            <a:off x="1538640" y="3257280"/>
            <a:ext cx="5279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10"/>
          <p:cNvSpPr/>
          <p:nvPr/>
        </p:nvSpPr>
        <p:spPr>
          <a:xfrm>
            <a:off x="11788200" y="3279600"/>
            <a:ext cx="445680" cy="445680"/>
          </a:xfrm>
          <a:custGeom>
            <a:avLst/>
            <a:gdLst>
              <a:gd name="textAreaLeft" fmla="*/ 0 w 445680"/>
              <a:gd name="textAreaRight" fmla="*/ 453240 w 445680"/>
              <a:gd name="textAreaTop" fmla="*/ 0 h 445680"/>
              <a:gd name="textAreaBottom" fmla="*/ 453240 h 44568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1"/>
          <p:cNvSpPr/>
          <p:nvPr/>
        </p:nvSpPr>
        <p:spPr>
          <a:xfrm>
            <a:off x="12457080" y="3204000"/>
            <a:ext cx="44971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12"/>
          <p:cNvGrpSpPr/>
          <p:nvPr/>
        </p:nvGrpSpPr>
        <p:grpSpPr>
          <a:xfrm>
            <a:off x="1243080" y="4899600"/>
            <a:ext cx="18952560" cy="19440"/>
            <a:chOff x="1243080" y="4899600"/>
            <a:chExt cx="18952560" cy="19440"/>
          </a:xfrm>
        </p:grpSpPr>
        <p:sp>
          <p:nvSpPr>
            <p:cNvPr id="71" name="Freeform 13"/>
            <p:cNvSpPr/>
            <p:nvPr/>
          </p:nvSpPr>
          <p:spPr>
            <a:xfrm>
              <a:off x="1243080" y="4899600"/>
              <a:ext cx="18952560" cy="19440"/>
            </a:xfrm>
            <a:custGeom>
              <a:avLst/>
              <a:gdLst>
                <a:gd name="textAreaLeft" fmla="*/ 0 w 18952560"/>
                <a:gd name="textAreaRight" fmla="*/ 18960120 w 18952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2" name="TextBox 14"/>
          <p:cNvSpPr/>
          <p:nvPr/>
        </p:nvSpPr>
        <p:spPr>
          <a:xfrm>
            <a:off x="1186560" y="4964760"/>
            <a:ext cx="18952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5"/>
          <p:cNvSpPr/>
          <p:nvPr/>
        </p:nvSpPr>
        <p:spPr>
          <a:xfrm>
            <a:off x="1186560" y="4337280"/>
            <a:ext cx="1895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1"/>
          <p:cNvGrpSpPr/>
          <p:nvPr/>
        </p:nvGrpSpPr>
        <p:grpSpPr>
          <a:xfrm>
            <a:off x="1213920" y="7863840"/>
            <a:ext cx="18952560" cy="19440"/>
            <a:chOff x="1213920" y="7863840"/>
            <a:chExt cx="18952560" cy="19440"/>
          </a:xfrm>
        </p:grpSpPr>
        <p:sp>
          <p:nvSpPr>
            <p:cNvPr id="75" name="Freeform 22"/>
            <p:cNvSpPr/>
            <p:nvPr/>
          </p:nvSpPr>
          <p:spPr>
            <a:xfrm>
              <a:off x="1213920" y="7863840"/>
              <a:ext cx="18952560" cy="19440"/>
            </a:xfrm>
            <a:custGeom>
              <a:avLst/>
              <a:gdLst>
                <a:gd name="textAreaLeft" fmla="*/ 0 w 18952560"/>
                <a:gd name="textAreaRight" fmla="*/ 18960120 w 18952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TextBox 23"/>
          <p:cNvSpPr/>
          <p:nvPr/>
        </p:nvSpPr>
        <p:spPr>
          <a:xfrm>
            <a:off x="1213920" y="7344360"/>
            <a:ext cx="1895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27"/>
          <p:cNvGrpSpPr/>
          <p:nvPr/>
        </p:nvGrpSpPr>
        <p:grpSpPr>
          <a:xfrm>
            <a:off x="1066320" y="19567440"/>
            <a:ext cx="18952920" cy="19800"/>
            <a:chOff x="1066320" y="19567440"/>
            <a:chExt cx="18952920" cy="19800"/>
          </a:xfrm>
        </p:grpSpPr>
        <p:sp>
          <p:nvSpPr>
            <p:cNvPr id="78" name="Freeform 1"/>
            <p:cNvSpPr/>
            <p:nvPr/>
          </p:nvSpPr>
          <p:spPr>
            <a:xfrm>
              <a:off x="1066320" y="195674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29"/>
          <p:cNvSpPr/>
          <p:nvPr/>
        </p:nvSpPr>
        <p:spPr>
          <a:xfrm>
            <a:off x="1066320" y="1906488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Group 32"/>
          <p:cNvGrpSpPr/>
          <p:nvPr/>
        </p:nvGrpSpPr>
        <p:grpSpPr>
          <a:xfrm>
            <a:off x="1080360" y="27107640"/>
            <a:ext cx="18952920" cy="19800"/>
            <a:chOff x="1080360" y="27107640"/>
            <a:chExt cx="18952920" cy="19800"/>
          </a:xfrm>
        </p:grpSpPr>
        <p:sp>
          <p:nvSpPr>
            <p:cNvPr id="81" name="Freeform 33"/>
            <p:cNvSpPr/>
            <p:nvPr/>
          </p:nvSpPr>
          <p:spPr>
            <a:xfrm>
              <a:off x="1080360" y="271076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34"/>
          <p:cNvSpPr/>
          <p:nvPr/>
        </p:nvSpPr>
        <p:spPr>
          <a:xfrm>
            <a:off x="1066320" y="2730456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5"/>
          <p:cNvSpPr/>
          <p:nvPr/>
        </p:nvSpPr>
        <p:spPr>
          <a:xfrm>
            <a:off x="1080360" y="266043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0"/>
          <p:cNvSpPr/>
          <p:nvPr/>
        </p:nvSpPr>
        <p:spPr>
          <a:xfrm>
            <a:off x="1066680" y="2059848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1"/>
          <p:cNvSpPr/>
          <p:nvPr/>
        </p:nvSpPr>
        <p:spPr>
          <a:xfrm>
            <a:off x="1066680" y="19589760"/>
            <a:ext cx="190915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2"/>
          <p:cNvSpPr/>
          <p:nvPr/>
        </p:nvSpPr>
        <p:spPr>
          <a:xfrm>
            <a:off x="6972840" y="20657880"/>
            <a:ext cx="598140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87" name="TextBox 43"/>
          <p:cNvSpPr/>
          <p:nvPr/>
        </p:nvSpPr>
        <p:spPr>
          <a:xfrm>
            <a:off x="7920720" y="19769760"/>
            <a:ext cx="557712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4"/>
          <p:cNvSpPr/>
          <p:nvPr/>
        </p:nvSpPr>
        <p:spPr>
          <a:xfrm>
            <a:off x="14040360" y="2068596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45"/>
          <p:cNvSpPr/>
          <p:nvPr/>
        </p:nvSpPr>
        <p:spPr>
          <a:xfrm>
            <a:off x="14760360" y="1976976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" name="Group 1"/>
          <p:cNvGrpSpPr/>
          <p:nvPr/>
        </p:nvGrpSpPr>
        <p:grpSpPr>
          <a:xfrm>
            <a:off x="1066680" y="21763800"/>
            <a:ext cx="18952920" cy="19800"/>
            <a:chOff x="1066680" y="21763800"/>
            <a:chExt cx="18952920" cy="19800"/>
          </a:xfrm>
        </p:grpSpPr>
        <p:sp>
          <p:nvSpPr>
            <p:cNvPr id="91" name="Freeform 2"/>
            <p:cNvSpPr/>
            <p:nvPr/>
          </p:nvSpPr>
          <p:spPr>
            <a:xfrm>
              <a:off x="1066680" y="2176380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2" name="TextBox 1"/>
          <p:cNvSpPr/>
          <p:nvPr/>
        </p:nvSpPr>
        <p:spPr>
          <a:xfrm>
            <a:off x="1066680" y="2126124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1067040" y="2279484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4"/>
          <p:cNvSpPr/>
          <p:nvPr/>
        </p:nvSpPr>
        <p:spPr>
          <a:xfrm>
            <a:off x="1067040" y="21858120"/>
            <a:ext cx="19091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8"/>
          <p:cNvSpPr/>
          <p:nvPr/>
        </p:nvSpPr>
        <p:spPr>
          <a:xfrm>
            <a:off x="14040720" y="2288232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14760720" y="2196612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7" name="Group 2"/>
          <p:cNvGrpSpPr/>
          <p:nvPr/>
        </p:nvGrpSpPr>
        <p:grpSpPr>
          <a:xfrm>
            <a:off x="1067040" y="23636160"/>
            <a:ext cx="18952920" cy="19800"/>
            <a:chOff x="1067040" y="23636160"/>
            <a:chExt cx="18952920" cy="19800"/>
          </a:xfrm>
        </p:grpSpPr>
        <p:sp>
          <p:nvSpPr>
            <p:cNvPr id="98" name="Freeform 3"/>
            <p:cNvSpPr/>
            <p:nvPr/>
          </p:nvSpPr>
          <p:spPr>
            <a:xfrm>
              <a:off x="1067040" y="2363616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9" name="TextBox 5"/>
          <p:cNvSpPr/>
          <p:nvPr/>
        </p:nvSpPr>
        <p:spPr>
          <a:xfrm>
            <a:off x="1067040" y="230976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7"/>
          <p:cNvSpPr/>
          <p:nvPr/>
        </p:nvSpPr>
        <p:spPr>
          <a:xfrm>
            <a:off x="1067400" y="2553120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2"/>
          <p:cNvSpPr/>
          <p:nvPr/>
        </p:nvSpPr>
        <p:spPr>
          <a:xfrm>
            <a:off x="1067400" y="23652720"/>
            <a:ext cx="1909152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3"/>
          <p:cNvSpPr/>
          <p:nvPr/>
        </p:nvSpPr>
        <p:spPr>
          <a:xfrm>
            <a:off x="14041080" y="2561868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6"/>
          <p:cNvSpPr/>
          <p:nvPr/>
        </p:nvSpPr>
        <p:spPr>
          <a:xfrm>
            <a:off x="14761080" y="2470248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2026-03-09T19:49:18Z</dcterms:modified>
  <cp:revision>29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