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Lato"/>
    </p:embeddedFont>
    <p:embeddedFont>
      <p:font typeface="Now Bold"/>
    </p:embeddedFont>
    <p:embeddedFont>
      <p:font typeface="Montserrat"/>
      <p:regular r:id="rId4"/>
      <p:bold r:id="rId4"/>
    </p:embeddedFont>
    <p:embeddedFont>
      <p:font typeface="Microsoft YaHei"/>
      <p:regular r:id="rId5"/>
    </p:embeddedFont>
    <p:embeddedFont>
      <p:font typeface="Poppins"/>
      <p:regular r:id="rId6"/>
      <p:bold r:id="rId6"/>
    </p:embeddedFont>
    <p:embeddedFont>
      <p:font typeface="Garet"/>
      <p:regular r:id="rId7"/>
      <p:bold r:id="rId7"/>
    </p:embeddedFont>
    <p:embeddedFont>
      <p:font typeface="Garet Bold Italics"/>
    </p:embeddedFont>
    <p:embeddedFont>
      <p:font typeface="Garet Italics"/>
    </p:embeddedFont>
    <p:embeddedFont>
      <p:font typeface="Gare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Poppins_Regular.fntdata"/><Relationship Id="rId7" Type="http://schemas.openxmlformats.org/officeDocument/2006/relationships/font" Target="fonts/Font_4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920" cy="13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920" cy="149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3079396-FCF5-4165-9240-04BD9F01EF5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00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00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D893167-3CAF-4064-BD2B-CB8B42E87F0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800" cy="63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800" cy="394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240" cy="63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240" cy="394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B9A2E0-C9CA-4C89-B5A5-A26AD08733D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992AD4B-2A10-4FC3-9C7C-FBC758E718C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57EBECA-87EC-4166-B06C-EF313F4D9E1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1680" cy="115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160" cy="584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1680" cy="468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DF51F16-1F63-4960-B30B-0F3F712B730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920" cy="5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920" cy="410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920" cy="79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9A8B735-5F36-4CF6-BB2F-CC64B5785B8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920" cy="14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EC8978B-3C55-4539-A7A5-D4CC82389FB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12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E8B11D4-42D7-498D-9295-7EA541F9535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920" cy="584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440" cy="584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6C77ACE-80F9-4236-82A3-4C13861DFDA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12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24AA667-265B-4865-8A6E-9DD0494FD6A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png"/><Relationship Id="rId8" Type="http://schemas.openxmlformats.org/officeDocument/2006/relationships/image" Target="../media/image8.svg"/><Relationship Id="rId9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0" y="0"/>
            <a:ext cx="7312680" cy="30249360"/>
          </a:xfrm>
          <a:custGeom>
            <a:avLst/>
            <a:gdLst>
              <a:gd name="textAreaLeft" fmla="*/ 0 w 7312680"/>
              <a:gd name="textAreaRight" fmla="*/ 7319160 w 7312680"/>
              <a:gd name="textAreaTop" fmla="*/ 0 h 30249360"/>
              <a:gd name="textAreaBottom" fmla="*/ 30255480 h 30249360"/>
            </a:gdLst>
            <a:ahLst/>
            <a:cxnLst/>
            <a:rect l="textAreaLeft" t="textAreaTop" r="textAreaRight" b="textAreaBottom"/>
            <a:pathLst>
              <a:path w="7319255" h="30481435">
                <a:moveTo>
                  <a:pt x="0" y="0"/>
                </a:moveTo>
                <a:lnTo>
                  <a:pt x="7319255" y="0"/>
                </a:lnTo>
                <a:lnTo>
                  <a:pt x="7319255" y="30481435"/>
                </a:lnTo>
                <a:lnTo>
                  <a:pt x="0" y="30481435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7958520" y="8651520"/>
            <a:ext cx="12514320" cy="24120"/>
            <a:chOff x="7958520" y="8651520"/>
            <a:chExt cx="12514320" cy="24120"/>
          </a:xfrm>
        </p:grpSpPr>
        <p:sp>
          <p:nvSpPr>
            <p:cNvPr id="61" name="Freeform 4"/>
            <p:cNvSpPr/>
            <p:nvPr/>
          </p:nvSpPr>
          <p:spPr>
            <a:xfrm>
              <a:off x="7958520" y="8651520"/>
              <a:ext cx="12514320" cy="24120"/>
            </a:xfrm>
            <a:custGeom>
              <a:avLst/>
              <a:gdLst>
                <a:gd name="textAreaLeft" fmla="*/ 0 w 12514320"/>
                <a:gd name="textAreaRight" fmla="*/ 12520800 w 12514320"/>
                <a:gd name="textAreaTop" fmla="*/ 0 h 24120"/>
                <a:gd name="textAreaBottom" fmla="*/ 30600 h 2412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2" name="Group 5"/>
          <p:cNvGrpSpPr/>
          <p:nvPr/>
        </p:nvGrpSpPr>
        <p:grpSpPr>
          <a:xfrm>
            <a:off x="8056080" y="9053280"/>
            <a:ext cx="20880" cy="16063920"/>
            <a:chOff x="8056080" y="9053280"/>
            <a:chExt cx="20880" cy="16063920"/>
          </a:xfrm>
        </p:grpSpPr>
        <p:sp>
          <p:nvSpPr>
            <p:cNvPr id="63" name="Freeform 6"/>
            <p:cNvSpPr/>
            <p:nvPr/>
          </p:nvSpPr>
          <p:spPr>
            <a:xfrm rot="5400000">
              <a:off x="34200" y="17074800"/>
              <a:ext cx="16063920" cy="20880"/>
            </a:xfrm>
            <a:custGeom>
              <a:avLst/>
              <a:gdLst>
                <a:gd name="textAreaLeft" fmla="*/ 0 w 16063920"/>
                <a:gd name="textAreaRight" fmla="*/ 16070400 w 16063920"/>
                <a:gd name="textAreaTop" fmla="*/ 0 h 20880"/>
                <a:gd name="textAreaBottom" fmla="*/ 27360 h 20880"/>
              </a:gdLst>
              <a:ahLst/>
              <a:cxnLst/>
              <a:rect l="textAreaLeft" t="textAreaTop" r="textAreaRight" b="textAreaBottom"/>
              <a:pathLst>
                <a:path w="21427312" h="36322">
                  <a:moveTo>
                    <a:pt x="21276056" y="0"/>
                  </a:moveTo>
                  <a:lnTo>
                    <a:pt x="0" y="0"/>
                  </a:lnTo>
                  <a:lnTo>
                    <a:pt x="0" y="36322"/>
                  </a:lnTo>
                  <a:lnTo>
                    <a:pt x="21427312" y="36322"/>
                  </a:lnTo>
                  <a:lnTo>
                    <a:pt x="21427312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7640" bIns="-17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" name="Freeform 7"/>
          <p:cNvSpPr/>
          <p:nvPr/>
        </p:nvSpPr>
        <p:spPr>
          <a:xfrm>
            <a:off x="1002960" y="6948360"/>
            <a:ext cx="347760" cy="378360"/>
          </a:xfrm>
          <a:custGeom>
            <a:avLst/>
            <a:gdLst>
              <a:gd name="textAreaLeft" fmla="*/ 0 w 347760"/>
              <a:gd name="textAreaRight" fmla="*/ 354240 w 347760"/>
              <a:gd name="textAreaTop" fmla="*/ 0 h 378360"/>
              <a:gd name="textAreaBottom" fmla="*/ 384840 h 378360"/>
            </a:gdLst>
            <a:ahLst/>
            <a:cxnLst/>
            <a:rect l="textAreaLeft" t="textAreaTop" r="textAreaRight" b="textAreaBottom"/>
            <a:pathLst>
              <a:path w="354311" h="384829">
                <a:moveTo>
                  <a:pt x="0" y="0"/>
                </a:moveTo>
                <a:lnTo>
                  <a:pt x="354311" y="0"/>
                </a:lnTo>
                <a:lnTo>
                  <a:pt x="354311" y="384829"/>
                </a:lnTo>
                <a:lnTo>
                  <a:pt x="0" y="38482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8"/>
          <p:cNvSpPr/>
          <p:nvPr/>
        </p:nvSpPr>
        <p:spPr>
          <a:xfrm>
            <a:off x="991080" y="7923600"/>
            <a:ext cx="359640" cy="255960"/>
          </a:xfrm>
          <a:custGeom>
            <a:avLst/>
            <a:gdLst>
              <a:gd name="textAreaLeft" fmla="*/ 0 w 359640"/>
              <a:gd name="textAreaRight" fmla="*/ 366120 w 359640"/>
              <a:gd name="textAreaTop" fmla="*/ 0 h 255960"/>
              <a:gd name="textAreaBottom" fmla="*/ 262440 h 255960"/>
            </a:gdLst>
            <a:ahLst/>
            <a:cxnLst/>
            <a:rect l="textAreaLeft" t="textAreaTop" r="textAreaRight" b="textAreaBottom"/>
            <a:pathLst>
              <a:path w="366160" h="262585">
                <a:moveTo>
                  <a:pt x="0" y="0"/>
                </a:moveTo>
                <a:lnTo>
                  <a:pt x="366160" y="0"/>
                </a:lnTo>
                <a:lnTo>
                  <a:pt x="366160" y="262585"/>
                </a:lnTo>
                <a:lnTo>
                  <a:pt x="0" y="26258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Freeform 9"/>
          <p:cNvSpPr/>
          <p:nvPr/>
        </p:nvSpPr>
        <p:spPr>
          <a:xfrm>
            <a:off x="1036080" y="8886960"/>
            <a:ext cx="292680" cy="452880"/>
          </a:xfrm>
          <a:custGeom>
            <a:avLst/>
            <a:gdLst>
              <a:gd name="textAreaLeft" fmla="*/ 0 w 292680"/>
              <a:gd name="textAreaRight" fmla="*/ 299160 w 292680"/>
              <a:gd name="textAreaTop" fmla="*/ 0 h 452880"/>
              <a:gd name="textAreaBottom" fmla="*/ 459360 h 452880"/>
            </a:gdLst>
            <a:ahLst/>
            <a:cxnLst/>
            <a:rect l="textAreaLeft" t="textAreaTop" r="textAreaRight" b="textAreaBottom"/>
            <a:pathLst>
              <a:path w="299285" h="459181">
                <a:moveTo>
                  <a:pt x="0" y="0"/>
                </a:moveTo>
                <a:lnTo>
                  <a:pt x="299285" y="0"/>
                </a:lnTo>
                <a:lnTo>
                  <a:pt x="299285" y="459181"/>
                </a:lnTo>
                <a:lnTo>
                  <a:pt x="0" y="45918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7" name="Group 10"/>
          <p:cNvGrpSpPr/>
          <p:nvPr/>
        </p:nvGrpSpPr>
        <p:grpSpPr>
          <a:xfrm>
            <a:off x="1020600" y="6599880"/>
            <a:ext cx="5110560" cy="24120"/>
            <a:chOff x="1020600" y="6599880"/>
            <a:chExt cx="5110560" cy="24120"/>
          </a:xfrm>
        </p:grpSpPr>
        <p:sp>
          <p:nvSpPr>
            <p:cNvPr id="68" name="Freeform 11"/>
            <p:cNvSpPr/>
            <p:nvPr/>
          </p:nvSpPr>
          <p:spPr>
            <a:xfrm>
              <a:off x="1020600" y="6599880"/>
              <a:ext cx="5110560" cy="24120"/>
            </a:xfrm>
            <a:custGeom>
              <a:avLst/>
              <a:gdLst>
                <a:gd name="textAreaLeft" fmla="*/ 0 w 5110560"/>
                <a:gd name="textAreaRight" fmla="*/ 5117040 w 5110560"/>
                <a:gd name="textAreaTop" fmla="*/ 0 h 24120"/>
                <a:gd name="textAreaBottom" fmla="*/ 30600 h 24120"/>
              </a:gdLst>
              <a:ahLst/>
              <a:cxnLst/>
              <a:rect l="textAreaLeft" t="textAreaTop" r="textAreaRight" b="textAreaBottom"/>
              <a:pathLst>
                <a:path w="6822694" h="40640">
                  <a:moveTo>
                    <a:pt x="6653530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6822694" y="40640"/>
                  </a:lnTo>
                  <a:lnTo>
                    <a:pt x="6822694" y="0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9" name="Freeform 12"/>
          <p:cNvSpPr/>
          <p:nvPr/>
        </p:nvSpPr>
        <p:spPr>
          <a:xfrm>
            <a:off x="943560" y="9763560"/>
            <a:ext cx="487800" cy="387360"/>
          </a:xfrm>
          <a:custGeom>
            <a:avLst/>
            <a:gdLst>
              <a:gd name="textAreaLeft" fmla="*/ 0 w 487800"/>
              <a:gd name="textAreaRight" fmla="*/ 494280 w 487800"/>
              <a:gd name="textAreaTop" fmla="*/ 0 h 387360"/>
              <a:gd name="textAreaBottom" fmla="*/ 393840 h 387360"/>
            </a:gdLst>
            <a:ahLst/>
            <a:cxnLst/>
            <a:rect l="textAreaLeft" t="textAreaTop" r="textAreaRight" b="textAreaBottom"/>
            <a:pathLst>
              <a:path w="494443" h="393754">
                <a:moveTo>
                  <a:pt x="0" y="0"/>
                </a:moveTo>
                <a:lnTo>
                  <a:pt x="494442" y="0"/>
                </a:lnTo>
                <a:lnTo>
                  <a:pt x="494442" y="393754"/>
                </a:lnTo>
                <a:lnTo>
                  <a:pt x="0" y="39375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3"/>
          <p:cNvSpPr/>
          <p:nvPr/>
        </p:nvSpPr>
        <p:spPr>
          <a:xfrm>
            <a:off x="997920" y="5709600"/>
            <a:ext cx="4090680" cy="76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543f3f"/>
                </a:solidFill>
                <a:effectLst/>
                <a:uFillTx/>
                <a:latin typeface="Now Bold"/>
                <a:ea typeface="Now Bold"/>
              </a:rPr>
              <a:t>CONTACTO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1" name="Group 14"/>
          <p:cNvGrpSpPr/>
          <p:nvPr/>
        </p:nvGrpSpPr>
        <p:grpSpPr>
          <a:xfrm>
            <a:off x="1620000" y="6887520"/>
            <a:ext cx="4678920" cy="3215160"/>
            <a:chOff x="1620000" y="6887520"/>
            <a:chExt cx="4678920" cy="3215160"/>
          </a:xfrm>
        </p:grpSpPr>
        <p:sp>
          <p:nvSpPr>
            <p:cNvPr id="72" name="TextBox 15"/>
            <p:cNvSpPr/>
            <p:nvPr/>
          </p:nvSpPr>
          <p:spPr>
            <a:xfrm>
              <a:off x="1620000" y="6887520"/>
              <a:ext cx="4364640" cy="40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3169"/>
                </a:lnSpc>
              </a:pPr>
              <a:r>
                <a:rPr lang="en-US" sz="2260" b="0" u="none" strike="noStrike">
                  <a:solidFill>
                    <a:srgbClr val="543f3f"/>
                  </a:solidFill>
                  <a:effectLst/>
                  <a:uFillTx/>
                  <a:latin typeface="Lato"/>
                  <a:ea typeface="Poppins"/>
                </a:rPr>
                <a:t>+{{contact_phone}}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Box 16"/>
            <p:cNvSpPr/>
            <p:nvPr/>
          </p:nvSpPr>
          <p:spPr>
            <a:xfrm>
              <a:off x="1620000" y="7755480"/>
              <a:ext cx="4678920" cy="40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169"/>
                </a:lnSpc>
              </a:pPr>
              <a:r>
                <a:rPr lang="en-US" sz="2260" b="0" u="none" strike="noStrike">
                  <a:solidFill>
                    <a:srgbClr val="543f3f"/>
                  </a:solidFill>
                  <a:effectLst/>
                  <a:uFillTx/>
                  <a:latin typeface="Lato"/>
                  <a:ea typeface="Poppins"/>
                </a:rPr>
                <a:t>{{contact_email}}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TextBox 17"/>
            <p:cNvSpPr/>
            <p:nvPr/>
          </p:nvSpPr>
          <p:spPr>
            <a:xfrm>
              <a:off x="1635480" y="8831520"/>
              <a:ext cx="4483440" cy="324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557"/>
                </a:lnSpc>
              </a:pPr>
              <a:r>
                <a:rPr lang="en-US" sz="2260" b="0" u="none" strike="noStrike">
                  <a:solidFill>
                    <a:srgbClr val="543f3f"/>
                  </a:solidFill>
                  <a:effectLst/>
                  <a:uFillTx/>
                  <a:latin typeface="Lato"/>
                  <a:ea typeface="Poppins"/>
                </a:rPr>
                <a:t>{{contact_location}}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TextBox 18"/>
            <p:cNvSpPr/>
            <p:nvPr/>
          </p:nvSpPr>
          <p:spPr>
            <a:xfrm>
              <a:off x="1634040" y="9700560"/>
              <a:ext cx="4386960" cy="40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169"/>
                </a:lnSpc>
              </a:pPr>
              <a:r>
                <a:rPr lang="en-US" sz="2260" b="0" u="none" strike="noStrike">
                  <a:solidFill>
                    <a:srgbClr val="543f3f"/>
                  </a:solidFill>
                  <a:effectLst/>
                  <a:uFillTx/>
                  <a:latin typeface="Lato"/>
                  <a:ea typeface="Poppins"/>
                </a:rPr>
                <a:t>Licencia de conducir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6" name="TextBox 31"/>
          <p:cNvSpPr/>
          <p:nvPr/>
        </p:nvSpPr>
        <p:spPr>
          <a:xfrm>
            <a:off x="7920000" y="796320"/>
            <a:ext cx="12596040" cy="9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7645"/>
              </a:lnSpc>
            </a:pPr>
            <a:r>
              <a:rPr lang="en-US" sz="7650" b="0" u="none" strike="noStrike">
                <a:solidFill>
                  <a:srgbClr val="c0504d"/>
                </a:solidFill>
                <a:effectLst/>
                <a:uFillTx/>
                <a:latin typeface="Montserrat"/>
                <a:ea typeface="Poppins"/>
              </a:rPr>
              <a:t>{{name}}</a:t>
            </a:r>
            <a:endParaRPr lang="es-AR" sz="7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2"/>
          <p:cNvSpPr/>
          <p:nvPr/>
        </p:nvSpPr>
        <p:spPr>
          <a:xfrm>
            <a:off x="8017200" y="2815920"/>
            <a:ext cx="129160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092"/>
              </a:lnSpc>
            </a:pPr>
            <a:r>
              <a:rPr lang="en-US" sz="36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3"/>
          <p:cNvSpPr/>
          <p:nvPr/>
        </p:nvSpPr>
        <p:spPr>
          <a:xfrm>
            <a:off x="7958520" y="7719840"/>
            <a:ext cx="12541320" cy="76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Now Bold"/>
                <a:ea typeface="Now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34"/>
          <p:cNvGrpSpPr/>
          <p:nvPr/>
        </p:nvGrpSpPr>
        <p:grpSpPr>
          <a:xfrm>
            <a:off x="8017200" y="4676760"/>
            <a:ext cx="12482640" cy="24120"/>
            <a:chOff x="8017200" y="4676760"/>
            <a:chExt cx="12482640" cy="24120"/>
          </a:xfrm>
        </p:grpSpPr>
        <p:sp>
          <p:nvSpPr>
            <p:cNvPr id="80" name="Freeform 35"/>
            <p:cNvSpPr/>
            <p:nvPr/>
          </p:nvSpPr>
          <p:spPr>
            <a:xfrm>
              <a:off x="8017200" y="4676760"/>
              <a:ext cx="12482640" cy="24120"/>
            </a:xfrm>
            <a:custGeom>
              <a:avLst/>
              <a:gdLst>
                <a:gd name="textAreaLeft" fmla="*/ 0 w 12482640"/>
                <a:gd name="textAreaRight" fmla="*/ 12489120 w 12482640"/>
                <a:gd name="textAreaTop" fmla="*/ 0 h 24120"/>
                <a:gd name="textAreaBottom" fmla="*/ 30600 h 24120"/>
              </a:gdLst>
              <a:ahLst/>
              <a:cxnLst/>
              <a:rect l="textAreaLeft" t="textAreaTop" r="textAreaRight" b="textAreaBottom"/>
              <a:pathLst>
                <a:path w="16652239" h="40640">
                  <a:moveTo>
                    <a:pt x="16483076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52239" y="40640"/>
                  </a:lnTo>
                  <a:lnTo>
                    <a:pt x="16652239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1" name="TextBox 36"/>
          <p:cNvSpPr/>
          <p:nvPr/>
        </p:nvSpPr>
        <p:spPr>
          <a:xfrm>
            <a:off x="8017200" y="3807000"/>
            <a:ext cx="1248264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Now Bold"/>
                <a:ea typeface="Now Bold"/>
              </a:rPr>
              <a:t>PERFIL PROFESIONAL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7"/>
          <p:cNvSpPr/>
          <p:nvPr/>
        </p:nvSpPr>
        <p:spPr>
          <a:xfrm>
            <a:off x="8017200" y="4770720"/>
            <a:ext cx="124826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69"/>
              </a:lnSpc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3" name="Group 38"/>
          <p:cNvGrpSpPr/>
          <p:nvPr/>
        </p:nvGrpSpPr>
        <p:grpSpPr>
          <a:xfrm>
            <a:off x="7931520" y="27047520"/>
            <a:ext cx="12514320" cy="24120"/>
            <a:chOff x="7931520" y="27047520"/>
            <a:chExt cx="12514320" cy="24120"/>
          </a:xfrm>
        </p:grpSpPr>
        <p:sp>
          <p:nvSpPr>
            <p:cNvPr id="84" name="Freeform 39"/>
            <p:cNvSpPr/>
            <p:nvPr/>
          </p:nvSpPr>
          <p:spPr>
            <a:xfrm>
              <a:off x="7931520" y="27047520"/>
              <a:ext cx="12514320" cy="24120"/>
            </a:xfrm>
            <a:custGeom>
              <a:avLst/>
              <a:gdLst>
                <a:gd name="textAreaLeft" fmla="*/ 0 w 12514320"/>
                <a:gd name="textAreaRight" fmla="*/ 12520800 w 12514320"/>
                <a:gd name="textAreaTop" fmla="*/ 0 h 24120"/>
                <a:gd name="textAreaBottom" fmla="*/ 30600 h 2412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TextBox 40"/>
          <p:cNvSpPr/>
          <p:nvPr/>
        </p:nvSpPr>
        <p:spPr>
          <a:xfrm>
            <a:off x="7931520" y="26135640"/>
            <a:ext cx="12541320" cy="74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Now Bold"/>
                <a:ea typeface="Now Bold"/>
              </a:rPr>
              <a:t>FORMACIÓN ACADÉMICA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41"/>
          <p:cNvSpPr/>
          <p:nvPr/>
        </p:nvSpPr>
        <p:spPr>
          <a:xfrm>
            <a:off x="8670960" y="9003240"/>
            <a:ext cx="11846520" cy="83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9"/>
              </a:lnSpc>
            </a:pPr>
            <a:r>
              <a:rPr lang="en-US" sz="2620" b="1" u="none" spc="54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{{exp_1_company}}</a:t>
            </a:r>
            <a:r>
              <a:rPr lang="en-US" sz="2620" b="1" u="none" spc="54" strike="noStrike">
                <a:solidFill>
                  <a:srgbClr val="101010"/>
                </a:solidFill>
                <a:effectLst/>
                <a:uFillTx/>
                <a:latin typeface="Lato"/>
                <a:ea typeface="Garet Bold"/>
              </a:rPr>
              <a:t>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Lato"/>
                <a:ea typeface="Garet Italics"/>
              </a:rPr>
              <a:t>{{exp_1_role}} {{exp_1_dates}}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249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767"/>
              </a:lnSpc>
            </a:pPr>
            <a:endParaRPr lang="es-A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249"/>
              </a:lnSpc>
            </a:pPr>
            <a:r>
              <a:rPr lang="en-US" sz="2640" b="1" u="none" spc="51" strike="noStrike">
                <a:solidFill>
                  <a:srgbClr val="101010"/>
                </a:solidFill>
                <a:effectLst/>
                <a:uFillTx/>
                <a:latin typeface="Montserrat"/>
                <a:ea typeface="Garet Bold Italics"/>
              </a:rPr>
              <a:t>{{exp_2_company}}</a:t>
            </a:r>
            <a:r>
              <a:rPr lang="en-US" sz="2640" b="0" u="none" spc="51" strike="noStrike">
                <a:solidFill>
                  <a:srgbClr val="101010"/>
                </a:solidFill>
                <a:effectLst/>
                <a:uFillTx/>
                <a:latin typeface="Montserrat"/>
                <a:ea typeface="Garet Bold Italics"/>
              </a:rPr>
              <a:t>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Lato"/>
                <a:ea typeface="Garet Italics"/>
              </a:rPr>
              <a:t>{{exp_2_role}} {{exp_2_dates}}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249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{{exp_2_bullets_block}}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767"/>
              </a:lnSpc>
            </a:pPr>
            <a:endParaRPr lang="es-A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249"/>
              </a:lnSpc>
            </a:pPr>
            <a:r>
              <a:rPr lang="en-US" sz="2640" b="1" u="none" spc="51" strike="noStrike">
                <a:solidFill>
                  <a:srgbClr val="101010"/>
                </a:solidFill>
                <a:effectLst/>
                <a:uFillTx/>
                <a:latin typeface="Montserrat"/>
                <a:ea typeface="Garet Bold Italics"/>
              </a:rPr>
              <a:t>{{exp_3_company}}</a:t>
            </a:r>
            <a:r>
              <a:rPr lang="en-US" sz="2640" b="1" u="none" spc="51" strike="noStrike">
                <a:solidFill>
                  <a:srgbClr val="101010"/>
                </a:solidFill>
                <a:effectLst/>
                <a:uFillTx/>
                <a:latin typeface="Lato"/>
                <a:ea typeface="Garet Bold Italics"/>
              </a:rPr>
              <a:t>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Lato"/>
                <a:ea typeface="Garet Italics"/>
              </a:rPr>
              <a:t>{{exp_3_role}} {{exp_3_dates}}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249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{{exp_3_bullets_block}}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767"/>
              </a:lnSpc>
            </a:pPr>
            <a:endParaRPr lang="es-A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249"/>
              </a:lnSpc>
            </a:pPr>
            <a:r>
              <a:rPr lang="en-US" sz="2640" b="1" u="none" spc="51" strike="noStrike">
                <a:solidFill>
                  <a:srgbClr val="101010"/>
                </a:solidFill>
                <a:effectLst/>
                <a:uFillTx/>
                <a:latin typeface="Montserrat"/>
                <a:ea typeface="Garet Bold Italics"/>
              </a:rPr>
              <a:t>{{exp_4_company}}</a:t>
            </a:r>
            <a:r>
              <a:rPr lang="en-US" sz="2640" b="1" u="none" spc="51" strike="noStrike">
                <a:solidFill>
                  <a:srgbClr val="101010"/>
                </a:solidFill>
                <a:effectLst/>
                <a:uFillTx/>
                <a:latin typeface="Lato"/>
                <a:ea typeface="Garet Bold Italics"/>
              </a:rPr>
              <a:t>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Lato"/>
                <a:ea typeface="Garet Italics"/>
              </a:rPr>
              <a:t>{{exp_4_role}} {{exp_4_dates}}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249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{{exp_4_bullets_block}}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767"/>
              </a:lnSpc>
            </a:pPr>
            <a:endParaRPr lang="es-A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249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42"/>
          <p:cNvSpPr/>
          <p:nvPr/>
        </p:nvSpPr>
        <p:spPr>
          <a:xfrm>
            <a:off x="8670960" y="10360440"/>
            <a:ext cx="11296800" cy="191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43"/>
          <p:cNvSpPr/>
          <p:nvPr/>
        </p:nvSpPr>
        <p:spPr>
          <a:xfrm>
            <a:off x="8670960" y="9755280"/>
            <a:ext cx="116647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44"/>
          <p:cNvSpPr/>
          <p:nvPr/>
        </p:nvSpPr>
        <p:spPr>
          <a:xfrm>
            <a:off x="8670960" y="12436200"/>
            <a:ext cx="11296800" cy="4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45"/>
          <p:cNvSpPr/>
          <p:nvPr/>
        </p:nvSpPr>
        <p:spPr>
          <a:xfrm>
            <a:off x="8670960" y="13076640"/>
            <a:ext cx="116654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49"/>
          <p:cNvSpPr/>
          <p:nvPr/>
        </p:nvSpPr>
        <p:spPr>
          <a:xfrm>
            <a:off x="8695080" y="16890120"/>
            <a:ext cx="11296800" cy="95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7"/>
              </a:lnSpc>
            </a:pPr>
            <a:endParaRPr lang="es-A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7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51"/>
          <p:cNvSpPr/>
          <p:nvPr/>
        </p:nvSpPr>
        <p:spPr>
          <a:xfrm>
            <a:off x="8670960" y="19747080"/>
            <a:ext cx="125658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54"/>
          <p:cNvSpPr/>
          <p:nvPr/>
        </p:nvSpPr>
        <p:spPr>
          <a:xfrm>
            <a:off x="8641800" y="23028480"/>
            <a:ext cx="12729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56"/>
          <p:cNvSpPr/>
          <p:nvPr/>
        </p:nvSpPr>
        <p:spPr>
          <a:xfrm>
            <a:off x="7920000" y="27154080"/>
            <a:ext cx="12415680" cy="281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57"/>
          <p:cNvSpPr/>
          <p:nvPr/>
        </p:nvSpPr>
        <p:spPr>
          <a:xfrm>
            <a:off x="515880" y="106920"/>
            <a:ext cx="3979440" cy="61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8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1440720" y="535680"/>
            <a:ext cx="4137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868320" y="11880000"/>
            <a:ext cx="5071320" cy="41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{{#sidebar_sections_noedu}}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3600" b="0" u="none" strike="noStrike">
                <a:solidFill>
                  <a:srgbClr val="543f3f"/>
                </a:solidFill>
                <a:effectLst/>
                <a:uFillTx/>
                <a:latin typeface="Montserrat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543f3f"/>
                </a:solidFill>
                <a:effectLst/>
                <a:uFillTx/>
                <a:latin typeface="Lato"/>
              </a:rPr>
              <a:t>{{line}}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600" b="0" u="none" strike="noStrike">
                <a:solidFill>
                  <a:srgbClr val="543f3f"/>
                </a:solidFill>
                <a:effectLst/>
                <a:uFillTx/>
                <a:latin typeface="Lato"/>
              </a:rPr>
              <a:t>{{body}}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{{/sidebar_sections_noedu}}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DAG9kLNdTUY</dc:identifier>
  <dc:language>es-AR</dc:language>
  <cp:lastModifiedBy/>
  <dcterms:modified xsi:type="dcterms:W3CDTF">2026-01-14T15:04:14Z</dcterms:modified>
  <cp:revision>19</cp:revision>
  <dc:subject/>
  <dc:title>Plantilla_oficial_7.pptx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