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Now Bold"/>
    </p:embeddedFont>
    <p:embeddedFont>
      <p:font typeface="Montserrat"/>
      <p:regular r:id="rId6"/>
      <p:bold r:id="rId6"/>
    </p:embeddedFont>
    <p:embeddedFont>
      <p:font typeface="Garet Bold Italics"/>
    </p:embeddedFont>
    <p:embeddedFont>
      <p:font typeface="Montserrat Bold"/>
    </p:embeddedFont>
    <p:embeddedFont>
      <p:font typeface="Garet Italics"/>
    </p:embeddedFont>
    <p:embeddedFont>
      <p:font typeface="Gare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1CB8A4-A999-4CB3-BBB4-8A3278F896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6C6EFF-A09F-47CB-9C50-576F6BF1C1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080" cy="115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56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080" cy="468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15D6C3-4570-4D30-A423-3AE5C2B228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320" cy="5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320" cy="4104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320" cy="79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BB6554-F3FD-4C01-AA68-F6DE275C0C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320" cy="14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25FFDE-37C1-4E11-AA42-F6F4F502A8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A62E63-FFFE-4148-907B-C82DEE0532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32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84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FBA413-44A7-4114-9080-2B4779F8A9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572647-9DBB-4E78-97F9-C5F52D88F3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320" cy="13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320" cy="14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1F6FB5-F48E-4E64-BA10-09F7177801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B185CF-DC67-4320-91DC-5231863D1E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20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20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64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64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55032D-FA51-4EE4-AF79-5FF2D4DD46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09080" cy="30245760"/>
          </a:xfrm>
          <a:custGeom>
            <a:avLst/>
            <a:gdLst>
              <a:gd name="textAreaLeft" fmla="*/ 0 w 7309080"/>
              <a:gd name="textAreaRight" fmla="*/ 7319160 w 7309080"/>
              <a:gd name="textAreaTop" fmla="*/ 0 h 30245760"/>
              <a:gd name="textAreaBottom" fmla="*/ 30255480 h 3024576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5"/>
          <p:cNvGrpSpPr/>
          <p:nvPr/>
        </p:nvGrpSpPr>
        <p:grpSpPr>
          <a:xfrm>
            <a:off x="8056080" y="9053280"/>
            <a:ext cx="17280" cy="16060320"/>
            <a:chOff x="8056080" y="9053280"/>
            <a:chExt cx="17280" cy="16060320"/>
          </a:xfrm>
        </p:grpSpPr>
        <p:sp>
          <p:nvSpPr>
            <p:cNvPr id="61" name="Freeform 6"/>
            <p:cNvSpPr/>
            <p:nvPr/>
          </p:nvSpPr>
          <p:spPr>
            <a:xfrm rot="5400000">
              <a:off x="34200" y="17074800"/>
              <a:ext cx="16060320" cy="17280"/>
            </a:xfrm>
            <a:custGeom>
              <a:avLst/>
              <a:gdLst>
                <a:gd name="textAreaLeft" fmla="*/ 0 w 16060320"/>
                <a:gd name="textAreaRight" fmla="*/ 16070400 w 16060320"/>
                <a:gd name="textAreaTop" fmla="*/ 0 h 17280"/>
                <a:gd name="textAreaBottom" fmla="*/ 27360 h 1728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TextBox 41"/>
          <p:cNvSpPr/>
          <p:nvPr/>
        </p:nvSpPr>
        <p:spPr>
          <a:xfrm>
            <a:off x="7938000" y="8406720"/>
            <a:ext cx="11842920" cy="76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20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 [[EXPERIENCE_BLOCK]]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24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20" b="1" u="none" spc="54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 {{exp_1_role}}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{{exp_1_company}} {{exp_1_dates}}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24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{{exp_2_role}}</a:t>
            </a:r>
            <a:r>
              <a:rPr lang="en-US" sz="2640" b="0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{{exp_2_company}} {{exp_2_dates}}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24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{{exp_3_role}}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{{exp_3_company}} {{exp_3_dates}}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24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{{exp_4_role}}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{{exp_4_company}} {{exp_4_dates}}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{{exp_4_bullets_block}}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249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42"/>
          <p:cNvSpPr/>
          <p:nvPr/>
        </p:nvSpPr>
        <p:spPr>
          <a:xfrm>
            <a:off x="8670960" y="10360440"/>
            <a:ext cx="11293200" cy="190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3"/>
          <p:cNvSpPr/>
          <p:nvPr/>
        </p:nvSpPr>
        <p:spPr>
          <a:xfrm>
            <a:off x="8670960" y="9755280"/>
            <a:ext cx="116611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44"/>
          <p:cNvSpPr/>
          <p:nvPr/>
        </p:nvSpPr>
        <p:spPr>
          <a:xfrm>
            <a:off x="8670960" y="12436200"/>
            <a:ext cx="1129320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45"/>
          <p:cNvSpPr/>
          <p:nvPr/>
        </p:nvSpPr>
        <p:spPr>
          <a:xfrm>
            <a:off x="8670960" y="13076640"/>
            <a:ext cx="116618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49"/>
          <p:cNvSpPr/>
          <p:nvPr/>
        </p:nvSpPr>
        <p:spPr>
          <a:xfrm>
            <a:off x="8695080" y="16890120"/>
            <a:ext cx="11293200" cy="95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51"/>
          <p:cNvSpPr/>
          <p:nvPr/>
        </p:nvSpPr>
        <p:spPr>
          <a:xfrm>
            <a:off x="8670960" y="19747080"/>
            <a:ext cx="125622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4"/>
          <p:cNvSpPr/>
          <p:nvPr/>
        </p:nvSpPr>
        <p:spPr>
          <a:xfrm>
            <a:off x="8641800" y="23028480"/>
            <a:ext cx="127256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57"/>
          <p:cNvSpPr/>
          <p:nvPr/>
        </p:nvSpPr>
        <p:spPr>
          <a:xfrm>
            <a:off x="515880" y="106920"/>
            <a:ext cx="39758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544320" y="716040"/>
            <a:ext cx="413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80000" y="5622480"/>
            <a:ext cx="6838920" cy="458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1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3"/>
          <p:cNvGrpSpPr/>
          <p:nvPr/>
        </p:nvGrpSpPr>
        <p:grpSpPr>
          <a:xfrm>
            <a:off x="7958520" y="8651520"/>
            <a:ext cx="12510360" cy="20160"/>
            <a:chOff x="7958520" y="8651520"/>
            <a:chExt cx="12510360" cy="20160"/>
          </a:xfrm>
        </p:grpSpPr>
        <p:sp>
          <p:nvSpPr>
            <p:cNvPr id="74" name="Freeform 1"/>
            <p:cNvSpPr/>
            <p:nvPr/>
          </p:nvSpPr>
          <p:spPr>
            <a:xfrm>
              <a:off x="7958520" y="8651520"/>
              <a:ext cx="12510360" cy="20160"/>
            </a:xfrm>
            <a:custGeom>
              <a:avLst/>
              <a:gdLst>
                <a:gd name="textAreaLeft" fmla="*/ 0 w 12510360"/>
                <a:gd name="textAreaRight" fmla="*/ 12520800 w 12510360"/>
                <a:gd name="textAreaTop" fmla="*/ 0 h 20160"/>
                <a:gd name="textAreaBottom" fmla="*/ 30600 h 2016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26"/>
          <p:cNvSpPr/>
          <p:nvPr/>
        </p:nvSpPr>
        <p:spPr>
          <a:xfrm>
            <a:off x="7931520" y="1204560"/>
            <a:ext cx="12581280" cy="174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8"/>
          <p:cNvSpPr/>
          <p:nvPr/>
        </p:nvSpPr>
        <p:spPr>
          <a:xfrm>
            <a:off x="7958520" y="7719840"/>
            <a:ext cx="1253736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29"/>
          <p:cNvGrpSpPr/>
          <p:nvPr/>
        </p:nvGrpSpPr>
        <p:grpSpPr>
          <a:xfrm>
            <a:off x="8017200" y="4676760"/>
            <a:ext cx="12478680" cy="20160"/>
            <a:chOff x="8017200" y="4676760"/>
            <a:chExt cx="12478680" cy="20160"/>
          </a:xfrm>
        </p:grpSpPr>
        <p:sp>
          <p:nvSpPr>
            <p:cNvPr id="78" name="Freeform 30"/>
            <p:cNvSpPr/>
            <p:nvPr/>
          </p:nvSpPr>
          <p:spPr>
            <a:xfrm>
              <a:off x="8017200" y="4676760"/>
              <a:ext cx="12478680" cy="20160"/>
            </a:xfrm>
            <a:custGeom>
              <a:avLst/>
              <a:gdLst>
                <a:gd name="textAreaLeft" fmla="*/ 0 w 12478680"/>
                <a:gd name="textAreaRight" fmla="*/ 12489120 w 12478680"/>
                <a:gd name="textAreaTop" fmla="*/ 0 h 20160"/>
                <a:gd name="textAreaBottom" fmla="*/ 30600 h 2016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8017200" y="3807000"/>
            <a:ext cx="124786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2"/>
          <p:cNvSpPr/>
          <p:nvPr/>
        </p:nvSpPr>
        <p:spPr>
          <a:xfrm>
            <a:off x="8017200" y="4770720"/>
            <a:ext cx="12478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2026-03-05T13:59:55Z</dcterms:modified>
  <cp:revision>29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