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Microsoft YaHei"/>
      <p:regular r:id="rId5"/>
    </p:embeddedFont>
    <p:embeddedFont>
      <p:font typeface="Montserrat"/>
      <p:regular r:id="rId6"/>
      <p:bold r:id="rId6"/>
    </p:embeddedFont>
    <p:embeddedFont>
      <p:font typeface="Garet Italics"/>
    </p:embeddedFont>
    <p:embeddedFont>
      <p:font typeface="Montserrat Bold"/>
    </p:embeddedFont>
    <p:embeddedFont>
      <p:font typeface="Now Bold"/>
    </p:embeddedFont>
    <p:embeddedFont>
      <p:font typeface="Garet Bold Italics"/>
    </p:embeddedFont>
    <p:embeddedFont>
      <p:font typeface="Gare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6680" cy="55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6680" cy="410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6680" cy="79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C85DD1-F61D-429F-A0A0-1E306A81B2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2680" cy="146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7A7557-7047-489B-83E1-6FE42BB5FC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88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9880" cy="451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28F3F6-AC38-4D09-8B23-B20C849028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7680" cy="584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0200" cy="584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EE49FF-DF68-40FC-A444-41CF84BF88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88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9880" cy="451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B8574F-8ABD-41C3-A7F6-203D932371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2680" cy="13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2680" cy="149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DFBFD9-667B-40B6-B95D-252D4EB2D0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88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8760" cy="451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8760" cy="451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A39B78-635D-495A-BDEC-9ECB72D324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88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0560" cy="63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0560" cy="394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2000" cy="63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2000" cy="394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7AB4C7-B08D-4F54-B23E-75785D0C87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88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64FC31-478D-4718-82AB-259DF2D601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17F4C1-531D-4C47-B746-06204685CB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8440" cy="11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1920" cy="584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8440" cy="468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403061-A65F-4B35-9C9B-6AF5E227D8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0" y="0"/>
            <a:ext cx="7309440" cy="30246120"/>
          </a:xfrm>
          <a:custGeom>
            <a:avLst/>
            <a:gdLst>
              <a:gd name="textAreaLeft" fmla="*/ 0 w 7309440"/>
              <a:gd name="textAreaRight" fmla="*/ 7319160 w 7309440"/>
              <a:gd name="textAreaTop" fmla="*/ 0 h 30246120"/>
              <a:gd name="textAreaBottom" fmla="*/ 30255480 h 30246120"/>
            </a:gdLst>
            <a:ahLst/>
            <a:cxnLst/>
            <a:rect l="textAreaLeft" t="textAreaTop" r="textAreaRight" b="textAreaBottom"/>
            <a:pathLst>
              <a:path w="7319255" h="30481435">
                <a:moveTo>
                  <a:pt x="0" y="0"/>
                </a:moveTo>
                <a:lnTo>
                  <a:pt x="7319255" y="0"/>
                </a:lnTo>
                <a:lnTo>
                  <a:pt x="7319255" y="30481435"/>
                </a:lnTo>
                <a:lnTo>
                  <a:pt x="0" y="30481435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5"/>
          <p:cNvGrpSpPr/>
          <p:nvPr/>
        </p:nvGrpSpPr>
        <p:grpSpPr>
          <a:xfrm>
            <a:off x="8056080" y="9053280"/>
            <a:ext cx="17640" cy="16060680"/>
            <a:chOff x="8056080" y="9053280"/>
            <a:chExt cx="17640" cy="16060680"/>
          </a:xfrm>
        </p:grpSpPr>
        <p:sp>
          <p:nvSpPr>
            <p:cNvPr id="61" name="Freeform 6"/>
            <p:cNvSpPr/>
            <p:nvPr/>
          </p:nvSpPr>
          <p:spPr>
            <a:xfrm rot="5400000">
              <a:off x="34200" y="17074800"/>
              <a:ext cx="16060680" cy="17640"/>
            </a:xfrm>
            <a:custGeom>
              <a:avLst/>
              <a:gdLst>
                <a:gd name="textAreaLeft" fmla="*/ 0 w 16060680"/>
                <a:gd name="textAreaRight" fmla="*/ 16070400 w 16060680"/>
                <a:gd name="textAreaTop" fmla="*/ 0 h 17640"/>
                <a:gd name="textAreaBottom" fmla="*/ 27360 h 17640"/>
              </a:gdLst>
              <a:ahLst/>
              <a:cxnLst/>
              <a:rect l="textAreaLeft" t="textAreaTop" r="textAreaRight" b="textAreaBottom"/>
              <a:pathLst>
                <a:path w="21427312" h="36322">
                  <a:moveTo>
                    <a:pt x="21276056" y="0"/>
                  </a:moveTo>
                  <a:lnTo>
                    <a:pt x="0" y="0"/>
                  </a:lnTo>
                  <a:lnTo>
                    <a:pt x="0" y="36322"/>
                  </a:lnTo>
                  <a:lnTo>
                    <a:pt x="21427312" y="36322"/>
                  </a:lnTo>
                  <a:lnTo>
                    <a:pt x="21427312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640" bIns="-17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" name="TextBox 41"/>
          <p:cNvSpPr/>
          <p:nvPr/>
        </p:nvSpPr>
        <p:spPr>
          <a:xfrm>
            <a:off x="7938000" y="8946720"/>
            <a:ext cx="11843280" cy="70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249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2620" b="1" u="none" spc="54" strike="noStrike">
                <a:solidFill>
                  <a:srgbClr val="101010"/>
                </a:solidFill>
                <a:effectLst/>
                <a:uFillTx/>
                <a:latin typeface="Poppins"/>
                <a:ea typeface="Garet Bold"/>
              </a:rPr>
              <a:t> {{exp_1_role}} </a:t>
            </a:r>
            <a:r>
              <a:rPr lang="en-US" sz="2320" b="0" u="none" spc="45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{{exp_1_company}} {{exp_1_dates}}</a:t>
            </a:r>
            <a:endParaRPr lang="es-A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9"/>
              </a:lnSpc>
            </a:pPr>
            <a:endParaRPr lang="es-AR" sz="3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{{exp_1_bullets_block}}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249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2640" b="1" u="none" spc="51" strike="noStrike">
                <a:solidFill>
                  <a:srgbClr val="101010"/>
                </a:solidFill>
                <a:effectLst/>
                <a:uFillTx/>
                <a:latin typeface="Poppins"/>
                <a:ea typeface="Garet Bold Italics"/>
              </a:rPr>
              <a:t> {{exp_2_role}}</a:t>
            </a:r>
            <a:r>
              <a:rPr lang="en-US" sz="2640" b="0" u="none" spc="51" strike="noStrike">
                <a:solidFill>
                  <a:srgbClr val="101010"/>
                </a:solidFill>
                <a:effectLst/>
                <a:uFillTx/>
                <a:latin typeface="Poppins"/>
                <a:ea typeface="Garet Bold Italics"/>
              </a:rPr>
              <a:t> </a:t>
            </a:r>
            <a:r>
              <a:rPr lang="en-US" sz="2320" b="0" u="none" spc="45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{{exp_2_company}} {{exp_2_dates}}</a:t>
            </a:r>
            <a:endParaRPr lang="es-A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9"/>
              </a:lnSpc>
            </a:pPr>
            <a:endParaRPr lang="es-AR" sz="3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{{exp_2_bullets_block}}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249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2640" b="1" u="none" spc="51" strike="noStrike">
                <a:solidFill>
                  <a:srgbClr val="101010"/>
                </a:solidFill>
                <a:effectLst/>
                <a:uFillTx/>
                <a:latin typeface="Poppins"/>
                <a:ea typeface="Garet Bold Italics"/>
              </a:rPr>
              <a:t> {{exp_3_role}} </a:t>
            </a:r>
            <a:r>
              <a:rPr lang="en-US" sz="2320" b="0" u="none" spc="45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{{exp_3_company}} {{exp_3_dates}}</a:t>
            </a:r>
            <a:endParaRPr lang="es-A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9"/>
              </a:lnSpc>
            </a:pPr>
            <a:endParaRPr lang="es-AR" sz="3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{{exp_3_bullets_block}}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249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2640" b="1" u="none" spc="51" strike="noStrike">
                <a:solidFill>
                  <a:srgbClr val="101010"/>
                </a:solidFill>
                <a:effectLst/>
                <a:uFillTx/>
                <a:latin typeface="Poppins"/>
                <a:ea typeface="Garet Bold Italics"/>
              </a:rPr>
              <a:t> {{exp_4_role}} </a:t>
            </a:r>
            <a:r>
              <a:rPr lang="en-US" sz="2320" b="0" u="none" spc="45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{{exp_4_company}} {{exp_4_dates}}</a:t>
            </a:r>
            <a:endParaRPr lang="es-A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9"/>
              </a:lnSpc>
            </a:pPr>
            <a:endParaRPr lang="es-AR" sz="3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{{exp_4_bullets_block}}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3767"/>
              </a:lnSpc>
            </a:pPr>
            <a:endParaRPr lang="es-A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3249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42"/>
          <p:cNvSpPr/>
          <p:nvPr/>
        </p:nvSpPr>
        <p:spPr>
          <a:xfrm>
            <a:off x="8670960" y="10360440"/>
            <a:ext cx="11293560" cy="19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3"/>
          <p:cNvSpPr/>
          <p:nvPr/>
        </p:nvSpPr>
        <p:spPr>
          <a:xfrm>
            <a:off x="8670960" y="9755280"/>
            <a:ext cx="1166148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44"/>
          <p:cNvSpPr/>
          <p:nvPr/>
        </p:nvSpPr>
        <p:spPr>
          <a:xfrm>
            <a:off x="8670960" y="12436200"/>
            <a:ext cx="1129356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0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45"/>
          <p:cNvSpPr/>
          <p:nvPr/>
        </p:nvSpPr>
        <p:spPr>
          <a:xfrm>
            <a:off x="8670960" y="13076640"/>
            <a:ext cx="1166220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9"/>
          <p:cNvSpPr/>
          <p:nvPr/>
        </p:nvSpPr>
        <p:spPr>
          <a:xfrm>
            <a:off x="8695080" y="16890120"/>
            <a:ext cx="11293560" cy="95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67"/>
              </a:lnSpc>
            </a:pPr>
            <a:endParaRPr lang="es-A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7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51"/>
          <p:cNvSpPr/>
          <p:nvPr/>
        </p:nvSpPr>
        <p:spPr>
          <a:xfrm>
            <a:off x="8670960" y="19747080"/>
            <a:ext cx="125625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4"/>
          <p:cNvSpPr/>
          <p:nvPr/>
        </p:nvSpPr>
        <p:spPr>
          <a:xfrm>
            <a:off x="8641800" y="23028480"/>
            <a:ext cx="1272600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57"/>
          <p:cNvSpPr/>
          <p:nvPr/>
        </p:nvSpPr>
        <p:spPr>
          <a:xfrm>
            <a:off x="515880" y="106920"/>
            <a:ext cx="3976200" cy="6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8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544320" y="716040"/>
            <a:ext cx="4134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80000" y="5940000"/>
            <a:ext cx="6839280" cy="40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{{#sidebar_sections_full}}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937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268"/>
              </a:lnSpc>
            </a:pPr>
            <a:r>
              <a:rPr lang="es-AR" sz="2000" b="1" u="none" spc="-300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402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" name="Group 3"/>
          <p:cNvGrpSpPr/>
          <p:nvPr/>
        </p:nvGrpSpPr>
        <p:grpSpPr>
          <a:xfrm>
            <a:off x="7958520" y="8651520"/>
            <a:ext cx="12510720" cy="20520"/>
            <a:chOff x="7958520" y="8651520"/>
            <a:chExt cx="12510720" cy="20520"/>
          </a:xfrm>
        </p:grpSpPr>
        <p:sp>
          <p:nvSpPr>
            <p:cNvPr id="74" name="Freeform 1"/>
            <p:cNvSpPr/>
            <p:nvPr/>
          </p:nvSpPr>
          <p:spPr>
            <a:xfrm>
              <a:off x="7958520" y="8651520"/>
              <a:ext cx="12510720" cy="20520"/>
            </a:xfrm>
            <a:custGeom>
              <a:avLst/>
              <a:gdLst>
                <a:gd name="textAreaLeft" fmla="*/ 0 w 12510720"/>
                <a:gd name="textAreaRight" fmla="*/ 12520800 w 12510720"/>
                <a:gd name="textAreaTop" fmla="*/ 0 h 20520"/>
                <a:gd name="textAreaBottom" fmla="*/ 30600 h 20520"/>
              </a:gdLst>
              <a:ahLst/>
              <a:cxnLst/>
              <a:rect l="textAreaLeft" t="textAreaTop" r="textAreaRight" b="textAreaBottom"/>
              <a:pathLst>
                <a:path w="16694277" h="40640">
                  <a:moveTo>
                    <a:pt x="16525239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94277" y="40640"/>
                  </a:lnTo>
                  <a:lnTo>
                    <a:pt x="16694277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TextBox 26"/>
          <p:cNvSpPr/>
          <p:nvPr/>
        </p:nvSpPr>
        <p:spPr>
          <a:xfrm>
            <a:off x="7931520" y="1204560"/>
            <a:ext cx="12581640" cy="174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7645"/>
              </a:lnSpc>
            </a:pPr>
            <a:r>
              <a:rPr lang="en-US" sz="7650" b="1" u="none" strike="noStrike">
                <a:solidFill>
                  <a:srgbClr val="c0504d"/>
                </a:solidFill>
                <a:effectLst/>
                <a:uFillTx/>
                <a:latin typeface="Poppins"/>
                <a:ea typeface="Poppins"/>
              </a:rPr>
              <a:t>{{name}}</a:t>
            </a:r>
            <a:endParaRPr lang="es-AR" sz="7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6092"/>
              </a:lnSpc>
            </a:pPr>
            <a:r>
              <a:rPr lang="en-US" sz="3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8"/>
          <p:cNvSpPr/>
          <p:nvPr/>
        </p:nvSpPr>
        <p:spPr>
          <a:xfrm>
            <a:off x="7958520" y="7719840"/>
            <a:ext cx="1253772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1" u="none" spc="468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" name="Group 29"/>
          <p:cNvGrpSpPr/>
          <p:nvPr/>
        </p:nvGrpSpPr>
        <p:grpSpPr>
          <a:xfrm>
            <a:off x="8017200" y="4676760"/>
            <a:ext cx="12479040" cy="20520"/>
            <a:chOff x="8017200" y="4676760"/>
            <a:chExt cx="12479040" cy="20520"/>
          </a:xfrm>
        </p:grpSpPr>
        <p:sp>
          <p:nvSpPr>
            <p:cNvPr id="78" name="Freeform 30"/>
            <p:cNvSpPr/>
            <p:nvPr/>
          </p:nvSpPr>
          <p:spPr>
            <a:xfrm>
              <a:off x="8017200" y="4676760"/>
              <a:ext cx="12479040" cy="20520"/>
            </a:xfrm>
            <a:custGeom>
              <a:avLst/>
              <a:gdLst>
                <a:gd name="textAreaLeft" fmla="*/ 0 w 12479040"/>
                <a:gd name="textAreaRight" fmla="*/ 12489120 w 12479040"/>
                <a:gd name="textAreaTop" fmla="*/ 0 h 20520"/>
                <a:gd name="textAreaBottom" fmla="*/ 30600 h 20520"/>
              </a:gdLst>
              <a:ahLst/>
              <a:cxnLst/>
              <a:rect l="textAreaLeft" t="textAreaTop" r="textAreaRight" b="textAreaBottom"/>
              <a:pathLst>
                <a:path w="16652239" h="40640">
                  <a:moveTo>
                    <a:pt x="16483076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52239" y="40640"/>
                  </a:lnTo>
                  <a:lnTo>
                    <a:pt x="16652239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TextBox 31"/>
          <p:cNvSpPr/>
          <p:nvPr/>
        </p:nvSpPr>
        <p:spPr>
          <a:xfrm>
            <a:off x="8017200" y="3807000"/>
            <a:ext cx="1247904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1" u="none" spc="468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PERFIL PROFESIONAL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32"/>
          <p:cNvSpPr/>
          <p:nvPr/>
        </p:nvSpPr>
        <p:spPr>
          <a:xfrm>
            <a:off x="8017200" y="4770720"/>
            <a:ext cx="12479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69"/>
              </a:lnSpc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DAG9kLNdTUY</dc:identifier>
  <dc:language>es-AR</dc:language>
  <cp:lastModifiedBy/>
  <dcterms:modified xsi:type="dcterms:W3CDTF">2026-02-17T01:37:54Z</dcterms:modified>
  <cp:revision>28</cp:revision>
  <dc:subject/>
  <dc:title>Plantilla_oficial_7.pptx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