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Garet Bold Italics"/>
    </p:embeddedFont>
    <p:embeddedFont>
      <p:font typeface="Microsoft YaHei"/>
      <p:regular r:id="rId5"/>
    </p:embeddedFont>
    <p:embeddedFont>
      <p:font typeface="Garet Italics"/>
    </p:embeddedFont>
    <p:embeddedFont>
      <p:font typeface="Montserrat Bold"/>
    </p:embeddedFont>
    <p:embeddedFont>
      <p:font typeface="Montserrat"/>
      <p:regular r:id="rId6"/>
      <p:bold r:id="rId6"/>
    </p:embeddedFont>
    <p:embeddedFont>
      <p:font typeface="Now Bold"/>
    </p:embeddedFont>
    <p:embeddedFont>
      <p:font typeface="Gare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1960" cy="135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1960" cy="148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BBF9C2A-7472-4AEC-B164-8F69489D86A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804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804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0285F84-10ED-4E45-9711-91C612A10ED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9840" cy="62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9840" cy="39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1280" cy="62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1280" cy="39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1147C04-582D-4252-803B-638E6F1101E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7A1EA6E-B074-4F34-96A0-17A7AD7DC83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1A17960-6856-4197-8486-347F6CCC4A1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7720" cy="115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1200" cy="584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7720" cy="468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42838B3-868A-466C-BE2E-1347F60195C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5960" cy="55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5960" cy="4104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5960" cy="79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86A9429-4E5D-456A-99D0-F08047DBD4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1960" cy="145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C90DA67-6F02-4E43-A909-6CF7344DBD5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16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39C978-8B32-4F89-B496-4314955E021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6960" cy="584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9480" cy="584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BA2A53-59F7-4983-B695-3235B043C82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16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A68ADDC-25D0-4DDC-9A2D-0AA7490C391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0" y="0"/>
            <a:ext cx="7308720" cy="30245400"/>
          </a:xfrm>
          <a:custGeom>
            <a:avLst/>
            <a:gdLst>
              <a:gd name="textAreaLeft" fmla="*/ 0 w 7308720"/>
              <a:gd name="textAreaRight" fmla="*/ 7319160 w 7308720"/>
              <a:gd name="textAreaTop" fmla="*/ 0 h 30245400"/>
              <a:gd name="textAreaBottom" fmla="*/ 30255480 h 30245400"/>
            </a:gdLst>
            <a:ahLst/>
            <a:cxnLst/>
            <a:rect l="textAreaLeft" t="textAreaTop" r="textAreaRight" b="textAreaBottom"/>
            <a:pathLst>
              <a:path w="7319255" h="30481435">
                <a:moveTo>
                  <a:pt x="0" y="0"/>
                </a:moveTo>
                <a:lnTo>
                  <a:pt x="7319255" y="0"/>
                </a:lnTo>
                <a:lnTo>
                  <a:pt x="7319255" y="30481435"/>
                </a:lnTo>
                <a:lnTo>
                  <a:pt x="0" y="30481435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5"/>
          <p:cNvGrpSpPr/>
          <p:nvPr/>
        </p:nvGrpSpPr>
        <p:grpSpPr>
          <a:xfrm>
            <a:off x="8056080" y="9053280"/>
            <a:ext cx="16920" cy="16059960"/>
            <a:chOff x="8056080" y="9053280"/>
            <a:chExt cx="16920" cy="16059960"/>
          </a:xfrm>
        </p:grpSpPr>
        <p:sp>
          <p:nvSpPr>
            <p:cNvPr id="61" name="Freeform 6"/>
            <p:cNvSpPr/>
            <p:nvPr/>
          </p:nvSpPr>
          <p:spPr>
            <a:xfrm rot="5400000">
              <a:off x="34200" y="17074800"/>
              <a:ext cx="16059960" cy="16920"/>
            </a:xfrm>
            <a:custGeom>
              <a:avLst/>
              <a:gdLst>
                <a:gd name="textAreaLeft" fmla="*/ 0 w 16059960"/>
                <a:gd name="textAreaRight" fmla="*/ 16070400 w 16059960"/>
                <a:gd name="textAreaTop" fmla="*/ 0 h 16920"/>
                <a:gd name="textAreaBottom" fmla="*/ 27360 h 16920"/>
              </a:gdLst>
              <a:ahLst/>
              <a:cxnLst/>
              <a:rect l="textAreaLeft" t="textAreaTop" r="textAreaRight" b="textAreaBottom"/>
              <a:pathLst>
                <a:path w="21427312" h="36322">
                  <a:moveTo>
                    <a:pt x="21276056" y="0"/>
                  </a:moveTo>
                  <a:lnTo>
                    <a:pt x="0" y="0"/>
                  </a:lnTo>
                  <a:lnTo>
                    <a:pt x="0" y="36322"/>
                  </a:lnTo>
                  <a:lnTo>
                    <a:pt x="21427312" y="36322"/>
                  </a:lnTo>
                  <a:lnTo>
                    <a:pt x="21427312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7640" bIns="-17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2" name="TextBox 41"/>
          <p:cNvSpPr/>
          <p:nvPr/>
        </p:nvSpPr>
        <p:spPr>
          <a:xfrm>
            <a:off x="7938000" y="8874720"/>
            <a:ext cx="11842560" cy="76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229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2200" b="1" u="none" spc="60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  [[EXPERIENCE_BLOCK]]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249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2620" b="1" u="none" spc="54" strike="noStrike">
                <a:solidFill>
                  <a:srgbClr val="101010"/>
                </a:solidFill>
                <a:effectLst/>
                <a:uFillTx/>
                <a:latin typeface="Poppins"/>
                <a:ea typeface="Garet Bold"/>
              </a:rPr>
              <a:t> {{exp_1_role}}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{{exp_1_company}} {{exp_1_dates}}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249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249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2640" b="1" u="none" spc="51" strike="noStrike">
                <a:solidFill>
                  <a:srgbClr val="101010"/>
                </a:solidFill>
                <a:effectLst/>
                <a:uFillTx/>
                <a:latin typeface="Poppins"/>
                <a:ea typeface="Garet Bold Italics"/>
              </a:rPr>
              <a:t> {{exp_2_role}}</a:t>
            </a:r>
            <a:r>
              <a:rPr lang="en-US" sz="2640" b="0" u="none" spc="51" strike="noStrike">
                <a:solidFill>
                  <a:srgbClr val="101010"/>
                </a:solidFill>
                <a:effectLst/>
                <a:uFillTx/>
                <a:latin typeface="Poppins"/>
                <a:ea typeface="Garet Bold Italics"/>
              </a:rPr>
              <a:t>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{{exp_2_company}} {{exp_2_dates}}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249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249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2640" b="1" u="none" spc="51" strike="noStrike">
                <a:solidFill>
                  <a:srgbClr val="101010"/>
                </a:solidFill>
                <a:effectLst/>
                <a:uFillTx/>
                <a:latin typeface="Poppins"/>
                <a:ea typeface="Garet Bold Italics"/>
              </a:rPr>
              <a:t> {{exp_3_role}}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{{exp_3_company}} {{exp_3_dates}}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249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{{exp_3_bullets_block}}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1261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249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2640" b="1" u="none" spc="51" strike="noStrike">
                <a:solidFill>
                  <a:srgbClr val="101010"/>
                </a:solidFill>
                <a:effectLst/>
                <a:uFillTx/>
                <a:latin typeface="Poppins"/>
                <a:ea typeface="Garet Bold Italics"/>
              </a:rPr>
              <a:t> {{exp_4_role}} </a:t>
            </a:r>
            <a:r>
              <a:rPr lang="en-US" sz="2320" b="0" u="none" spc="45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{{exp_4_company}} {{exp_4_dates}}</a:t>
            </a:r>
            <a:endParaRPr lang="es-AR" sz="2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249"/>
              </a:lnSpc>
            </a:pP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1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{{exp_4_bullets_block}}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3767"/>
              </a:lnSpc>
            </a:pPr>
            <a:endParaRPr lang="es-A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3249"/>
              </a:lnSpc>
            </a:pP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44"/>
          <p:cNvSpPr/>
          <p:nvPr/>
        </p:nvSpPr>
        <p:spPr>
          <a:xfrm>
            <a:off x="8670960" y="12436200"/>
            <a:ext cx="1129284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5"/>
          <p:cNvSpPr/>
          <p:nvPr/>
        </p:nvSpPr>
        <p:spPr>
          <a:xfrm>
            <a:off x="8670960" y="13076640"/>
            <a:ext cx="11661480" cy="40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49"/>
          <p:cNvSpPr/>
          <p:nvPr/>
        </p:nvSpPr>
        <p:spPr>
          <a:xfrm>
            <a:off x="8695080" y="16890120"/>
            <a:ext cx="11292840" cy="95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7"/>
              </a:lnSpc>
            </a:pPr>
            <a:endParaRPr lang="es-AR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7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51"/>
          <p:cNvSpPr/>
          <p:nvPr/>
        </p:nvSpPr>
        <p:spPr>
          <a:xfrm>
            <a:off x="8670960" y="19747080"/>
            <a:ext cx="12561840" cy="40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54"/>
          <p:cNvSpPr/>
          <p:nvPr/>
        </p:nvSpPr>
        <p:spPr>
          <a:xfrm>
            <a:off x="8641800" y="23028480"/>
            <a:ext cx="12725280" cy="40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24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57"/>
          <p:cNvSpPr/>
          <p:nvPr/>
        </p:nvSpPr>
        <p:spPr>
          <a:xfrm>
            <a:off x="515880" y="106920"/>
            <a:ext cx="3975480" cy="60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8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544320" y="716040"/>
            <a:ext cx="4133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180000" y="5622480"/>
            <a:ext cx="6838560" cy="458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21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[[SIDEBAR_BLOCK]]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402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1" name="Group 3"/>
          <p:cNvGrpSpPr/>
          <p:nvPr/>
        </p:nvGrpSpPr>
        <p:grpSpPr>
          <a:xfrm>
            <a:off x="7958520" y="8651520"/>
            <a:ext cx="12510000" cy="19800"/>
            <a:chOff x="7958520" y="8651520"/>
            <a:chExt cx="12510000" cy="19800"/>
          </a:xfrm>
        </p:grpSpPr>
        <p:sp>
          <p:nvSpPr>
            <p:cNvPr id="72" name="Freeform 1"/>
            <p:cNvSpPr/>
            <p:nvPr/>
          </p:nvSpPr>
          <p:spPr>
            <a:xfrm>
              <a:off x="7958520" y="8651520"/>
              <a:ext cx="12510000" cy="19800"/>
            </a:xfrm>
            <a:custGeom>
              <a:avLst/>
              <a:gdLst>
                <a:gd name="textAreaLeft" fmla="*/ 0 w 12510000"/>
                <a:gd name="textAreaRight" fmla="*/ 12520800 w 12510000"/>
                <a:gd name="textAreaTop" fmla="*/ 0 h 19800"/>
                <a:gd name="textAreaBottom" fmla="*/ 30600 h 1980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3" name="TextBox 26"/>
          <p:cNvSpPr/>
          <p:nvPr/>
        </p:nvSpPr>
        <p:spPr>
          <a:xfrm>
            <a:off x="7931520" y="1204560"/>
            <a:ext cx="12580920" cy="174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7645"/>
              </a:lnSpc>
            </a:pPr>
            <a:r>
              <a:rPr lang="en-US" sz="7650" b="1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"/>
              </a:rPr>
              <a:t>{{name}}</a:t>
            </a:r>
            <a:endParaRPr lang="es-AR" sz="7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6092"/>
              </a:lnSpc>
            </a:pPr>
            <a:r>
              <a:rPr lang="en-US" sz="3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28"/>
          <p:cNvSpPr/>
          <p:nvPr/>
        </p:nvSpPr>
        <p:spPr>
          <a:xfrm>
            <a:off x="7958520" y="7719840"/>
            <a:ext cx="1253700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5" name="Group 29"/>
          <p:cNvGrpSpPr/>
          <p:nvPr/>
        </p:nvGrpSpPr>
        <p:grpSpPr>
          <a:xfrm>
            <a:off x="8017200" y="4676760"/>
            <a:ext cx="12478320" cy="19800"/>
            <a:chOff x="8017200" y="4676760"/>
            <a:chExt cx="12478320" cy="19800"/>
          </a:xfrm>
        </p:grpSpPr>
        <p:sp>
          <p:nvSpPr>
            <p:cNvPr id="76" name="Freeform 30"/>
            <p:cNvSpPr/>
            <p:nvPr/>
          </p:nvSpPr>
          <p:spPr>
            <a:xfrm>
              <a:off x="8017200" y="4676760"/>
              <a:ext cx="12478320" cy="19800"/>
            </a:xfrm>
            <a:custGeom>
              <a:avLst/>
              <a:gdLst>
                <a:gd name="textAreaLeft" fmla="*/ 0 w 12478320"/>
                <a:gd name="textAreaRight" fmla="*/ 12489120 w 12478320"/>
                <a:gd name="textAreaTop" fmla="*/ 0 h 19800"/>
                <a:gd name="textAreaBottom" fmla="*/ 30600 h 19800"/>
              </a:gdLst>
              <a:ahLst/>
              <a:cxnLst/>
              <a:rect l="textAreaLeft" t="textAreaTop" r="textAreaRight" b="textAreaBottom"/>
              <a:pathLst>
                <a:path w="16652239" h="40640">
                  <a:moveTo>
                    <a:pt x="16483076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52239" y="40640"/>
                  </a:lnTo>
                  <a:lnTo>
                    <a:pt x="16652239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" name="TextBox 31"/>
          <p:cNvSpPr/>
          <p:nvPr/>
        </p:nvSpPr>
        <p:spPr>
          <a:xfrm>
            <a:off x="8017200" y="3807000"/>
            <a:ext cx="1247832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PERFIL PROFESIONAL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2"/>
          <p:cNvSpPr/>
          <p:nvPr/>
        </p:nvSpPr>
        <p:spPr>
          <a:xfrm>
            <a:off x="8017200" y="4770720"/>
            <a:ext cx="124783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69"/>
              </a:lnSpc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DAG9kLNdTUY</dc:identifier>
  <dc:language>es-AR</dc:language>
  <cp:lastModifiedBy/>
  <dcterms:modified xsi:type="dcterms:W3CDTF">2026-03-09T19:56:42Z</dcterms:modified>
  <cp:revision>30</cp:revision>
  <dc:subject/>
  <dc:title>Plantilla_oficial_7.pptx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