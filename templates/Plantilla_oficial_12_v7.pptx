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oppins"/>
      <p:regular r:id="rId5"/>
      <p:bold r:id="rId5"/>
    </p:embeddedFont>
    <p:embeddedFont>
      <p:font typeface="Proxima nova"/>
    </p:embeddedFont>
    <p:embeddedFont>
      <p:font typeface="Microsoft YaHei"/>
      <p:regular r:id="rId6"/>
    </p:embeddedFont>
    <p:embeddedFont>
      <p:font typeface="Garet"/>
      <p:regular r:id="rId7"/>
      <p:bold r:id="rId7"/>
    </p:embeddedFont>
    <p:embeddedFont>
      <p:font typeface="Poppins Italics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oppins_Regular.fntdata"/><Relationship Id="rId6" Type="http://schemas.openxmlformats.org/officeDocument/2006/relationships/font" Target="fonts/Font_2_Microsoft_YaHei_Regular.fntdata"/><Relationship Id="rId7" Type="http://schemas.openxmlformats.org/officeDocument/2006/relationships/font" Target="fonts/Font_3_Garet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FC7597-A8A3-440B-917F-2F2C55AFBC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4800" cy="505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4800" cy="175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5560" cy="114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04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5560" cy="46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9E5164-FFE2-4337-A973-512B9678B0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800" cy="55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800" cy="410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80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628916-4711-450D-956C-D05A1DE5C1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800" cy="14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3452F7-7671-458A-9FBA-8C6CED8734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C0D24-3528-4D70-A054-FFC2D4CAE9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80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732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36547A-6EBA-49E7-A353-675F21C578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00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AE913C-9034-4183-A661-9870215F61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800" cy="13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800" cy="14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7AB851-17D4-4C75-8DA0-4831C3AAE5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880" cy="45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8D1295-7074-4121-8A71-D6FD1F57E0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768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768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1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120" cy="39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934B0D-3787-41F6-9C09-D102387053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000" cy="113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88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120" cy="35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4DECB7-5805-4B15-A481-F57266ED25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1225080" y="7717680"/>
            <a:ext cx="17101800" cy="14400"/>
            <a:chOff x="1225080" y="7717680"/>
            <a:chExt cx="17101800" cy="14400"/>
          </a:xfrm>
        </p:grpSpPr>
        <p:sp>
          <p:nvSpPr>
            <p:cNvPr id="62" name="Freeform 3"/>
            <p:cNvSpPr/>
            <p:nvPr/>
          </p:nvSpPr>
          <p:spPr>
            <a:xfrm>
              <a:off x="1225080" y="7717680"/>
              <a:ext cx="17101800" cy="14400"/>
            </a:xfrm>
            <a:custGeom>
              <a:avLst/>
              <a:gdLst>
                <a:gd name="textAreaLeft" fmla="*/ 0 w 17101800"/>
                <a:gd name="textAreaRight" fmla="*/ 17114400 w 17101800"/>
                <a:gd name="textAreaTop" fmla="*/ 0 h 14400"/>
                <a:gd name="textAreaBottom" fmla="*/ 27000 h 1440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13"/>
          <p:cNvSpPr/>
          <p:nvPr/>
        </p:nvSpPr>
        <p:spPr>
          <a:xfrm>
            <a:off x="1225080" y="6976080"/>
            <a:ext cx="9388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2"/>
          <p:cNvSpPr/>
          <p:nvPr/>
        </p:nvSpPr>
        <p:spPr>
          <a:xfrm>
            <a:off x="1208880" y="7571880"/>
            <a:ext cx="19669320" cy="9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{{exp_4_bullets_block}}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{{exp_5_role}}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{{exp_5_company}}   {{exp_5_dates}}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3"/>
          <p:cNvSpPr/>
          <p:nvPr/>
        </p:nvSpPr>
        <p:spPr>
          <a:xfrm>
            <a:off x="5580000" y="8183880"/>
            <a:ext cx="1773576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4"/>
          <p:cNvSpPr/>
          <p:nvPr/>
        </p:nvSpPr>
        <p:spPr>
          <a:xfrm>
            <a:off x="890280" y="11217600"/>
            <a:ext cx="2128212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3"/>
              </a:lnSpc>
            </a:pP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9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6"/>
          <p:cNvSpPr/>
          <p:nvPr/>
        </p:nvSpPr>
        <p:spPr>
          <a:xfrm>
            <a:off x="5580000" y="10683360"/>
            <a:ext cx="179164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8"/>
          <p:cNvSpPr/>
          <p:nvPr/>
        </p:nvSpPr>
        <p:spPr>
          <a:xfrm>
            <a:off x="1225080" y="13314240"/>
            <a:ext cx="21282120" cy="3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5236920" y="3263760"/>
            <a:ext cx="15678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5338440" y="806040"/>
            <a:ext cx="1535544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1225080" y="4326840"/>
            <a:ext cx="182898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80000" y="540360"/>
            <a:ext cx="413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208880" y="702360"/>
            <a:ext cx="19669320" cy="48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{{exp_6_role}}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{{exp_6_company}}   {{exp_6_dates}}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{{exp_6_bullets_block}}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{{exp_7_role}}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{{exp_7_company}}   {{exp_7_dates}}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3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{{exp_7_bullets_block}}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4"/>
          <p:cNvGrpSpPr/>
          <p:nvPr/>
        </p:nvGrpSpPr>
        <p:grpSpPr>
          <a:xfrm>
            <a:off x="1298520" y="19107720"/>
            <a:ext cx="17105040" cy="17640"/>
            <a:chOff x="1298520" y="19107720"/>
            <a:chExt cx="17105040" cy="17640"/>
          </a:xfrm>
        </p:grpSpPr>
        <p:sp>
          <p:nvSpPr>
            <p:cNvPr id="75" name="Freeform 2"/>
            <p:cNvSpPr/>
            <p:nvPr/>
          </p:nvSpPr>
          <p:spPr>
            <a:xfrm>
              <a:off x="1298520" y="1910772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6"/>
          <p:cNvGrpSpPr/>
          <p:nvPr/>
        </p:nvGrpSpPr>
        <p:grpSpPr>
          <a:xfrm>
            <a:off x="1260720" y="23329440"/>
            <a:ext cx="17105040" cy="17640"/>
            <a:chOff x="1260720" y="23329440"/>
            <a:chExt cx="17105040" cy="17640"/>
          </a:xfrm>
        </p:grpSpPr>
        <p:sp>
          <p:nvSpPr>
            <p:cNvPr id="77" name="Freeform 7"/>
            <p:cNvSpPr/>
            <p:nvPr/>
          </p:nvSpPr>
          <p:spPr>
            <a:xfrm>
              <a:off x="1260720" y="2332944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1225800" y="21246120"/>
            <a:ext cx="17105040" cy="17640"/>
            <a:chOff x="1225800" y="21246120"/>
            <a:chExt cx="17105040" cy="17640"/>
          </a:xfrm>
        </p:grpSpPr>
        <p:sp>
          <p:nvSpPr>
            <p:cNvPr id="79" name="Freeform 9"/>
            <p:cNvSpPr/>
            <p:nvPr/>
          </p:nvSpPr>
          <p:spPr>
            <a:xfrm>
              <a:off x="1225800" y="2124612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4"/>
          <p:cNvSpPr/>
          <p:nvPr/>
        </p:nvSpPr>
        <p:spPr>
          <a:xfrm>
            <a:off x="1298520" y="1850472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900360" y="19168920"/>
            <a:ext cx="1792692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1260720" y="2272644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900360" y="23498280"/>
            <a:ext cx="1720692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1225800" y="2066544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900360" y="21281760"/>
            <a:ext cx="1991268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9"/>
          <p:cNvSpPr/>
          <p:nvPr/>
        </p:nvSpPr>
        <p:spPr>
          <a:xfrm>
            <a:off x="5220360" y="17460720"/>
            <a:ext cx="17777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4"/>
          <p:cNvSpPr/>
          <p:nvPr/>
        </p:nvSpPr>
        <p:spPr>
          <a:xfrm>
            <a:off x="1390680" y="27341280"/>
            <a:ext cx="1927116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1"/>
          <p:cNvGrpSpPr/>
          <p:nvPr/>
        </p:nvGrpSpPr>
        <p:grpSpPr>
          <a:xfrm>
            <a:off x="1261080" y="27325800"/>
            <a:ext cx="17105040" cy="17640"/>
            <a:chOff x="1261080" y="27325800"/>
            <a:chExt cx="17105040" cy="17640"/>
          </a:xfrm>
        </p:grpSpPr>
        <p:sp>
          <p:nvSpPr>
            <p:cNvPr id="89" name="Freeform 4"/>
            <p:cNvSpPr/>
            <p:nvPr/>
          </p:nvSpPr>
          <p:spPr>
            <a:xfrm>
              <a:off x="1261080" y="2732580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TextBox 2"/>
          <p:cNvSpPr/>
          <p:nvPr/>
        </p:nvSpPr>
        <p:spPr>
          <a:xfrm>
            <a:off x="1261080" y="2672280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COMPETENCIAS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2026-03-08T20:56:10Z</dcterms:modified>
  <cp:revision>36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