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  <p:sldId id="257" r:id="rId4"/>
  </p:sldIdLst>
  <p:sldSz cx="21374100" cy="30276800"/>
  <p:notesSz cx="7559675" cy="10691813"/>
  <p:embeddedFontLst>
    <p:embeddedFont>
      <p:font typeface="Proxima nova"/>
    </p:embeddedFont>
    <p:embeddedFont>
      <p:font typeface="Poppins"/>
      <p:regular r:id="rId5"/>
      <p:bold r:id="rId5"/>
    </p:embeddedFont>
    <p:embeddedFont>
      <p:font typeface="Microsoft YaHei"/>
      <p:regular r:id="rId6"/>
    </p:embeddedFont>
    <p:embeddedFont>
      <p:font typeface="Garet"/>
      <p:regular r:id="rId7"/>
      <p:bold r:id="rId7"/>
    </p:embeddedFont>
    <p:embeddedFont>
      <p:font typeface="Poppins Bold"/>
    </p:embeddedFont>
    <p:embeddedFont>
      <p:font typeface="Poppins Italics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font" Target="fonts/Font_1_Poppins_Regular.fntdata"/><Relationship Id="rId6" Type="http://schemas.openxmlformats.org/officeDocument/2006/relationships/font" Target="fonts/Font_2_Microsoft_YaHei_Regular.fntdata"/><Relationship Id="rId7" Type="http://schemas.openxmlformats.org/officeDocument/2006/relationships/font" Target="fonts/Font_3_Garet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640" cy="113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5520" cy="451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5520" cy="451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2546308-F850-402E-9453-A6CDE36FA0C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640" cy="113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7320" cy="62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7320" cy="393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8760" cy="62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8760" cy="393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7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8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1AEBFE6-F493-4F94-BC24-32720236FC7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640" cy="113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BADEC53-4B78-483B-8B81-7C63DF50620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672244B-DB1F-4FA6-9E81-09252BD98FD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title"/>
          </p:nvPr>
        </p:nvSpPr>
        <p:spPr>
          <a:xfrm>
            <a:off x="1068480" y="1207800"/>
            <a:ext cx="19234440" cy="505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body"/>
          </p:nvPr>
        </p:nvSpPr>
        <p:spPr>
          <a:xfrm>
            <a:off x="1068480" y="7084440"/>
            <a:ext cx="19234440" cy="1755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5200" cy="114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8680" cy="584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5200" cy="467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051A6B2-C249-4BD2-9D53-2D0E831268A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3440" cy="55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3440" cy="4101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3440" cy="792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63D8652-CEDD-46DA-B5C3-7FB43AD73A3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59440" cy="145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B5930F8-C280-44EC-B37C-45DC349714C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640" cy="113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6640" cy="451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AD6FE51-36F2-461C-8FAF-AA5307FF8DF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4440" cy="583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6960" cy="583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1F4FC6B-4FBB-4638-8084-8F40FA1EF35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640" cy="113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6640" cy="451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6185D77-B870-4BA1-9097-B99F0DA389E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59440" cy="134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59440" cy="148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8FB09B0-C282-45B4-BD40-506B50E185F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Group 2"/>
          <p:cNvGrpSpPr/>
          <p:nvPr/>
        </p:nvGrpSpPr>
        <p:grpSpPr>
          <a:xfrm>
            <a:off x="1225080" y="7717680"/>
            <a:ext cx="17101440" cy="14040"/>
            <a:chOff x="1225080" y="7717680"/>
            <a:chExt cx="17101440" cy="14040"/>
          </a:xfrm>
        </p:grpSpPr>
        <p:sp>
          <p:nvSpPr>
            <p:cNvPr id="62" name="Freeform 3"/>
            <p:cNvSpPr/>
            <p:nvPr/>
          </p:nvSpPr>
          <p:spPr>
            <a:xfrm>
              <a:off x="1225080" y="7717680"/>
              <a:ext cx="17101440" cy="14040"/>
            </a:xfrm>
            <a:custGeom>
              <a:avLst/>
              <a:gdLst>
                <a:gd name="textAreaLeft" fmla="*/ 0 w 17101440"/>
                <a:gd name="textAreaRight" fmla="*/ 17114400 w 17101440"/>
                <a:gd name="textAreaTop" fmla="*/ 0 h 14040"/>
                <a:gd name="textAreaBottom" fmla="*/ 27000 h 1404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3" name="TextBox 13"/>
          <p:cNvSpPr/>
          <p:nvPr/>
        </p:nvSpPr>
        <p:spPr>
          <a:xfrm>
            <a:off x="1225080" y="6976080"/>
            <a:ext cx="938772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EXPERIENCIA LABORAL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22"/>
          <p:cNvSpPr/>
          <p:nvPr/>
        </p:nvSpPr>
        <p:spPr>
          <a:xfrm>
            <a:off x="1208880" y="7571880"/>
            <a:ext cx="19668960" cy="92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033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32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{{exp_1_role}}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{{exp_1_company}}   {{exp_1_dates}}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835"/>
              </a:lnSpc>
              <a:spcBef>
                <a:spcPts val="1757"/>
              </a:spcBef>
              <a:spcAft>
                <a:spcPts val="1559"/>
              </a:spcAft>
            </a:pPr>
            <a:r>
              <a:rPr lang="en-US" sz="23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{{exp_1_bullets_block}} 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757"/>
              </a:spcBef>
              <a:spcAft>
                <a:spcPts val="1559"/>
              </a:spcAft>
            </a:pP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52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32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{{exp_2_role}}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{{exp_2_company}}   {{exp_2_dates}}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835"/>
              </a:lnSpc>
              <a:spcBef>
                <a:spcPts val="1757"/>
              </a:spcBef>
              <a:spcAft>
                <a:spcPts val="1559"/>
              </a:spcAft>
            </a:pPr>
            <a:r>
              <a:rPr lang="en-US" sz="23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{{exp_2_bullets_block}} 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757"/>
              </a:spcBef>
              <a:spcAft>
                <a:spcPts val="1559"/>
              </a:spcAft>
            </a:pP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52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32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{{exp_3_role}}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{{exp_3_company}}   {{exp_3_dates}}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835"/>
              </a:lnSpc>
              <a:spcBef>
                <a:spcPts val="1757"/>
              </a:spcBef>
              <a:spcAft>
                <a:spcPts val="1559"/>
              </a:spcAft>
            </a:pPr>
            <a:r>
              <a:rPr lang="en-US" sz="23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{{exp_3_bullets_block}} 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757"/>
              </a:spcBef>
              <a:spcAft>
                <a:spcPts val="1559"/>
              </a:spcAft>
            </a:pP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52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32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{{exp_4_role}}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{{exp_4_company}}   {{exp_3_dates}}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835"/>
              </a:lnSpc>
              <a:spcBef>
                <a:spcPts val="1757"/>
              </a:spcBef>
              <a:spcAft>
                <a:spcPts val="1559"/>
              </a:spcAft>
            </a:pPr>
            <a:r>
              <a:rPr lang="en-US" sz="23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{{exp_4_bullets_block}}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757"/>
              </a:spcBef>
              <a:spcAft>
                <a:spcPts val="1559"/>
              </a:spcAft>
            </a:pP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52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32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{{exp_5_role}}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{{exp_5_company}}   {{exp_5_dates}}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835"/>
              </a:lnSpc>
              <a:spcBef>
                <a:spcPts val="1757"/>
              </a:spcBef>
              <a:spcAft>
                <a:spcPts val="1559"/>
              </a:spcAft>
            </a:pPr>
            <a:r>
              <a:rPr lang="en-US" sz="23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{{exp_5_bullets_block}} 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23"/>
          <p:cNvSpPr/>
          <p:nvPr/>
        </p:nvSpPr>
        <p:spPr>
          <a:xfrm>
            <a:off x="5580000" y="8183880"/>
            <a:ext cx="17735400" cy="37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03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24"/>
          <p:cNvSpPr/>
          <p:nvPr/>
        </p:nvSpPr>
        <p:spPr>
          <a:xfrm>
            <a:off x="890280" y="11217600"/>
            <a:ext cx="21281760" cy="75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993"/>
              </a:lnSpc>
            </a:pPr>
            <a:endParaRPr lang="es-AR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99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26"/>
          <p:cNvSpPr/>
          <p:nvPr/>
        </p:nvSpPr>
        <p:spPr>
          <a:xfrm>
            <a:off x="5580000" y="10683360"/>
            <a:ext cx="17916120" cy="37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03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28"/>
          <p:cNvSpPr/>
          <p:nvPr/>
        </p:nvSpPr>
        <p:spPr>
          <a:xfrm>
            <a:off x="1225080" y="13314240"/>
            <a:ext cx="21281760" cy="37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03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10"/>
          <p:cNvSpPr/>
          <p:nvPr/>
        </p:nvSpPr>
        <p:spPr>
          <a:xfrm>
            <a:off x="5236920" y="3263760"/>
            <a:ext cx="156776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22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{{contact_phone}} |  {{contact_email}} |  {{contact_location}} | {{licencia}}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1"/>
          <p:cNvSpPr/>
          <p:nvPr/>
        </p:nvSpPr>
        <p:spPr>
          <a:xfrm>
            <a:off x="5338440" y="806040"/>
            <a:ext cx="15355080" cy="21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1486"/>
              </a:lnSpc>
            </a:pPr>
            <a:r>
              <a:rPr lang="en-US" sz="7200" b="0" u="none" strike="noStrike">
                <a:solidFill>
                  <a:srgbClr val="c0504d"/>
                </a:solidFill>
                <a:effectLst/>
                <a:uFillTx/>
                <a:latin typeface="Poppins"/>
                <a:ea typeface="Poppins Bold"/>
              </a:rPr>
              <a:t>{{name}}</a:t>
            </a:r>
            <a:endParaRPr lang="es-AR" sz="7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148"/>
              </a:lnSpc>
            </a:pPr>
            <a:r>
              <a:rPr lang="en-US" sz="2600" b="0" u="none" spc="320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{{title}}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8"/>
          <p:cNvSpPr/>
          <p:nvPr/>
        </p:nvSpPr>
        <p:spPr>
          <a:xfrm>
            <a:off x="1225080" y="4326840"/>
            <a:ext cx="1828944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55"/>
              </a:lnSpc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Italics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972000" y="396360"/>
            <a:ext cx="41320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TextBox 1"/>
          <p:cNvSpPr/>
          <p:nvPr/>
        </p:nvSpPr>
        <p:spPr>
          <a:xfrm>
            <a:off x="1208880" y="702360"/>
            <a:ext cx="19668960" cy="48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033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32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{{exp_6_role}}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{{exp_6_company}}   {{exp_6_dates}}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835"/>
              </a:lnSpc>
              <a:spcBef>
                <a:spcPts val="1757"/>
              </a:spcBef>
              <a:spcAft>
                <a:spcPts val="1559"/>
              </a:spcAft>
            </a:pPr>
            <a:r>
              <a:rPr lang="en-US" sz="23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{{exp_6_bullets_block}} 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757"/>
              </a:spcBef>
              <a:spcAft>
                <a:spcPts val="1559"/>
              </a:spcAft>
            </a:pP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52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32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{{exp_7_role}}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{{exp_7_company}}   {{exp_7_dates}}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835"/>
              </a:lnSpc>
              <a:spcBef>
                <a:spcPts val="1757"/>
              </a:spcBef>
              <a:spcAft>
                <a:spcPts val="1559"/>
              </a:spcAft>
            </a:pPr>
            <a:r>
              <a:rPr lang="en-US" sz="23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{{exp_7_bullets_block}} 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757"/>
              </a:spcBef>
              <a:spcAft>
                <a:spcPts val="1559"/>
              </a:spcAft>
            </a:pP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52"/>
              </a:lnSpc>
              <a:spcBef>
                <a:spcPts val="567"/>
              </a:spcBef>
              <a:spcAft>
                <a:spcPts val="567"/>
              </a:spcAft>
            </a:pP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4" name="Group 4"/>
          <p:cNvGrpSpPr/>
          <p:nvPr/>
        </p:nvGrpSpPr>
        <p:grpSpPr>
          <a:xfrm>
            <a:off x="1298520" y="19107720"/>
            <a:ext cx="17104680" cy="17280"/>
            <a:chOff x="1298520" y="19107720"/>
            <a:chExt cx="17104680" cy="17280"/>
          </a:xfrm>
        </p:grpSpPr>
        <p:sp>
          <p:nvSpPr>
            <p:cNvPr id="75" name="Freeform 2"/>
            <p:cNvSpPr/>
            <p:nvPr/>
          </p:nvSpPr>
          <p:spPr>
            <a:xfrm>
              <a:off x="1298520" y="19107720"/>
              <a:ext cx="17104680" cy="17280"/>
            </a:xfrm>
            <a:custGeom>
              <a:avLst/>
              <a:gdLst>
                <a:gd name="textAreaLeft" fmla="*/ 0 w 17104680"/>
                <a:gd name="textAreaRight" fmla="*/ 17114400 w 17104680"/>
                <a:gd name="textAreaTop" fmla="*/ 0 h 17280"/>
                <a:gd name="textAreaBottom" fmla="*/ 27000 h 1728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6" name="Group 6"/>
          <p:cNvGrpSpPr/>
          <p:nvPr/>
        </p:nvGrpSpPr>
        <p:grpSpPr>
          <a:xfrm>
            <a:off x="1260720" y="23329440"/>
            <a:ext cx="17104680" cy="17280"/>
            <a:chOff x="1260720" y="23329440"/>
            <a:chExt cx="17104680" cy="17280"/>
          </a:xfrm>
        </p:grpSpPr>
        <p:sp>
          <p:nvSpPr>
            <p:cNvPr id="77" name="Freeform 7"/>
            <p:cNvSpPr/>
            <p:nvPr/>
          </p:nvSpPr>
          <p:spPr>
            <a:xfrm>
              <a:off x="1260720" y="23329440"/>
              <a:ext cx="17104680" cy="17280"/>
            </a:xfrm>
            <a:custGeom>
              <a:avLst/>
              <a:gdLst>
                <a:gd name="textAreaLeft" fmla="*/ 0 w 17104680"/>
                <a:gd name="textAreaRight" fmla="*/ 17114400 w 17104680"/>
                <a:gd name="textAreaTop" fmla="*/ 0 h 17280"/>
                <a:gd name="textAreaBottom" fmla="*/ 27000 h 1728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8" name="Group 8"/>
          <p:cNvGrpSpPr/>
          <p:nvPr/>
        </p:nvGrpSpPr>
        <p:grpSpPr>
          <a:xfrm>
            <a:off x="1225800" y="21246120"/>
            <a:ext cx="17104680" cy="17280"/>
            <a:chOff x="1225800" y="21246120"/>
            <a:chExt cx="17104680" cy="17280"/>
          </a:xfrm>
        </p:grpSpPr>
        <p:sp>
          <p:nvSpPr>
            <p:cNvPr id="79" name="Freeform 9"/>
            <p:cNvSpPr/>
            <p:nvPr/>
          </p:nvSpPr>
          <p:spPr>
            <a:xfrm>
              <a:off x="1225800" y="21246120"/>
              <a:ext cx="17104680" cy="17280"/>
            </a:xfrm>
            <a:custGeom>
              <a:avLst/>
              <a:gdLst>
                <a:gd name="textAreaLeft" fmla="*/ 0 w 17104680"/>
                <a:gd name="textAreaRight" fmla="*/ 17114400 w 17104680"/>
                <a:gd name="textAreaTop" fmla="*/ 0 h 17280"/>
                <a:gd name="textAreaBottom" fmla="*/ 27000 h 1728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0" name="TextBox 14"/>
          <p:cNvSpPr/>
          <p:nvPr/>
        </p:nvSpPr>
        <p:spPr>
          <a:xfrm>
            <a:off x="1298520" y="18504720"/>
            <a:ext cx="65538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EDUCACIÓN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15"/>
          <p:cNvSpPr/>
          <p:nvPr/>
        </p:nvSpPr>
        <p:spPr>
          <a:xfrm>
            <a:off x="900360" y="19168920"/>
            <a:ext cx="17926560" cy="13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{{edu_1_degree}}  {{edu_1_school}}  {{edu_1_years}}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{{edu_2_degree}}  {{edu_2_school}}  {{edu_2_years}}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{{edu_3_degree}}  {{edu_3_school}}  {{edu_3_years}}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16"/>
          <p:cNvSpPr/>
          <p:nvPr/>
        </p:nvSpPr>
        <p:spPr>
          <a:xfrm>
            <a:off x="1260720" y="22726440"/>
            <a:ext cx="115236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INFORMÁTICA E IDIOMAS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17"/>
          <p:cNvSpPr/>
          <p:nvPr/>
        </p:nvSpPr>
        <p:spPr>
          <a:xfrm>
            <a:off x="900360" y="23498280"/>
            <a:ext cx="17206560" cy="361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{{it_4}}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{{idioma_2}}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55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19"/>
          <p:cNvSpPr/>
          <p:nvPr/>
        </p:nvSpPr>
        <p:spPr>
          <a:xfrm>
            <a:off x="1225800" y="20665440"/>
            <a:ext cx="65538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CAPACITACIONES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20"/>
          <p:cNvSpPr/>
          <p:nvPr/>
        </p:nvSpPr>
        <p:spPr>
          <a:xfrm>
            <a:off x="900360" y="21281760"/>
            <a:ext cx="19912320" cy="13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{{curso_1}}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{{curso_2}}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{{curso_3}}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29"/>
          <p:cNvSpPr/>
          <p:nvPr/>
        </p:nvSpPr>
        <p:spPr>
          <a:xfrm>
            <a:off x="5220360" y="17460720"/>
            <a:ext cx="17777160" cy="48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34"/>
          <p:cNvSpPr/>
          <p:nvPr/>
        </p:nvSpPr>
        <p:spPr>
          <a:xfrm>
            <a:off x="1390680" y="27341280"/>
            <a:ext cx="19270800" cy="31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{{skill_1}}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{{skill_2}}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{{skill_3}}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{{skill_4}}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{{skill_5}}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{{skill_6}}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8" name="Group 1"/>
          <p:cNvGrpSpPr/>
          <p:nvPr/>
        </p:nvGrpSpPr>
        <p:grpSpPr>
          <a:xfrm>
            <a:off x="1261080" y="27325800"/>
            <a:ext cx="17104680" cy="17280"/>
            <a:chOff x="1261080" y="27325800"/>
            <a:chExt cx="17104680" cy="17280"/>
          </a:xfrm>
        </p:grpSpPr>
        <p:sp>
          <p:nvSpPr>
            <p:cNvPr id="89" name="Freeform 4"/>
            <p:cNvSpPr/>
            <p:nvPr/>
          </p:nvSpPr>
          <p:spPr>
            <a:xfrm>
              <a:off x="1261080" y="27325800"/>
              <a:ext cx="17104680" cy="17280"/>
            </a:xfrm>
            <a:custGeom>
              <a:avLst/>
              <a:gdLst>
                <a:gd name="textAreaLeft" fmla="*/ 0 w 17104680"/>
                <a:gd name="textAreaRight" fmla="*/ 17114400 w 17104680"/>
                <a:gd name="textAreaTop" fmla="*/ 0 h 17280"/>
                <a:gd name="textAreaBottom" fmla="*/ 27000 h 1728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0" name="TextBox 2"/>
          <p:cNvSpPr/>
          <p:nvPr/>
        </p:nvSpPr>
        <p:spPr>
          <a:xfrm>
            <a:off x="1261080" y="26722800"/>
            <a:ext cx="115236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COMPETENCIAS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DAG9ksXom68</dc:identifier>
  <dc:language>es-AR</dc:language>
  <cp:lastModifiedBy/>
  <dcterms:modified xsi:type="dcterms:W3CDTF">2026-03-09T20:02:32Z</dcterms:modified>
  <cp:revision>37</cp:revision>
  <dc:subject/>
  <dc:title>Plantilla_oficial_12.pptx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