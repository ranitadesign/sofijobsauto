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Poppins"/>
      <p:regular r:id="rId5"/>
      <p:bold r:id="rId5"/>
    </p:embeddedFont>
    <p:embeddedFont>
      <p:font typeface="Microsoft YaHei"/>
      <p:regular r:id="rId6"/>
    </p:embeddedFont>
    <p:embeddedFont>
      <p:font typeface="Poppins Bold"/>
    </p:embeddedFont>
    <p:embeddedFont>
      <p:font typeface="Poppins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Poppins_Regular.fntdata"/><Relationship Id="rId6" Type="http://schemas.openxmlformats.org/officeDocument/2006/relationships/font" Target="fonts/Font_2_Microsoft_YaHei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8A898A-9C7B-4BA6-B1E2-4ECDEB926A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520" cy="135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520" cy="148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35D9859-BAA3-4560-A9BE-FC008BED01F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5A6E50F-B959-4F1F-8A28-2D1F674004A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40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40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84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84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24F12E-63EA-42A2-A2D2-D3E8725EDC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BB1B35-EA97-4A40-A0EC-547B8E176B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389AE1-B637-4EF8-9208-496D1AE6E0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5520" cy="505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5520" cy="1755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280" cy="115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76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280" cy="467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3093A9A-4102-4E7F-A487-D60A1AB2DBA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520" cy="55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520" cy="4102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520" cy="79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489FBB-8A63-4097-8E28-7F41F359CF0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520" cy="145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30E674E-CB3C-4354-9779-E038F3980A8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BE11A5-16A9-4DB5-A426-D2E5B1CBEA0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52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04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8F5B97-4715-4E58-B240-4B2D86CCDF8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2"/>
          <p:cNvGrpSpPr/>
          <p:nvPr/>
        </p:nvGrpSpPr>
        <p:grpSpPr>
          <a:xfrm>
            <a:off x="1225080" y="7717680"/>
            <a:ext cx="17102520" cy="15120"/>
            <a:chOff x="1225080" y="7717680"/>
            <a:chExt cx="17102520" cy="15120"/>
          </a:xfrm>
        </p:grpSpPr>
        <p:sp>
          <p:nvSpPr>
            <p:cNvPr id="62" name="Freeform 3"/>
            <p:cNvSpPr/>
            <p:nvPr/>
          </p:nvSpPr>
          <p:spPr>
            <a:xfrm>
              <a:off x="1225080" y="7717680"/>
              <a:ext cx="17102520" cy="15120"/>
            </a:xfrm>
            <a:custGeom>
              <a:avLst/>
              <a:gdLst>
                <a:gd name="textAreaLeft" fmla="*/ 0 w 17102520"/>
                <a:gd name="textAreaRight" fmla="*/ 17114400 w 17102520"/>
                <a:gd name="textAreaTop" fmla="*/ 0 h 15120"/>
                <a:gd name="textAreaBottom" fmla="*/ 27000 h 1512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13"/>
          <p:cNvSpPr/>
          <p:nvPr/>
        </p:nvSpPr>
        <p:spPr>
          <a:xfrm>
            <a:off x="1225080" y="6976080"/>
            <a:ext cx="93888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2"/>
          <p:cNvSpPr/>
          <p:nvPr/>
        </p:nvSpPr>
        <p:spPr>
          <a:xfrm>
            <a:off x="1208880" y="8183880"/>
            <a:ext cx="19670040" cy="865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{{exp_1_bullets_block}}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{{exp_2_bullets_block}}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{{exp_3_bullets_block}}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{{exp_5_role}}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{{exp_5_company}}   {{exp_5_dates}}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{{exp_5_bullets_block}}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3"/>
          <p:cNvSpPr/>
          <p:nvPr/>
        </p:nvSpPr>
        <p:spPr>
          <a:xfrm>
            <a:off x="5580000" y="8183880"/>
            <a:ext cx="1773648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4"/>
          <p:cNvSpPr/>
          <p:nvPr/>
        </p:nvSpPr>
        <p:spPr>
          <a:xfrm>
            <a:off x="890280" y="11217600"/>
            <a:ext cx="21282840" cy="75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3"/>
              </a:lnSpc>
            </a:pP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99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6"/>
          <p:cNvSpPr/>
          <p:nvPr/>
        </p:nvSpPr>
        <p:spPr>
          <a:xfrm>
            <a:off x="5580000" y="10683360"/>
            <a:ext cx="1791720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8"/>
          <p:cNvSpPr/>
          <p:nvPr/>
        </p:nvSpPr>
        <p:spPr>
          <a:xfrm>
            <a:off x="1225080" y="13314240"/>
            <a:ext cx="2128284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0"/>
          <p:cNvSpPr/>
          <p:nvPr/>
        </p:nvSpPr>
        <p:spPr>
          <a:xfrm>
            <a:off x="5236920" y="3263760"/>
            <a:ext cx="156787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{{contact_phone}} |  {{contact_email}} |  {{contact_location}} | {{licencia}}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1"/>
          <p:cNvSpPr/>
          <p:nvPr/>
        </p:nvSpPr>
        <p:spPr>
          <a:xfrm>
            <a:off x="5338440" y="806040"/>
            <a:ext cx="15356160" cy="21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8"/>
          <p:cNvSpPr/>
          <p:nvPr/>
        </p:nvSpPr>
        <p:spPr>
          <a:xfrm>
            <a:off x="1225080" y="4326840"/>
            <a:ext cx="1829052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1080000" y="540360"/>
            <a:ext cx="413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3"/>
          <p:cNvGrpSpPr/>
          <p:nvPr/>
        </p:nvGrpSpPr>
        <p:grpSpPr>
          <a:xfrm>
            <a:off x="1298520" y="21231000"/>
            <a:ext cx="17104680" cy="17280"/>
            <a:chOff x="1298520" y="21231000"/>
            <a:chExt cx="17104680" cy="17280"/>
          </a:xfrm>
        </p:grpSpPr>
        <p:sp>
          <p:nvSpPr>
            <p:cNvPr id="74" name="Freeform 4"/>
            <p:cNvSpPr/>
            <p:nvPr/>
          </p:nvSpPr>
          <p:spPr>
            <a:xfrm>
              <a:off x="1298520" y="21231000"/>
              <a:ext cx="17104680" cy="17280"/>
            </a:xfrm>
            <a:custGeom>
              <a:avLst/>
              <a:gdLst>
                <a:gd name="textAreaLeft" fmla="*/ 0 w 17104680"/>
                <a:gd name="textAreaRight" fmla="*/ 17114400 w 1710468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5" name="Group 5"/>
          <p:cNvGrpSpPr/>
          <p:nvPr/>
        </p:nvGrpSpPr>
        <p:grpSpPr>
          <a:xfrm>
            <a:off x="1260720" y="26496720"/>
            <a:ext cx="17104680" cy="17280"/>
            <a:chOff x="1260720" y="26496720"/>
            <a:chExt cx="17104680" cy="17280"/>
          </a:xfrm>
        </p:grpSpPr>
        <p:sp>
          <p:nvSpPr>
            <p:cNvPr id="76" name="Freeform 5"/>
            <p:cNvSpPr/>
            <p:nvPr/>
          </p:nvSpPr>
          <p:spPr>
            <a:xfrm>
              <a:off x="1260720" y="26496720"/>
              <a:ext cx="17104680" cy="17280"/>
            </a:xfrm>
            <a:custGeom>
              <a:avLst/>
              <a:gdLst>
                <a:gd name="textAreaLeft" fmla="*/ 0 w 17104680"/>
                <a:gd name="textAreaRight" fmla="*/ 17114400 w 1710468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7" name="Group 7"/>
          <p:cNvGrpSpPr/>
          <p:nvPr/>
        </p:nvGrpSpPr>
        <p:grpSpPr>
          <a:xfrm>
            <a:off x="1225800" y="24017400"/>
            <a:ext cx="17104680" cy="17280"/>
            <a:chOff x="1225800" y="24017400"/>
            <a:chExt cx="17104680" cy="17280"/>
          </a:xfrm>
        </p:grpSpPr>
        <p:sp>
          <p:nvSpPr>
            <p:cNvPr id="78" name="Freeform 6"/>
            <p:cNvSpPr/>
            <p:nvPr/>
          </p:nvSpPr>
          <p:spPr>
            <a:xfrm>
              <a:off x="1225800" y="24017400"/>
              <a:ext cx="17104680" cy="17280"/>
            </a:xfrm>
            <a:custGeom>
              <a:avLst/>
              <a:gdLst>
                <a:gd name="textAreaLeft" fmla="*/ 0 w 17104680"/>
                <a:gd name="textAreaRight" fmla="*/ 17114400 w 1710468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7"/>
          <p:cNvSpPr/>
          <p:nvPr/>
        </p:nvSpPr>
        <p:spPr>
          <a:xfrm>
            <a:off x="1298520" y="20628000"/>
            <a:ext cx="65538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8"/>
          <p:cNvSpPr/>
          <p:nvPr/>
        </p:nvSpPr>
        <p:spPr>
          <a:xfrm>
            <a:off x="900360" y="21292200"/>
            <a:ext cx="1792656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9"/>
          <p:cNvSpPr/>
          <p:nvPr/>
        </p:nvSpPr>
        <p:spPr>
          <a:xfrm>
            <a:off x="1260720" y="25893720"/>
            <a:ext cx="11523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2"/>
          <p:cNvSpPr/>
          <p:nvPr/>
        </p:nvSpPr>
        <p:spPr>
          <a:xfrm>
            <a:off x="900360" y="26665560"/>
            <a:ext cx="1720656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1"/>
          <p:cNvSpPr/>
          <p:nvPr/>
        </p:nvSpPr>
        <p:spPr>
          <a:xfrm>
            <a:off x="1225800" y="23436720"/>
            <a:ext cx="65538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25"/>
          <p:cNvSpPr/>
          <p:nvPr/>
        </p:nvSpPr>
        <p:spPr>
          <a:xfrm>
            <a:off x="900360" y="24053040"/>
            <a:ext cx="1991232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"/>
          <p:cNvSpPr/>
          <p:nvPr/>
        </p:nvSpPr>
        <p:spPr>
          <a:xfrm>
            <a:off x="1208880" y="882360"/>
            <a:ext cx="19670040" cy="41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{{exp_6_role}}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{{exp_6_company}}   {{exp_6_dates}}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{{exp_6_bullets_block}}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{{exp_7_role}}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{{exp_7_company}}   {{exp_7_dates}}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3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{{exp_7_bullets_block}}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2026-02-25T16:13:26Z</dcterms:modified>
  <cp:revision>34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