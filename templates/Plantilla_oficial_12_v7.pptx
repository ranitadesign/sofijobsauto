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5"/>
      <p:bold r:id="rId5"/>
    </p:embeddedFont>
    <p:embeddedFont>
      <p:font typeface="Garet"/>
    </p:embeddedFont>
    <p:embeddedFont>
      <p:font typeface="Poppins Italics"/>
    </p:embeddedFont>
    <p:embeddedFont>
      <p:font typeface="Microsoft YaHei"/>
      <p:regular r:id="rId6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oppins_Regular.fntdata"/><Relationship Id="rId6" Type="http://schemas.openxmlformats.org/officeDocument/2006/relationships/font" Target="fonts/Font_2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160" cy="145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8D6DE1-7768-41AF-BFA9-437052A530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D90926-09BC-4007-92E5-A454DA7C2D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16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68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CF5F3E-D173-4B4A-B5F6-8B56356744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36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6298B4-FE08-457A-A414-04FE8878A68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160" cy="135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160" cy="14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C2F67E-B75A-4EAE-8D09-E9FC1C6CC7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240" cy="451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CE4C99-1357-458D-A855-6A1CB89763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04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04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480" cy="62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480" cy="393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770AC7-B861-4736-AF82-2F779D3773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360" cy="113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AAFAA7-7DF6-46AC-A1B5-EC4281FF4A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592533-B699-4FA9-A0F2-382842562F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5160" cy="505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5160" cy="1755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920" cy="114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40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920" cy="467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587DF1-E4A1-49FB-B417-70829D3AC0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160" cy="55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160" cy="410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160" cy="79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73FCE6-2CD4-4F7A-ABDA-9977433D148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2"/>
          <p:cNvGrpSpPr/>
          <p:nvPr/>
        </p:nvGrpSpPr>
        <p:grpSpPr>
          <a:xfrm>
            <a:off x="1225080" y="7717680"/>
            <a:ext cx="17102160" cy="14760"/>
            <a:chOff x="1225080" y="7717680"/>
            <a:chExt cx="17102160" cy="14760"/>
          </a:xfrm>
        </p:grpSpPr>
        <p:sp>
          <p:nvSpPr>
            <p:cNvPr id="62" name="Freeform 3"/>
            <p:cNvSpPr/>
            <p:nvPr/>
          </p:nvSpPr>
          <p:spPr>
            <a:xfrm>
              <a:off x="1225080" y="7717680"/>
              <a:ext cx="17102160" cy="14760"/>
            </a:xfrm>
            <a:custGeom>
              <a:avLst/>
              <a:gdLst>
                <a:gd name="textAreaLeft" fmla="*/ 0 w 17102160"/>
                <a:gd name="textAreaRight" fmla="*/ 17114400 w 17102160"/>
                <a:gd name="textAreaTop" fmla="*/ 0 h 14760"/>
                <a:gd name="textAreaBottom" fmla="*/ 27000 h 147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13"/>
          <p:cNvSpPr/>
          <p:nvPr/>
        </p:nvSpPr>
        <p:spPr>
          <a:xfrm>
            <a:off x="1225080" y="6976080"/>
            <a:ext cx="93884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2"/>
          <p:cNvSpPr/>
          <p:nvPr/>
        </p:nvSpPr>
        <p:spPr>
          <a:xfrm>
            <a:off x="1208880" y="7571880"/>
            <a:ext cx="19669680" cy="9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3"/>
          <p:cNvSpPr/>
          <p:nvPr/>
        </p:nvSpPr>
        <p:spPr>
          <a:xfrm>
            <a:off x="5580000" y="8183880"/>
            <a:ext cx="17736120" cy="37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4"/>
          <p:cNvSpPr/>
          <p:nvPr/>
        </p:nvSpPr>
        <p:spPr>
          <a:xfrm>
            <a:off x="890280" y="11217600"/>
            <a:ext cx="2128248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3"/>
              </a:lnSpc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6"/>
          <p:cNvSpPr/>
          <p:nvPr/>
        </p:nvSpPr>
        <p:spPr>
          <a:xfrm>
            <a:off x="5580000" y="10683360"/>
            <a:ext cx="17916840" cy="37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8"/>
          <p:cNvSpPr/>
          <p:nvPr/>
        </p:nvSpPr>
        <p:spPr>
          <a:xfrm>
            <a:off x="1225080" y="13314240"/>
            <a:ext cx="2128248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0"/>
          <p:cNvSpPr/>
          <p:nvPr/>
        </p:nvSpPr>
        <p:spPr>
          <a:xfrm>
            <a:off x="5236920" y="3263760"/>
            <a:ext cx="15678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1"/>
          <p:cNvSpPr/>
          <p:nvPr/>
        </p:nvSpPr>
        <p:spPr>
          <a:xfrm>
            <a:off x="5338440" y="806040"/>
            <a:ext cx="1535580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8"/>
          <p:cNvSpPr/>
          <p:nvPr/>
        </p:nvSpPr>
        <p:spPr>
          <a:xfrm>
            <a:off x="1225080" y="4326840"/>
            <a:ext cx="182901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080000" y="540360"/>
            <a:ext cx="413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3"/>
          <p:cNvGrpSpPr/>
          <p:nvPr/>
        </p:nvGrpSpPr>
        <p:grpSpPr>
          <a:xfrm>
            <a:off x="1298520" y="21231000"/>
            <a:ext cx="17104320" cy="16920"/>
            <a:chOff x="1298520" y="21231000"/>
            <a:chExt cx="17104320" cy="16920"/>
          </a:xfrm>
        </p:grpSpPr>
        <p:sp>
          <p:nvSpPr>
            <p:cNvPr id="74" name="Freeform 4"/>
            <p:cNvSpPr/>
            <p:nvPr/>
          </p:nvSpPr>
          <p:spPr>
            <a:xfrm>
              <a:off x="1298520" y="21231000"/>
              <a:ext cx="17104320" cy="16920"/>
            </a:xfrm>
            <a:custGeom>
              <a:avLst/>
              <a:gdLst>
                <a:gd name="textAreaLeft" fmla="*/ 0 w 17104320"/>
                <a:gd name="textAreaRight" fmla="*/ 17114400 w 17104320"/>
                <a:gd name="textAreaTop" fmla="*/ 0 h 16920"/>
                <a:gd name="textAreaBottom" fmla="*/ 27000 h 169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5"/>
          <p:cNvGrpSpPr/>
          <p:nvPr/>
        </p:nvGrpSpPr>
        <p:grpSpPr>
          <a:xfrm>
            <a:off x="1260720" y="26496720"/>
            <a:ext cx="17104320" cy="16920"/>
            <a:chOff x="1260720" y="26496720"/>
            <a:chExt cx="17104320" cy="16920"/>
          </a:xfrm>
        </p:grpSpPr>
        <p:sp>
          <p:nvSpPr>
            <p:cNvPr id="76" name="Freeform 5"/>
            <p:cNvSpPr/>
            <p:nvPr/>
          </p:nvSpPr>
          <p:spPr>
            <a:xfrm>
              <a:off x="1260720" y="26496720"/>
              <a:ext cx="17104320" cy="16920"/>
            </a:xfrm>
            <a:custGeom>
              <a:avLst/>
              <a:gdLst>
                <a:gd name="textAreaLeft" fmla="*/ 0 w 17104320"/>
                <a:gd name="textAreaRight" fmla="*/ 17114400 w 17104320"/>
                <a:gd name="textAreaTop" fmla="*/ 0 h 16920"/>
                <a:gd name="textAreaBottom" fmla="*/ 27000 h 169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7"/>
          <p:cNvGrpSpPr/>
          <p:nvPr/>
        </p:nvGrpSpPr>
        <p:grpSpPr>
          <a:xfrm>
            <a:off x="1225800" y="24017400"/>
            <a:ext cx="17104320" cy="16920"/>
            <a:chOff x="1225800" y="24017400"/>
            <a:chExt cx="17104320" cy="16920"/>
          </a:xfrm>
        </p:grpSpPr>
        <p:sp>
          <p:nvSpPr>
            <p:cNvPr id="78" name="Freeform 6"/>
            <p:cNvSpPr/>
            <p:nvPr/>
          </p:nvSpPr>
          <p:spPr>
            <a:xfrm>
              <a:off x="1225800" y="24017400"/>
              <a:ext cx="17104320" cy="16920"/>
            </a:xfrm>
            <a:custGeom>
              <a:avLst/>
              <a:gdLst>
                <a:gd name="textAreaLeft" fmla="*/ 0 w 17104320"/>
                <a:gd name="textAreaRight" fmla="*/ 17114400 w 17104320"/>
                <a:gd name="textAreaTop" fmla="*/ 0 h 16920"/>
                <a:gd name="textAreaBottom" fmla="*/ 27000 h 169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7"/>
          <p:cNvSpPr/>
          <p:nvPr/>
        </p:nvSpPr>
        <p:spPr>
          <a:xfrm>
            <a:off x="1298520" y="20628000"/>
            <a:ext cx="65534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900360" y="21292200"/>
            <a:ext cx="1792620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1260720" y="25893720"/>
            <a:ext cx="115232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2"/>
          <p:cNvSpPr/>
          <p:nvPr/>
        </p:nvSpPr>
        <p:spPr>
          <a:xfrm>
            <a:off x="900360" y="26665560"/>
            <a:ext cx="1720620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1"/>
          <p:cNvSpPr/>
          <p:nvPr/>
        </p:nvSpPr>
        <p:spPr>
          <a:xfrm>
            <a:off x="1225800" y="23436720"/>
            <a:ext cx="65534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5"/>
          <p:cNvSpPr/>
          <p:nvPr/>
        </p:nvSpPr>
        <p:spPr>
          <a:xfrm>
            <a:off x="900360" y="24053040"/>
            <a:ext cx="1991196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"/>
          <p:cNvSpPr/>
          <p:nvPr/>
        </p:nvSpPr>
        <p:spPr>
          <a:xfrm>
            <a:off x="1208880" y="702360"/>
            <a:ext cx="19669680" cy="48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{{exp_6_role}}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{{exp_6_company}}   {{exp_6_dates}}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{{exp_6_bullets_block}}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{{exp_7_role}}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{{exp_7_company}}   {{exp_7_dates}}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{{exp_7_bullets_block}}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2026-03-05T15:38:54Z</dcterms:modified>
  <cp:revision>35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