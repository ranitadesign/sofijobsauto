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Garet"/>
      <p:regular r:id="rId4"/>
      <p:bold r:id="rId4"/>
    </p:embeddedFont>
    <p:embeddedFont>
      <p:font typeface="Microsoft YaHei"/>
      <p:regular r:id="rId5"/>
    </p:embeddedFont>
    <p:embeddedFont>
      <p:font typeface="Garet Italics"/>
    </p:embeddedFont>
    <p:embeddedFont>
      <p:font typeface="Montserrat"/>
      <p:regular r:id="rId6"/>
      <p:bold r:id="rId6"/>
    </p:embeddedFont>
    <p:embeddedFont>
      <p:font typeface="Gare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Garet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2720" cy="55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2720" cy="410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2720" cy="7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1D6628-DEAA-4938-9E30-2FFB743E37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8720" cy="145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E134E7-27E3-43F4-89AA-B88C10EA0A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920" cy="45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D68DF4-74CA-4882-A94E-A0A8D797D1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3720" cy="58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240" cy="58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CD73CB-3CC3-49D4-B5B4-C499C682C0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920" cy="45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4342B0-DC8D-46DE-9CB3-7CD775F6BF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8720" cy="13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8720" cy="14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7CF751-9CC1-42C5-B09F-4394FD15C3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4800" cy="45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4800" cy="45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4A9D37-4DA1-4DE4-A7B8-4D51BEE472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6600" cy="62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6600" cy="393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040" cy="62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040" cy="393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8588F9-6E59-486A-984B-169842CE0E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4DFFAD-A6B0-4508-BDD0-12D5D3BA76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AE5E34-5DD0-41D6-BFA8-2FA7C3D35D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4480" cy="11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7960" cy="58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4480" cy="467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42A420-4210-4612-9EA0-7D65D86638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21379320" cy="4921560"/>
          </a:xfrm>
          <a:custGeom>
            <a:avLst/>
            <a:gdLst>
              <a:gd name="textAreaLeft" fmla="*/ 0 w 21379320"/>
              <a:gd name="textAreaRight" fmla="*/ 21393000 w 21379320"/>
              <a:gd name="textAreaTop" fmla="*/ 0 h 4921560"/>
              <a:gd name="textAreaBottom" fmla="*/ 4934880 h 4921560"/>
            </a:gdLst>
            <a:ahLst/>
            <a:cxnLst/>
            <a:rect l="textAreaLeft" t="textAreaTop" r="textAreaRight" b="textAreaBottom"/>
            <a:pathLst>
              <a:path w="21392989" h="5161031">
                <a:moveTo>
                  <a:pt x="0" y="0"/>
                </a:moveTo>
                <a:lnTo>
                  <a:pt x="21392989" y="0"/>
                </a:lnTo>
                <a:lnTo>
                  <a:pt x="21392989" y="5161031"/>
                </a:lnTo>
                <a:lnTo>
                  <a:pt x="0" y="5161031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41"/>
          <p:cNvSpPr/>
          <p:nvPr/>
        </p:nvSpPr>
        <p:spPr>
          <a:xfrm>
            <a:off x="14940000" y="180360"/>
            <a:ext cx="255780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Group 42"/>
          <p:cNvGrpSpPr/>
          <p:nvPr/>
        </p:nvGrpSpPr>
        <p:grpSpPr>
          <a:xfrm>
            <a:off x="842400" y="10490400"/>
            <a:ext cx="12342600" cy="40320"/>
            <a:chOff x="842400" y="10490400"/>
            <a:chExt cx="12342600" cy="40320"/>
          </a:xfrm>
        </p:grpSpPr>
        <p:sp>
          <p:nvSpPr>
            <p:cNvPr id="62" name="Freeform 43"/>
            <p:cNvSpPr/>
            <p:nvPr/>
          </p:nvSpPr>
          <p:spPr>
            <a:xfrm>
              <a:off x="842400" y="10490400"/>
              <a:ext cx="12342600" cy="40320"/>
            </a:xfrm>
            <a:custGeom>
              <a:avLst/>
              <a:gdLst>
                <a:gd name="textAreaLeft" fmla="*/ 0 w 12342600"/>
                <a:gd name="textAreaRight" fmla="*/ 12358080 w 12342600"/>
                <a:gd name="textAreaTop" fmla="*/ 0 h 40320"/>
                <a:gd name="textAreaBottom" fmla="*/ 54000 h 40320"/>
              </a:gdLst>
              <a:ahLst/>
              <a:cxnLst/>
              <a:rect l="textAreaLeft" t="textAreaTop" r="textAreaRight" b="textAreaBottom"/>
              <a:pathLst>
                <a:path w="13947648" h="71882">
                  <a:moveTo>
                    <a:pt x="35941" y="0"/>
                  </a:moveTo>
                  <a:lnTo>
                    <a:pt x="13911707" y="0"/>
                  </a:lnTo>
                  <a:cubicBezTo>
                    <a:pt x="13931520" y="0"/>
                    <a:pt x="13947648" y="16129"/>
                    <a:pt x="13947648" y="35941"/>
                  </a:cubicBezTo>
                  <a:cubicBezTo>
                    <a:pt x="13947648" y="55753"/>
                    <a:pt x="13931520" y="71882"/>
                    <a:pt x="13911707" y="71882"/>
                  </a:cubicBezTo>
                  <a:lnTo>
                    <a:pt x="35941" y="71882"/>
                  </a:lnTo>
                  <a:cubicBezTo>
                    <a:pt x="16129" y="71882"/>
                    <a:pt x="0" y="55753"/>
                    <a:pt x="0" y="35941"/>
                  </a:cubicBezTo>
                  <a:cubicBezTo>
                    <a:pt x="0" y="16129"/>
                    <a:pt x="16129" y="0"/>
                    <a:pt x="35941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44"/>
          <p:cNvSpPr/>
          <p:nvPr/>
        </p:nvSpPr>
        <p:spPr>
          <a:xfrm>
            <a:off x="874080" y="9600840"/>
            <a:ext cx="1081836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45"/>
          <p:cNvGrpSpPr/>
          <p:nvPr/>
        </p:nvGrpSpPr>
        <p:grpSpPr>
          <a:xfrm>
            <a:off x="842400" y="10258920"/>
            <a:ext cx="12997440" cy="15752160"/>
            <a:chOff x="842400" y="10258920"/>
            <a:chExt cx="12997440" cy="15752160"/>
          </a:xfrm>
        </p:grpSpPr>
        <p:sp>
          <p:nvSpPr>
            <p:cNvPr id="65" name="TextBox 46"/>
            <p:cNvSpPr/>
            <p:nvPr/>
          </p:nvSpPr>
          <p:spPr>
            <a:xfrm>
              <a:off x="874080" y="10258920"/>
              <a:ext cx="12377520" cy="1434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02"/>
                </a:lnSpc>
                <a:spcBef>
                  <a:spcPts val="1191"/>
                </a:spcBef>
                <a:spcAft>
                  <a:spcPts val="992"/>
                </a:spcAft>
              </a:pPr>
              <a:endParaRPr lang="es-AR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84"/>
                </a:lnSpc>
              </a:pPr>
              <a:endParaRPr lang="es-AR" sz="18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24"/>
                </a:lnSpc>
              </a:pPr>
              <a:endParaRPr lang="es-AR" sz="24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47"/>
            <p:cNvSpPr/>
            <p:nvPr/>
          </p:nvSpPr>
          <p:spPr>
            <a:xfrm>
              <a:off x="932400" y="11784240"/>
              <a:ext cx="12337560" cy="175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8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60"/>
            <p:cNvSpPr/>
            <p:nvPr/>
          </p:nvSpPr>
          <p:spPr>
            <a:xfrm>
              <a:off x="842400" y="24251760"/>
              <a:ext cx="12337200" cy="175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8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842400" y="10706400"/>
              <a:ext cx="12997440" cy="1447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000" b="1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[[EXPERIENCE_BLOCK]] </a:t>
              </a:r>
              <a:endParaRPr lang="es-AR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100" b="1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{{exp_1_role}} </a:t>
              </a:r>
              <a:r>
                <a:rPr lang="en-US" sz="210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{{exp_1_company}}</a:t>
              </a:r>
              <a:r>
                <a:rPr lang="en-US" sz="2100" b="0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 {{exp_1_dates}}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s-AR" sz="21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{{exp_1_bullets_block}}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100" b="1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{{exp_2_role}} </a:t>
              </a:r>
              <a:r>
                <a:rPr lang="en-US" sz="210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{{exp_2_company}}</a:t>
              </a:r>
              <a:r>
                <a:rPr lang="en-US" sz="2100" b="0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 {{exp_2_dates}}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s-AR" sz="21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{{exp_2_bullets_block}}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100" b="1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{{exp_3_role}} </a:t>
              </a:r>
              <a:r>
                <a:rPr lang="en-US" sz="210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{{exp_3_company}}</a:t>
              </a:r>
              <a:r>
                <a:rPr lang="en-US" sz="2100" b="0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 {{exp_3_dates}}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s-AR" sz="21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{{exp_3_bullets_block}}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100" b="1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{{exp_4_role}} </a:t>
              </a:r>
              <a:r>
                <a:rPr lang="en-US" sz="210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{{exp_4_company}}</a:t>
              </a:r>
              <a:r>
                <a:rPr lang="en-US" sz="2100" b="0" u="none" spc="43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 {{exp_4_dates}}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s-AR" sz="21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{{exp_4_bullets_block}}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"/>
          <p:cNvSpPr/>
          <p:nvPr/>
        </p:nvSpPr>
        <p:spPr>
          <a:xfrm>
            <a:off x="15658560" y="553320"/>
            <a:ext cx="125028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6020000" y="535680"/>
            <a:ext cx="5210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Group 32"/>
          <p:cNvGrpSpPr/>
          <p:nvPr/>
        </p:nvGrpSpPr>
        <p:grpSpPr>
          <a:xfrm>
            <a:off x="784080" y="25928640"/>
            <a:ext cx="12361680" cy="56160"/>
            <a:chOff x="784080" y="25928640"/>
            <a:chExt cx="12361680" cy="56160"/>
          </a:xfrm>
        </p:grpSpPr>
        <p:sp>
          <p:nvSpPr>
            <p:cNvPr id="72" name="Freeform 1"/>
            <p:cNvSpPr/>
            <p:nvPr/>
          </p:nvSpPr>
          <p:spPr>
            <a:xfrm>
              <a:off x="784080" y="25928640"/>
              <a:ext cx="12361680" cy="56160"/>
            </a:xfrm>
            <a:custGeom>
              <a:avLst/>
              <a:gdLst>
                <a:gd name="textAreaLeft" fmla="*/ 0 w 12361680"/>
                <a:gd name="textAreaRight" fmla="*/ 12378960 w 12361680"/>
                <a:gd name="textAreaTop" fmla="*/ 0 h 56160"/>
                <a:gd name="textAreaBottom" fmla="*/ 71640 h 5616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" name="TextBox 34"/>
          <p:cNvSpPr/>
          <p:nvPr/>
        </p:nvSpPr>
        <p:spPr>
          <a:xfrm>
            <a:off x="900360" y="25203240"/>
            <a:ext cx="1142064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FORMACIÓN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5"/>
          <p:cNvSpPr/>
          <p:nvPr/>
        </p:nvSpPr>
        <p:spPr>
          <a:xfrm>
            <a:off x="930240" y="25986600"/>
            <a:ext cx="12335400" cy="20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9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18"/>
          <p:cNvGrpSpPr/>
          <p:nvPr/>
        </p:nvGrpSpPr>
        <p:grpSpPr>
          <a:xfrm>
            <a:off x="926640" y="6530040"/>
            <a:ext cx="12361320" cy="56160"/>
            <a:chOff x="926640" y="6530040"/>
            <a:chExt cx="12361320" cy="56160"/>
          </a:xfrm>
        </p:grpSpPr>
        <p:sp>
          <p:nvSpPr>
            <p:cNvPr id="76" name="Freeform 10"/>
            <p:cNvSpPr/>
            <p:nvPr/>
          </p:nvSpPr>
          <p:spPr>
            <a:xfrm>
              <a:off x="926640" y="6530040"/>
              <a:ext cx="12361320" cy="56160"/>
            </a:xfrm>
            <a:custGeom>
              <a:avLst/>
              <a:gdLst>
                <a:gd name="textAreaLeft" fmla="*/ 0 w 12361320"/>
                <a:gd name="textAreaRight" fmla="*/ 12378600 w 12361320"/>
                <a:gd name="textAreaTop" fmla="*/ 0 h 56160"/>
                <a:gd name="textAreaBottom" fmla="*/ 71640 h 5616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TextBox 20"/>
          <p:cNvSpPr/>
          <p:nvPr/>
        </p:nvSpPr>
        <p:spPr>
          <a:xfrm>
            <a:off x="958320" y="5640840"/>
            <a:ext cx="805428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PERFIL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1"/>
          <p:cNvSpPr/>
          <p:nvPr/>
        </p:nvSpPr>
        <p:spPr>
          <a:xfrm>
            <a:off x="958320" y="6692400"/>
            <a:ext cx="1233540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41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9"/>
          <p:cNvSpPr/>
          <p:nvPr/>
        </p:nvSpPr>
        <p:spPr>
          <a:xfrm>
            <a:off x="1285560" y="1440720"/>
            <a:ext cx="1400364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115"/>
              </a:lnSpc>
            </a:pPr>
            <a:r>
              <a:rPr lang="en-US" sz="6530" b="1" u="none" spc="-227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{{name}}</a:t>
            </a:r>
            <a:endParaRPr lang="es-AR" sz="6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393"/>
              </a:lnSpc>
            </a:pPr>
            <a:r>
              <a:rPr lang="en-US" sz="2600" b="1" u="none" spc="462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Group 10"/>
          <p:cNvGrpSpPr/>
          <p:nvPr/>
        </p:nvGrpSpPr>
        <p:grpSpPr>
          <a:xfrm>
            <a:off x="14092200" y="6541200"/>
            <a:ext cx="5869440" cy="56160"/>
            <a:chOff x="14092200" y="6541200"/>
            <a:chExt cx="5869440" cy="56160"/>
          </a:xfrm>
        </p:grpSpPr>
        <p:sp>
          <p:nvSpPr>
            <p:cNvPr id="81" name="Freeform 3"/>
            <p:cNvSpPr/>
            <p:nvPr/>
          </p:nvSpPr>
          <p:spPr>
            <a:xfrm>
              <a:off x="14092200" y="6541200"/>
              <a:ext cx="5869440" cy="56160"/>
            </a:xfrm>
            <a:custGeom>
              <a:avLst/>
              <a:gdLst>
                <a:gd name="textAreaLeft" fmla="*/ 0 w 5869440"/>
                <a:gd name="textAreaRight" fmla="*/ 5884920 w 5869440"/>
                <a:gd name="textAreaTop" fmla="*/ 0 h 56160"/>
                <a:gd name="textAreaBottom" fmla="*/ 71640 h 56160"/>
              </a:gdLst>
              <a:ahLst/>
              <a:cxnLst/>
              <a:rect l="textAreaLeft" t="textAreaTop" r="textAreaRight" b="textAreaBottom"/>
              <a:pathLst>
                <a:path w="7846441" h="95759">
                  <a:moveTo>
                    <a:pt x="47879" y="0"/>
                  </a:moveTo>
                  <a:lnTo>
                    <a:pt x="7798562" y="0"/>
                  </a:lnTo>
                  <a:cubicBezTo>
                    <a:pt x="7824978" y="0"/>
                    <a:pt x="7846441" y="21463"/>
                    <a:pt x="7846441" y="47879"/>
                  </a:cubicBezTo>
                  <a:cubicBezTo>
                    <a:pt x="7846441" y="74295"/>
                    <a:pt x="7824978" y="95758"/>
                    <a:pt x="7798562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16"/>
          <p:cNvSpPr/>
          <p:nvPr/>
        </p:nvSpPr>
        <p:spPr>
          <a:xfrm>
            <a:off x="14235480" y="6883560"/>
            <a:ext cx="484848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{{licencia}}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14132160" y="5652000"/>
            <a:ext cx="578412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CONTACTOS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4046480" y="8748720"/>
            <a:ext cx="5931000" cy="34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[[SIDEBAR_BLOCK]]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4400" b="1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{{title}}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pc="-550" strike="noStrike">
                <a:solidFill>
                  <a:srgbClr val="c0504d"/>
                </a:solidFill>
                <a:effectLst/>
                <a:uFillTx/>
                <a:latin typeface="Garet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{{body}}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DAG9jgn3h2g</dc:identifier>
  <dc:language>es-AR</dc:language>
  <cp:lastModifiedBy/>
  <dcterms:modified xsi:type="dcterms:W3CDTF">2026-03-09T19:51:02Z</dcterms:modified>
  <cp:revision>49</cp:revision>
  <dc:subject/>
  <dc:title>Plantilla_oficial_2.pptx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