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Garet"/>
      <p:regular r:id="rId4"/>
    </p:embeddedFont>
    <p:embeddedFont>
      <p:font typeface="Montserrat"/>
      <p:regular r:id="rId5"/>
      <p:bold r:id="rId5"/>
    </p:embeddedFont>
    <p:embeddedFont>
      <p:font typeface="Microsoft YaHei"/>
    </p:embeddedFont>
    <p:embeddedFont>
      <p:font typeface="Garet Bold"/>
    </p:embeddedFont>
    <p:embeddedFont>
      <p:font typeface="Garet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Garet_Regular.fntdata"/><Relationship Id="rId5" Type="http://schemas.openxmlformats.org/officeDocument/2006/relationships/font" Target="fonts/Font_2_Montserrat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4080" cy="583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6600" cy="583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EAA3274-F2AD-49C7-8FDF-5A4DF5CA8D4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28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C25830A-539E-441C-AEBB-AFB4C461D2C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9080" cy="134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9080" cy="148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B4A17C5-30D7-4EE3-9F2D-8566B52CF18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516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516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CB08ADC-F1B3-4DC9-8594-1060C97F390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6960" cy="62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6960" cy="39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8400" cy="62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8400" cy="39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7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8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E656CFD-9BBE-4CC0-BBA5-FB5B501555E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840987D-5575-42A7-9DF8-55024BC7281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2F7B52A-BA46-4317-AE60-A568EB7BE4F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4840" cy="114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832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4840" cy="467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2A100E6-9B8B-4607-91E7-1FA8078D815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3080" cy="55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3080" cy="410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3080" cy="79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5BC5735-ECF7-42EC-A41B-4CF101E5E0C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9080" cy="145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9BC0C4C-4400-46E0-AD0C-8B7B476528B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28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AD450E5-FFF3-4ADA-AEC5-2BF2AFD680F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0" y="0"/>
            <a:ext cx="21379680" cy="4921920"/>
          </a:xfrm>
          <a:custGeom>
            <a:avLst/>
            <a:gdLst>
              <a:gd name="textAreaLeft" fmla="*/ 0 w 21379680"/>
              <a:gd name="textAreaRight" fmla="*/ 21393000 w 21379680"/>
              <a:gd name="textAreaTop" fmla="*/ 0 h 4921920"/>
              <a:gd name="textAreaBottom" fmla="*/ 4934880 h 4921920"/>
            </a:gdLst>
            <a:ahLst/>
            <a:cxnLst/>
            <a:rect l="textAreaLeft" t="textAreaTop" r="textAreaRight" b="textAreaBottom"/>
            <a:pathLst>
              <a:path w="21392989" h="5161031">
                <a:moveTo>
                  <a:pt x="0" y="0"/>
                </a:moveTo>
                <a:lnTo>
                  <a:pt x="21392989" y="0"/>
                </a:lnTo>
                <a:lnTo>
                  <a:pt x="21392989" y="5161031"/>
                </a:lnTo>
                <a:lnTo>
                  <a:pt x="0" y="5161031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41"/>
          <p:cNvSpPr/>
          <p:nvPr/>
        </p:nvSpPr>
        <p:spPr>
          <a:xfrm>
            <a:off x="14940000" y="180360"/>
            <a:ext cx="255816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4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1" name="Group 42"/>
          <p:cNvGrpSpPr/>
          <p:nvPr/>
        </p:nvGrpSpPr>
        <p:grpSpPr>
          <a:xfrm>
            <a:off x="842400" y="10490400"/>
            <a:ext cx="12342960" cy="40680"/>
            <a:chOff x="842400" y="10490400"/>
            <a:chExt cx="12342960" cy="40680"/>
          </a:xfrm>
        </p:grpSpPr>
        <p:sp>
          <p:nvSpPr>
            <p:cNvPr id="62" name="Freeform 43"/>
            <p:cNvSpPr/>
            <p:nvPr/>
          </p:nvSpPr>
          <p:spPr>
            <a:xfrm>
              <a:off x="842400" y="10490400"/>
              <a:ext cx="12342960" cy="40680"/>
            </a:xfrm>
            <a:custGeom>
              <a:avLst/>
              <a:gdLst>
                <a:gd name="textAreaLeft" fmla="*/ 0 w 12342960"/>
                <a:gd name="textAreaRight" fmla="*/ 12358080 w 12342960"/>
                <a:gd name="textAreaTop" fmla="*/ 0 h 40680"/>
                <a:gd name="textAreaBottom" fmla="*/ 54000 h 40680"/>
              </a:gdLst>
              <a:ahLst/>
              <a:cxnLst/>
              <a:rect l="textAreaLeft" t="textAreaTop" r="textAreaRight" b="textAreaBottom"/>
              <a:pathLst>
                <a:path w="13947648" h="71882">
                  <a:moveTo>
                    <a:pt x="35941" y="0"/>
                  </a:moveTo>
                  <a:lnTo>
                    <a:pt x="13911707" y="0"/>
                  </a:lnTo>
                  <a:cubicBezTo>
                    <a:pt x="13931520" y="0"/>
                    <a:pt x="13947648" y="16129"/>
                    <a:pt x="13947648" y="35941"/>
                  </a:cubicBezTo>
                  <a:cubicBezTo>
                    <a:pt x="13947648" y="55753"/>
                    <a:pt x="13931520" y="71882"/>
                    <a:pt x="13911707" y="71882"/>
                  </a:cubicBezTo>
                  <a:lnTo>
                    <a:pt x="35941" y="71882"/>
                  </a:lnTo>
                  <a:cubicBezTo>
                    <a:pt x="16129" y="71882"/>
                    <a:pt x="0" y="55753"/>
                    <a:pt x="0" y="35941"/>
                  </a:cubicBezTo>
                  <a:cubicBezTo>
                    <a:pt x="0" y="16129"/>
                    <a:pt x="16129" y="0"/>
                    <a:pt x="35941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000" bIns="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TextBox 44"/>
          <p:cNvSpPr/>
          <p:nvPr/>
        </p:nvSpPr>
        <p:spPr>
          <a:xfrm>
            <a:off x="874080" y="9600840"/>
            <a:ext cx="1081872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Garet"/>
                <a:ea typeface="Garet Bold"/>
              </a:rPr>
              <a:t>EXPERIENCIA LABORAL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45"/>
          <p:cNvGrpSpPr/>
          <p:nvPr/>
        </p:nvGrpSpPr>
        <p:grpSpPr>
          <a:xfrm>
            <a:off x="842400" y="10042920"/>
            <a:ext cx="12997800" cy="15752520"/>
            <a:chOff x="842400" y="10042920"/>
            <a:chExt cx="12997800" cy="15752520"/>
          </a:xfrm>
        </p:grpSpPr>
        <p:sp>
          <p:nvSpPr>
            <p:cNvPr id="65" name="TextBox 46"/>
            <p:cNvSpPr/>
            <p:nvPr/>
          </p:nvSpPr>
          <p:spPr>
            <a:xfrm>
              <a:off x="874080" y="10042920"/>
              <a:ext cx="12377880" cy="1435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02"/>
                </a:lnSpc>
                <a:spcBef>
                  <a:spcPts val="1191"/>
                </a:spcBef>
                <a:spcAft>
                  <a:spcPts val="992"/>
                </a:spcAft>
              </a:pPr>
              <a:endParaRPr lang="es-AR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84"/>
                </a:lnSpc>
              </a:pPr>
              <a:endParaRPr lang="es-AR" sz="18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24"/>
                </a:lnSpc>
              </a:pPr>
              <a:endParaRPr lang="es-AR" sz="24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" name="TextBox 47"/>
            <p:cNvSpPr/>
            <p:nvPr/>
          </p:nvSpPr>
          <p:spPr>
            <a:xfrm>
              <a:off x="932400" y="11568240"/>
              <a:ext cx="12337920" cy="175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8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" name="TextBox 49"/>
            <p:cNvSpPr/>
            <p:nvPr/>
          </p:nvSpPr>
          <p:spPr>
            <a:xfrm>
              <a:off x="1016640" y="13744440"/>
              <a:ext cx="12337560" cy="424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2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" name="TextBox 53"/>
            <p:cNvSpPr/>
            <p:nvPr/>
          </p:nvSpPr>
          <p:spPr>
            <a:xfrm>
              <a:off x="900720" y="17372520"/>
              <a:ext cx="12409560" cy="371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00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TextBox 54"/>
            <p:cNvSpPr/>
            <p:nvPr/>
          </p:nvSpPr>
          <p:spPr>
            <a:xfrm>
              <a:off x="900720" y="17894160"/>
              <a:ext cx="12337560" cy="875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84"/>
                </a:lnSpc>
              </a:pPr>
              <a:endParaRPr lang="es-AR" sz="18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8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TextBox 55"/>
            <p:cNvSpPr/>
            <p:nvPr/>
          </p:nvSpPr>
          <p:spPr>
            <a:xfrm>
              <a:off x="874440" y="19914840"/>
              <a:ext cx="12861000" cy="424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2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TextBox 56"/>
            <p:cNvSpPr/>
            <p:nvPr/>
          </p:nvSpPr>
          <p:spPr>
            <a:xfrm>
              <a:off x="874440" y="20507400"/>
              <a:ext cx="12648240" cy="371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00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TextBox 57"/>
            <p:cNvSpPr/>
            <p:nvPr/>
          </p:nvSpPr>
          <p:spPr>
            <a:xfrm>
              <a:off x="874440" y="21000240"/>
              <a:ext cx="12337560" cy="1666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8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Box 58"/>
            <p:cNvSpPr/>
            <p:nvPr/>
          </p:nvSpPr>
          <p:spPr>
            <a:xfrm>
              <a:off x="842400" y="22950360"/>
              <a:ext cx="12337560" cy="424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2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TextBox 59"/>
            <p:cNvSpPr/>
            <p:nvPr/>
          </p:nvSpPr>
          <p:spPr>
            <a:xfrm>
              <a:off x="842400" y="23542920"/>
              <a:ext cx="12337560" cy="371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00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TextBox 60"/>
            <p:cNvSpPr/>
            <p:nvPr/>
          </p:nvSpPr>
          <p:spPr>
            <a:xfrm>
              <a:off x="842400" y="24035760"/>
              <a:ext cx="12337560" cy="175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8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"/>
            <p:cNvSpPr/>
            <p:nvPr/>
          </p:nvSpPr>
          <p:spPr>
            <a:xfrm>
              <a:off x="842400" y="10490400"/>
              <a:ext cx="12997800" cy="1447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000" b="1" u="none" spc="43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[[EXPERIENCE_BLOCK]] </a:t>
              </a:r>
              <a:endParaRPr lang="es-AR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2100" b="1" u="none" spc="43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{{exp_1_role}} </a:t>
              </a:r>
              <a:r>
                <a:rPr lang="en-US" sz="2100" b="0" u="none" spc="51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"/>
                </a:rPr>
                <a:t>{{exp_1_company}}</a:t>
              </a:r>
              <a:r>
                <a:rPr lang="en-US" sz="2100" b="0" u="none" spc="43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 {{exp_1_dates}}</a:t>
              </a:r>
              <a:endPara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s-AR" sz="2100" b="0" u="none" strike="noStrike">
                  <a:solidFill>
                    <a:srgbClr val="000000"/>
                  </a:solidFill>
                  <a:effectLst/>
                  <a:uFillTx/>
                  <a:latin typeface="Garet"/>
                  <a:ea typeface="Montserrat"/>
                </a:rPr>
                <a:t>{{exp_1_bullets_block}}</a:t>
              </a:r>
              <a:endPara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2100" b="1" u="none" spc="43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{{exp_2_role}} </a:t>
              </a:r>
              <a:r>
                <a:rPr lang="en-US" sz="2100" b="0" u="none" spc="51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"/>
                </a:rPr>
                <a:t>{{exp_2_company}}</a:t>
              </a:r>
              <a:r>
                <a:rPr lang="en-US" sz="2100" b="0" u="none" spc="43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 {{exp_2_dates}}</a:t>
              </a:r>
              <a:endPara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s-AR" sz="2100" b="0" u="none" strike="noStrike">
                  <a:solidFill>
                    <a:srgbClr val="000000"/>
                  </a:solidFill>
                  <a:effectLst/>
                  <a:uFillTx/>
                  <a:latin typeface="Garet"/>
                  <a:ea typeface="Montserrat"/>
                </a:rPr>
                <a:t>{{exp_2_bullets_block}}</a:t>
              </a:r>
              <a:endPara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2100" b="1" u="none" spc="43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{{exp_3_role}} </a:t>
              </a:r>
              <a:r>
                <a:rPr lang="en-US" sz="2100" b="0" u="none" spc="51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"/>
                </a:rPr>
                <a:t>{{exp_3_company}}</a:t>
              </a:r>
              <a:r>
                <a:rPr lang="en-US" sz="2100" b="0" u="none" spc="43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 {{exp_3_dates}}</a:t>
              </a:r>
              <a:endPara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s-AR" sz="2100" b="0" u="none" strike="noStrike">
                  <a:solidFill>
                    <a:srgbClr val="000000"/>
                  </a:solidFill>
                  <a:effectLst/>
                  <a:uFillTx/>
                  <a:latin typeface="Garet"/>
                  <a:ea typeface="Montserrat"/>
                </a:rPr>
                <a:t>{{exp_3_bullets_block}}</a:t>
              </a:r>
              <a:endPara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2100" b="1" u="none" spc="43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{{exp_4_role}} </a:t>
              </a:r>
              <a:r>
                <a:rPr lang="en-US" sz="2100" b="0" u="none" spc="51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"/>
                </a:rPr>
                <a:t>{{exp_4_company}}</a:t>
              </a:r>
              <a:r>
                <a:rPr lang="en-US" sz="2100" b="0" u="none" spc="43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 {{exp_4_dates}}</a:t>
              </a:r>
              <a:endPara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s-AR" sz="2100" b="0" u="none" strike="noStrike">
                  <a:solidFill>
                    <a:srgbClr val="000000"/>
                  </a:solidFill>
                  <a:effectLst/>
                  <a:uFillTx/>
                  <a:latin typeface="Garet"/>
                  <a:ea typeface="Montserrat"/>
                </a:rPr>
                <a:t>{{exp_4_bullets_block}}</a:t>
              </a:r>
              <a:endPara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" name=""/>
          <p:cNvSpPr/>
          <p:nvPr/>
        </p:nvSpPr>
        <p:spPr>
          <a:xfrm>
            <a:off x="15658560" y="553320"/>
            <a:ext cx="125064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16020000" y="535680"/>
            <a:ext cx="5210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32"/>
          <p:cNvGrpSpPr/>
          <p:nvPr/>
        </p:nvGrpSpPr>
        <p:grpSpPr>
          <a:xfrm>
            <a:off x="784080" y="25928640"/>
            <a:ext cx="12362040" cy="56520"/>
            <a:chOff x="784080" y="25928640"/>
            <a:chExt cx="12362040" cy="56520"/>
          </a:xfrm>
        </p:grpSpPr>
        <p:sp>
          <p:nvSpPr>
            <p:cNvPr id="80" name="Freeform 1"/>
            <p:cNvSpPr/>
            <p:nvPr/>
          </p:nvSpPr>
          <p:spPr>
            <a:xfrm>
              <a:off x="784080" y="25928640"/>
              <a:ext cx="12362040" cy="56520"/>
            </a:xfrm>
            <a:custGeom>
              <a:avLst/>
              <a:gdLst>
                <a:gd name="textAreaLeft" fmla="*/ 0 w 12362040"/>
                <a:gd name="textAreaRight" fmla="*/ 12378960 w 12362040"/>
                <a:gd name="textAreaTop" fmla="*/ 0 h 56520"/>
                <a:gd name="textAreaBottom" fmla="*/ 71640 h 56520"/>
              </a:gdLst>
              <a:ahLst/>
              <a:cxnLst/>
              <a:rect l="textAreaLeft" t="textAreaTop" r="textAreaRight" b="textAreaBottom"/>
              <a:pathLst>
                <a:path w="13971524" h="95759">
                  <a:moveTo>
                    <a:pt x="47879" y="0"/>
                  </a:moveTo>
                  <a:lnTo>
                    <a:pt x="13923645" y="0"/>
                  </a:lnTo>
                  <a:cubicBezTo>
                    <a:pt x="13950060" y="0"/>
                    <a:pt x="13971524" y="21463"/>
                    <a:pt x="13971524" y="47879"/>
                  </a:cubicBezTo>
                  <a:cubicBezTo>
                    <a:pt x="13971524" y="74295"/>
                    <a:pt x="13950060" y="95758"/>
                    <a:pt x="13923645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1" name="TextBox 34"/>
          <p:cNvSpPr/>
          <p:nvPr/>
        </p:nvSpPr>
        <p:spPr>
          <a:xfrm>
            <a:off x="900360" y="25203240"/>
            <a:ext cx="1142100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Garet"/>
                <a:ea typeface="Garet Bold"/>
              </a:rPr>
              <a:t>FORMACIÓN PROFESIONAL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5"/>
          <p:cNvSpPr/>
          <p:nvPr/>
        </p:nvSpPr>
        <p:spPr>
          <a:xfrm>
            <a:off x="930240" y="25986600"/>
            <a:ext cx="12335760" cy="20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3" name="Group 18"/>
          <p:cNvGrpSpPr/>
          <p:nvPr/>
        </p:nvGrpSpPr>
        <p:grpSpPr>
          <a:xfrm>
            <a:off x="926640" y="6530040"/>
            <a:ext cx="12361680" cy="56520"/>
            <a:chOff x="926640" y="6530040"/>
            <a:chExt cx="12361680" cy="56520"/>
          </a:xfrm>
        </p:grpSpPr>
        <p:sp>
          <p:nvSpPr>
            <p:cNvPr id="84" name="Freeform 10"/>
            <p:cNvSpPr/>
            <p:nvPr/>
          </p:nvSpPr>
          <p:spPr>
            <a:xfrm>
              <a:off x="926640" y="6530040"/>
              <a:ext cx="12361680" cy="56520"/>
            </a:xfrm>
            <a:custGeom>
              <a:avLst/>
              <a:gdLst>
                <a:gd name="textAreaLeft" fmla="*/ 0 w 12361680"/>
                <a:gd name="textAreaRight" fmla="*/ 12378600 w 12361680"/>
                <a:gd name="textAreaTop" fmla="*/ 0 h 56520"/>
                <a:gd name="textAreaBottom" fmla="*/ 71640 h 56520"/>
              </a:gdLst>
              <a:ahLst/>
              <a:cxnLst/>
              <a:rect l="textAreaLeft" t="textAreaTop" r="textAreaRight" b="textAreaBottom"/>
              <a:pathLst>
                <a:path w="13971524" h="95759">
                  <a:moveTo>
                    <a:pt x="47879" y="0"/>
                  </a:moveTo>
                  <a:lnTo>
                    <a:pt x="13923645" y="0"/>
                  </a:lnTo>
                  <a:cubicBezTo>
                    <a:pt x="13950060" y="0"/>
                    <a:pt x="13971524" y="21463"/>
                    <a:pt x="13971524" y="47879"/>
                  </a:cubicBezTo>
                  <a:cubicBezTo>
                    <a:pt x="13971524" y="74295"/>
                    <a:pt x="13950060" y="95758"/>
                    <a:pt x="13923645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TextBox 20"/>
          <p:cNvSpPr/>
          <p:nvPr/>
        </p:nvSpPr>
        <p:spPr>
          <a:xfrm>
            <a:off x="958320" y="5640840"/>
            <a:ext cx="805464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Garet"/>
                <a:ea typeface="Garet Bold"/>
              </a:rPr>
              <a:t>PERFIL PROFESIONAL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1"/>
          <p:cNvSpPr/>
          <p:nvPr/>
        </p:nvSpPr>
        <p:spPr>
          <a:xfrm>
            <a:off x="958320" y="6692400"/>
            <a:ext cx="1233576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41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9"/>
          <p:cNvSpPr/>
          <p:nvPr/>
        </p:nvSpPr>
        <p:spPr>
          <a:xfrm>
            <a:off x="1285560" y="1440720"/>
            <a:ext cx="14004000" cy="133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7115"/>
              </a:lnSpc>
            </a:pPr>
            <a:r>
              <a:rPr lang="en-US" sz="6530" b="1" u="none" spc="-227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{{name}}</a:t>
            </a:r>
            <a:endParaRPr lang="es-AR" sz="6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393"/>
              </a:lnSpc>
            </a:pPr>
            <a:r>
              <a:rPr lang="en-US" sz="2600" b="1" u="none" spc="462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8" name="Group 10"/>
          <p:cNvGrpSpPr/>
          <p:nvPr/>
        </p:nvGrpSpPr>
        <p:grpSpPr>
          <a:xfrm>
            <a:off x="14092200" y="6541200"/>
            <a:ext cx="5869800" cy="56520"/>
            <a:chOff x="14092200" y="6541200"/>
            <a:chExt cx="5869800" cy="56520"/>
          </a:xfrm>
        </p:grpSpPr>
        <p:sp>
          <p:nvSpPr>
            <p:cNvPr id="89" name="Freeform 3"/>
            <p:cNvSpPr/>
            <p:nvPr/>
          </p:nvSpPr>
          <p:spPr>
            <a:xfrm>
              <a:off x="14092200" y="6541200"/>
              <a:ext cx="5869800" cy="56520"/>
            </a:xfrm>
            <a:custGeom>
              <a:avLst/>
              <a:gdLst>
                <a:gd name="textAreaLeft" fmla="*/ 0 w 5869800"/>
                <a:gd name="textAreaRight" fmla="*/ 5884920 w 5869800"/>
                <a:gd name="textAreaTop" fmla="*/ 0 h 56520"/>
                <a:gd name="textAreaBottom" fmla="*/ 71640 h 56520"/>
              </a:gdLst>
              <a:ahLst/>
              <a:cxnLst/>
              <a:rect l="textAreaLeft" t="textAreaTop" r="textAreaRight" b="textAreaBottom"/>
              <a:pathLst>
                <a:path w="7846441" h="95759">
                  <a:moveTo>
                    <a:pt x="47879" y="0"/>
                  </a:moveTo>
                  <a:lnTo>
                    <a:pt x="7798562" y="0"/>
                  </a:lnTo>
                  <a:cubicBezTo>
                    <a:pt x="7824978" y="0"/>
                    <a:pt x="7846441" y="21463"/>
                    <a:pt x="7846441" y="47879"/>
                  </a:cubicBezTo>
                  <a:cubicBezTo>
                    <a:pt x="7846441" y="74295"/>
                    <a:pt x="7824978" y="95758"/>
                    <a:pt x="7798562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0" name="TextBox 16"/>
          <p:cNvSpPr/>
          <p:nvPr/>
        </p:nvSpPr>
        <p:spPr>
          <a:xfrm>
            <a:off x="14235480" y="6883560"/>
            <a:ext cx="4848840" cy="172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02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{{contact_location}}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26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{{licencia}}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17"/>
          <p:cNvSpPr/>
          <p:nvPr/>
        </p:nvSpPr>
        <p:spPr>
          <a:xfrm>
            <a:off x="14132160" y="5652000"/>
            <a:ext cx="578448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Garet"/>
                <a:ea typeface="Garet Bold"/>
              </a:rPr>
              <a:t>CONTACTOS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14046480" y="8748720"/>
            <a:ext cx="5931360" cy="345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[[SIDEBAR_BLOCK]]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{{#sidebar_sections_noedu}}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4400" b="1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{{title}}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000" b="0" u="none" spc="-550" strike="noStrike">
                <a:solidFill>
                  <a:srgbClr val="c0504d"/>
                </a:solidFill>
                <a:effectLst/>
                <a:uFillTx/>
                <a:latin typeface="Garet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685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{{body}}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{{/sidebar_sections_noedu}}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109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DAG9jgn3h2g</dc:identifier>
  <dc:language>es-AR</dc:language>
  <cp:lastModifiedBy/>
  <dcterms:modified xsi:type="dcterms:W3CDTF">2026-03-05T00:21:45Z</dcterms:modified>
  <cp:revision>48</cp:revision>
  <dc:subject/>
  <dc:title>Plantilla_oficial_2.pptx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