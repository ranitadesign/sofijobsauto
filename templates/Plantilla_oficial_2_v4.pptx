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BFE7CC-322F-4A8D-8053-DFB70313DF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3FA8B8-8011-49C7-97E5-7A322A3582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38812D-2053-447C-9B00-7540CD6E87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317175-7574-4293-9030-DF33FD1620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A73A5E-FAE4-4D16-BF6C-F4BFFEA696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524D70-AF28-4638-9E58-3BD835D136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7D824-3501-4A1D-B1C8-923A08E74E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DD2B11-C784-4661-B13E-12819A99D9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89F94E-E3FC-44C0-81C5-B57673C29C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204F7E-3ADE-4FB1-B1C9-A925EF045B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BB8D79-EFCD-42E1-9D82-0AE3327971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0760" cy="4923000"/>
          </a:xfrm>
          <a:custGeom>
            <a:avLst/>
            <a:gdLst>
              <a:gd name="textAreaLeft" fmla="*/ 0 w 21380760"/>
              <a:gd name="textAreaRight" fmla="*/ 21393000 w 21380760"/>
              <a:gd name="textAreaTop" fmla="*/ 0 h 4923000"/>
              <a:gd name="textAreaBottom" fmla="*/ 4934880 h 492300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1"/>
          <p:cNvSpPr/>
          <p:nvPr/>
        </p:nvSpPr>
        <p:spPr>
          <a:xfrm>
            <a:off x="14940000" y="180360"/>
            <a:ext cx="255924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42"/>
          <p:cNvGrpSpPr/>
          <p:nvPr/>
        </p:nvGrpSpPr>
        <p:grpSpPr>
          <a:xfrm>
            <a:off x="842400" y="10490400"/>
            <a:ext cx="12344040" cy="41760"/>
            <a:chOff x="842400" y="10490400"/>
            <a:chExt cx="12344040" cy="41760"/>
          </a:xfrm>
        </p:grpSpPr>
        <p:sp>
          <p:nvSpPr>
            <p:cNvPr id="62" name="Freeform 43"/>
            <p:cNvSpPr/>
            <p:nvPr/>
          </p:nvSpPr>
          <p:spPr>
            <a:xfrm>
              <a:off x="842400" y="10490400"/>
              <a:ext cx="12344040" cy="41760"/>
            </a:xfrm>
            <a:custGeom>
              <a:avLst/>
              <a:gdLst>
                <a:gd name="textAreaLeft" fmla="*/ 0 w 12344040"/>
                <a:gd name="textAreaRight" fmla="*/ 12358080 w 12344040"/>
                <a:gd name="textAreaTop" fmla="*/ 0 h 41760"/>
                <a:gd name="textAreaBottom" fmla="*/ 54000 h 4176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44"/>
          <p:cNvSpPr/>
          <p:nvPr/>
        </p:nvSpPr>
        <p:spPr>
          <a:xfrm>
            <a:off x="874080" y="9600840"/>
            <a:ext cx="108198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45"/>
          <p:cNvGrpSpPr/>
          <p:nvPr/>
        </p:nvGrpSpPr>
        <p:grpSpPr>
          <a:xfrm>
            <a:off x="784080" y="10663200"/>
            <a:ext cx="12894120" cy="15265080"/>
            <a:chOff x="784080" y="10663200"/>
            <a:chExt cx="12894120" cy="15265080"/>
          </a:xfrm>
        </p:grpSpPr>
        <p:sp>
          <p:nvSpPr>
            <p:cNvPr id="65" name="TextBox 46"/>
            <p:cNvSpPr/>
            <p:nvPr/>
          </p:nvSpPr>
          <p:spPr>
            <a:xfrm>
              <a:off x="874080" y="10663200"/>
              <a:ext cx="12378960" cy="5799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r>
                <a:rPr lang="en-US" sz="243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{{exp_1_role}} </a:t>
              </a:r>
              <a:r>
                <a:rPr lang="en-US" sz="21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{{exp_1_company}}</a:t>
              </a: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{{exp_1_dates}}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02"/>
                </a:lnSpc>
              </a:pPr>
              <a:r>
                <a:rPr lang="en-US" sz="243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{{exp_2_role}} </a:t>
              </a:r>
              <a:r>
                <a:rPr lang="en-US" sz="21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{{exp_2_company}}</a:t>
              </a: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{{exp_2_dates}}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02"/>
                </a:lnSpc>
              </a:pPr>
              <a:r>
                <a:rPr lang="en-US" sz="243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{{exp_3_role}} </a:t>
              </a:r>
              <a:r>
                <a:rPr lang="en-US" sz="21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{{exp_3_company}}</a:t>
              </a: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{{exp_3_dates}}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02"/>
                </a:lnSpc>
              </a:pPr>
              <a:r>
                <a:rPr lang="en-US" sz="243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{{exp_4_role}} </a:t>
              </a:r>
              <a:r>
                <a:rPr lang="en-US" sz="21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{{exp_4_company}}</a:t>
              </a: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{{exp_4_dates}}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47"/>
            <p:cNvSpPr/>
            <p:nvPr/>
          </p:nvSpPr>
          <p:spPr>
            <a:xfrm>
              <a:off x="874080" y="11700000"/>
              <a:ext cx="12339000" cy="176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48"/>
            <p:cNvSpPr/>
            <p:nvPr/>
          </p:nvSpPr>
          <p:spPr>
            <a:xfrm>
              <a:off x="874080" y="11181240"/>
              <a:ext cx="12166200" cy="37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958320" y="13876200"/>
              <a:ext cx="12338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958320" y="14468760"/>
              <a:ext cx="12294720" cy="37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1"/>
            <p:cNvSpPr/>
            <p:nvPr/>
          </p:nvSpPr>
          <p:spPr>
            <a:xfrm>
              <a:off x="958320" y="14990400"/>
              <a:ext cx="12338640" cy="16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2"/>
            <p:cNvSpPr/>
            <p:nvPr/>
          </p:nvSpPr>
          <p:spPr>
            <a:xfrm>
              <a:off x="842400" y="16911720"/>
              <a:ext cx="12410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3"/>
            <p:cNvSpPr/>
            <p:nvPr/>
          </p:nvSpPr>
          <p:spPr>
            <a:xfrm>
              <a:off x="842400" y="17504280"/>
              <a:ext cx="12410640" cy="37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4"/>
            <p:cNvSpPr/>
            <p:nvPr/>
          </p:nvSpPr>
          <p:spPr>
            <a:xfrm>
              <a:off x="842400" y="18025920"/>
              <a:ext cx="12338640" cy="87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5"/>
            <p:cNvSpPr/>
            <p:nvPr/>
          </p:nvSpPr>
          <p:spPr>
            <a:xfrm>
              <a:off x="816120" y="20046600"/>
              <a:ext cx="128620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56"/>
            <p:cNvSpPr/>
            <p:nvPr/>
          </p:nvSpPr>
          <p:spPr>
            <a:xfrm>
              <a:off x="816120" y="20639160"/>
              <a:ext cx="12649320" cy="37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57"/>
            <p:cNvSpPr/>
            <p:nvPr/>
          </p:nvSpPr>
          <p:spPr>
            <a:xfrm>
              <a:off x="816120" y="21132000"/>
              <a:ext cx="12338640" cy="16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58"/>
            <p:cNvSpPr/>
            <p:nvPr/>
          </p:nvSpPr>
          <p:spPr>
            <a:xfrm>
              <a:off x="784080" y="23082120"/>
              <a:ext cx="12338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59"/>
            <p:cNvSpPr/>
            <p:nvPr/>
          </p:nvSpPr>
          <p:spPr>
            <a:xfrm>
              <a:off x="784080" y="23674680"/>
              <a:ext cx="12338640" cy="37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60"/>
            <p:cNvSpPr/>
            <p:nvPr/>
          </p:nvSpPr>
          <p:spPr>
            <a:xfrm>
              <a:off x="784080" y="24167520"/>
              <a:ext cx="12338640" cy="176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"/>
          <p:cNvSpPr/>
          <p:nvPr/>
        </p:nvSpPr>
        <p:spPr>
          <a:xfrm>
            <a:off x="15658560" y="553320"/>
            <a:ext cx="12517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6020000" y="535680"/>
            <a:ext cx="521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32"/>
          <p:cNvGrpSpPr/>
          <p:nvPr/>
        </p:nvGrpSpPr>
        <p:grpSpPr>
          <a:xfrm>
            <a:off x="784080" y="25928640"/>
            <a:ext cx="12363120" cy="57600"/>
            <a:chOff x="784080" y="25928640"/>
            <a:chExt cx="12363120" cy="57600"/>
          </a:xfrm>
        </p:grpSpPr>
        <p:sp>
          <p:nvSpPr>
            <p:cNvPr id="83" name="Freeform 1"/>
            <p:cNvSpPr/>
            <p:nvPr/>
          </p:nvSpPr>
          <p:spPr>
            <a:xfrm>
              <a:off x="784080" y="25928640"/>
              <a:ext cx="12363120" cy="57600"/>
            </a:xfrm>
            <a:custGeom>
              <a:avLst/>
              <a:gdLst>
                <a:gd name="textAreaLeft" fmla="*/ 0 w 12363120"/>
                <a:gd name="textAreaRight" fmla="*/ 12378960 w 1236312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34"/>
          <p:cNvSpPr/>
          <p:nvPr/>
        </p:nvSpPr>
        <p:spPr>
          <a:xfrm>
            <a:off x="900360" y="25203240"/>
            <a:ext cx="114220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5"/>
          <p:cNvSpPr/>
          <p:nvPr/>
        </p:nvSpPr>
        <p:spPr>
          <a:xfrm>
            <a:off x="930240" y="25986600"/>
            <a:ext cx="12336840" cy="20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8"/>
          <p:cNvGrpSpPr/>
          <p:nvPr/>
        </p:nvGrpSpPr>
        <p:grpSpPr>
          <a:xfrm>
            <a:off x="926640" y="6530040"/>
            <a:ext cx="12362760" cy="57600"/>
            <a:chOff x="926640" y="6530040"/>
            <a:chExt cx="12362760" cy="57600"/>
          </a:xfrm>
        </p:grpSpPr>
        <p:sp>
          <p:nvSpPr>
            <p:cNvPr id="87" name="Freeform 10"/>
            <p:cNvSpPr/>
            <p:nvPr/>
          </p:nvSpPr>
          <p:spPr>
            <a:xfrm>
              <a:off x="926640" y="6530040"/>
              <a:ext cx="12362760" cy="57600"/>
            </a:xfrm>
            <a:custGeom>
              <a:avLst/>
              <a:gdLst>
                <a:gd name="textAreaLeft" fmla="*/ 0 w 12362760"/>
                <a:gd name="textAreaRight" fmla="*/ 12378600 w 1236276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0"/>
          <p:cNvSpPr/>
          <p:nvPr/>
        </p:nvSpPr>
        <p:spPr>
          <a:xfrm>
            <a:off x="958320" y="5640840"/>
            <a:ext cx="80557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1"/>
          <p:cNvSpPr/>
          <p:nvPr/>
        </p:nvSpPr>
        <p:spPr>
          <a:xfrm>
            <a:off x="958320" y="6692400"/>
            <a:ext cx="1233684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9"/>
          <p:cNvSpPr/>
          <p:nvPr/>
        </p:nvSpPr>
        <p:spPr>
          <a:xfrm>
            <a:off x="1285560" y="1440720"/>
            <a:ext cx="1400508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0"/>
          <p:cNvGrpSpPr/>
          <p:nvPr/>
        </p:nvGrpSpPr>
        <p:grpSpPr>
          <a:xfrm>
            <a:off x="14092200" y="6541200"/>
            <a:ext cx="5870880" cy="57600"/>
            <a:chOff x="14092200" y="6541200"/>
            <a:chExt cx="5870880" cy="57600"/>
          </a:xfrm>
        </p:grpSpPr>
        <p:sp>
          <p:nvSpPr>
            <p:cNvPr id="92" name="Freeform 3"/>
            <p:cNvSpPr/>
            <p:nvPr/>
          </p:nvSpPr>
          <p:spPr>
            <a:xfrm>
              <a:off x="14092200" y="6541200"/>
              <a:ext cx="5870880" cy="57600"/>
            </a:xfrm>
            <a:custGeom>
              <a:avLst/>
              <a:gdLst>
                <a:gd name="textAreaLeft" fmla="*/ 0 w 5870880"/>
                <a:gd name="textAreaRight" fmla="*/ 5884920 w 587088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TextBox 16"/>
          <p:cNvSpPr/>
          <p:nvPr/>
        </p:nvSpPr>
        <p:spPr>
          <a:xfrm>
            <a:off x="14235480" y="6883560"/>
            <a:ext cx="484992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7"/>
          <p:cNvSpPr/>
          <p:nvPr/>
        </p:nvSpPr>
        <p:spPr>
          <a:xfrm>
            <a:off x="14132160" y="5652000"/>
            <a:ext cx="57855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14046480" y="8870040"/>
            <a:ext cx="5932440" cy="30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2026-02-09T11:59:21Z</dcterms:modified>
  <cp:revision>35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