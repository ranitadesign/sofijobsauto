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media/image6.svg" ContentType="image/svg"/>
  <Override PartName="/ppt/media/image2.svg" ContentType="image/svg"/>
  <Override PartName="/ppt/media/image8.svg" ContentType="image/svg"/>
  <Override PartName="/ppt/media/image4.svg" ContentType="image/svg"/>
  <Override PartName="/ppt/media/image10.svg" ContentType="image/svg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Lato"/>
    </p:embeddedFont>
    <p:embeddedFont>
      <p:font typeface="Montserrat"/>
      <p:regular r:id="rId4"/>
      <p:bold r:id="rId4"/>
    </p:embeddedFont>
    <p:embeddedFont>
      <p:font typeface="Microsoft YaHei"/>
      <p:regular r:id="rId5"/>
    </p:embeddedFont>
    <p:embeddedFont>
      <p:font typeface="Garet Bold Italics"/>
    </p:embeddedFont>
    <p:embeddedFont>
      <p:font typeface="Garet"/>
      <p:regular r:id="rId6"/>
      <p:bold r:id="rId6"/>
    </p:embeddedFont>
    <p:embeddedFont>
      <p:font typeface="Garet Bold"/>
    </p:embeddedFont>
    <p:embeddedFont>
      <p:font typeface="Garet Italics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Montserrat_Regular.fntdata"/><Relationship Id="rId5" Type="http://schemas.openxmlformats.org/officeDocument/2006/relationships/font" Target="fonts/Font_2_Microsoft_YaHei_Regular.fntdata"/><Relationship Id="rId6" Type="http://schemas.openxmlformats.org/officeDocument/2006/relationships/font" Target="fonts/Font_3_Garet_Regular.fntdata"/><Relationship Id="rId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760" cy="1136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2760" cy="4519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DF63656-E172-4B8A-B1C0-C6D2386303C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0560" cy="584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3080" cy="584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BF1BDED-11BF-4688-9ADC-8DBB6D3140C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760" cy="1136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2760" cy="4519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DA1C859-0A17-4335-872F-E7E645BBC67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5560" cy="1355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5560" cy="1493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5814583-8007-4A72-8DC5-B045C2B7A81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760" cy="1136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1640" cy="4519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1640" cy="4519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6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AA49DCA-187B-4781-BCE6-8D54D194D53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760" cy="1136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3440" cy="63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3440" cy="3944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4880" cy="63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4880" cy="3944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7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8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D833A00-ABE1-439E-A251-23D6DCC900A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760" cy="1136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95BC2C9-72B8-4186-98D5-83F5028CD2D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7F106AD-76EB-4A88-9616-CB8FE78CFED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1320" cy="115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4800" cy="584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1320" cy="468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4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5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6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A185511-0EC3-4B78-9408-223D9567EA1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9560" cy="559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9560" cy="4107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9560" cy="79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3E43EDF-616C-483A-A50F-FED4528D373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5560" cy="1463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673B69A-33E1-40C7-8F3F-4E06858D79E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3.png"/><Relationship Id="rId4" Type="http://schemas.openxmlformats.org/officeDocument/2006/relationships/image" Target="../media/image4.svg"/><Relationship Id="rId5" Type="http://schemas.openxmlformats.org/officeDocument/2006/relationships/image" Target="../media/image1.png"/><Relationship Id="rId6" Type="http://schemas.openxmlformats.org/officeDocument/2006/relationships/image" Target="../media/image2.svg"/><Relationship Id="rId7" Type="http://schemas.openxmlformats.org/officeDocument/2006/relationships/image" Target="../media/image5.png"/><Relationship Id="rId8" Type="http://schemas.openxmlformats.org/officeDocument/2006/relationships/image" Target="../media/image6.svg"/><Relationship Id="rId9" Type="http://schemas.openxmlformats.org/officeDocument/2006/relationships/image" Target="../media/image1.png"/><Relationship Id="rId10" Type="http://schemas.openxmlformats.org/officeDocument/2006/relationships/image" Target="../media/image2.svg"/><Relationship Id="rId11" Type="http://schemas.openxmlformats.org/officeDocument/2006/relationships/image" Target="../media/image7.png"/><Relationship Id="rId12" Type="http://schemas.openxmlformats.org/officeDocument/2006/relationships/image" Target="../media/image8.svg"/><Relationship Id="rId13" Type="http://schemas.openxmlformats.org/officeDocument/2006/relationships/image" Target="../media/image1.png"/><Relationship Id="rId14" Type="http://schemas.openxmlformats.org/officeDocument/2006/relationships/image" Target="../media/image2.svg"/><Relationship Id="rId15" Type="http://schemas.openxmlformats.org/officeDocument/2006/relationships/image" Target="../media/image9.png"/><Relationship Id="rId16" Type="http://schemas.openxmlformats.org/officeDocument/2006/relationships/image" Target="../media/image10.svg"/><Relationship Id="rId17" Type="http://schemas.openxmlformats.org/officeDocument/2006/relationships/slideLayout" Target="../slideLayouts/slideLayout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Freeform 2"/>
          <p:cNvSpPr/>
          <p:nvPr/>
        </p:nvSpPr>
        <p:spPr>
          <a:xfrm>
            <a:off x="0" y="0"/>
            <a:ext cx="21386160" cy="4928400"/>
          </a:xfrm>
          <a:custGeom>
            <a:avLst/>
            <a:gdLst>
              <a:gd name="textAreaLeft" fmla="*/ 0 w 21386160"/>
              <a:gd name="textAreaRight" fmla="*/ 21393000 w 21386160"/>
              <a:gd name="textAreaTop" fmla="*/ 0 h 4928400"/>
              <a:gd name="textAreaBottom" fmla="*/ 4934880 h 4928400"/>
            </a:gdLst>
            <a:ahLst/>
            <a:cxnLst/>
            <a:rect l="textAreaLeft" t="textAreaTop" r="textAreaRight" b="textAreaBottom"/>
            <a:pathLst>
              <a:path w="21392989" h="5161031">
                <a:moveTo>
                  <a:pt x="0" y="0"/>
                </a:moveTo>
                <a:lnTo>
                  <a:pt x="21392989" y="0"/>
                </a:lnTo>
                <a:lnTo>
                  <a:pt x="21392989" y="5161031"/>
                </a:lnTo>
                <a:lnTo>
                  <a:pt x="0" y="5161031"/>
                </a:lnTo>
                <a:lnTo>
                  <a:pt x="0" y="0"/>
                </a:lnTo>
                <a:close/>
              </a:path>
            </a:pathLst>
          </a:cu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Freeform 3"/>
          <p:cNvSpPr/>
          <p:nvPr/>
        </p:nvSpPr>
        <p:spPr>
          <a:xfrm>
            <a:off x="14101200" y="6574680"/>
            <a:ext cx="856800" cy="856800"/>
          </a:xfrm>
          <a:custGeom>
            <a:avLst/>
            <a:gdLst>
              <a:gd name="textAreaLeft" fmla="*/ 0 w 856800"/>
              <a:gd name="textAreaRight" fmla="*/ 863640 w 856800"/>
              <a:gd name="textAreaTop" fmla="*/ 0 h 856800"/>
              <a:gd name="textAreaBottom" fmla="*/ 863640 h 856800"/>
            </a:gdLst>
            <a:ahLst/>
            <a:cxnLst/>
            <a:rect l="textAreaLeft" t="textAreaTop" r="textAreaRight" b="textAreaBottom"/>
            <a:pathLst>
              <a:path w="863521" h="863521">
                <a:moveTo>
                  <a:pt x="0" y="0"/>
                </a:moveTo>
                <a:lnTo>
                  <a:pt x="863521" y="0"/>
                </a:lnTo>
                <a:lnTo>
                  <a:pt x="863521" y="863520"/>
                </a:lnTo>
                <a:lnTo>
                  <a:pt x="0" y="86352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Freeform 4"/>
          <p:cNvSpPr/>
          <p:nvPr/>
        </p:nvSpPr>
        <p:spPr>
          <a:xfrm>
            <a:off x="14319360" y="6842160"/>
            <a:ext cx="420480" cy="321840"/>
          </a:xfrm>
          <a:custGeom>
            <a:avLst/>
            <a:gdLst>
              <a:gd name="textAreaLeft" fmla="*/ 0 w 420480"/>
              <a:gd name="textAreaRight" fmla="*/ 427320 w 420480"/>
              <a:gd name="textAreaTop" fmla="*/ 0 h 321840"/>
              <a:gd name="textAreaBottom" fmla="*/ 328680 h 321840"/>
            </a:gdLst>
            <a:ahLst/>
            <a:cxnLst/>
            <a:rect l="textAreaLeft" t="textAreaTop" r="textAreaRight" b="textAreaBottom"/>
            <a:pathLst>
              <a:path w="427263" h="328603">
                <a:moveTo>
                  <a:pt x="0" y="0"/>
                </a:moveTo>
                <a:lnTo>
                  <a:pt x="427263" y="0"/>
                </a:lnTo>
                <a:lnTo>
                  <a:pt x="427263" y="328603"/>
                </a:lnTo>
                <a:lnTo>
                  <a:pt x="0" y="32860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Freeform 5"/>
          <p:cNvSpPr/>
          <p:nvPr/>
        </p:nvSpPr>
        <p:spPr>
          <a:xfrm>
            <a:off x="14101200" y="7739640"/>
            <a:ext cx="856800" cy="856800"/>
          </a:xfrm>
          <a:custGeom>
            <a:avLst/>
            <a:gdLst>
              <a:gd name="textAreaLeft" fmla="*/ 0 w 856800"/>
              <a:gd name="textAreaRight" fmla="*/ 863640 w 856800"/>
              <a:gd name="textAreaTop" fmla="*/ 0 h 856800"/>
              <a:gd name="textAreaBottom" fmla="*/ 863640 h 856800"/>
            </a:gdLst>
            <a:ahLst/>
            <a:cxnLst/>
            <a:rect l="textAreaLeft" t="textAreaTop" r="textAreaRight" b="textAreaBottom"/>
            <a:pathLst>
              <a:path w="863521" h="863521">
                <a:moveTo>
                  <a:pt x="0" y="0"/>
                </a:moveTo>
                <a:lnTo>
                  <a:pt x="863521" y="0"/>
                </a:lnTo>
                <a:lnTo>
                  <a:pt x="863521" y="863521"/>
                </a:lnTo>
                <a:lnTo>
                  <a:pt x="0" y="863521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Freeform 6"/>
          <p:cNvSpPr/>
          <p:nvPr/>
        </p:nvSpPr>
        <p:spPr>
          <a:xfrm>
            <a:off x="14381280" y="7963200"/>
            <a:ext cx="297000" cy="409680"/>
          </a:xfrm>
          <a:custGeom>
            <a:avLst/>
            <a:gdLst>
              <a:gd name="textAreaLeft" fmla="*/ 0 w 297000"/>
              <a:gd name="textAreaRight" fmla="*/ 303840 w 297000"/>
              <a:gd name="textAreaTop" fmla="*/ 0 h 409680"/>
              <a:gd name="textAreaBottom" fmla="*/ 416520 h 409680"/>
            </a:gdLst>
            <a:ahLst/>
            <a:cxnLst/>
            <a:rect l="textAreaLeft" t="textAreaTop" r="textAreaRight" b="textAreaBottom"/>
            <a:pathLst>
              <a:path w="303724" h="416576">
                <a:moveTo>
                  <a:pt x="0" y="0"/>
                </a:moveTo>
                <a:lnTo>
                  <a:pt x="303724" y="0"/>
                </a:lnTo>
                <a:lnTo>
                  <a:pt x="303724" y="416576"/>
                </a:lnTo>
                <a:lnTo>
                  <a:pt x="0" y="416576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Freeform 7"/>
          <p:cNvSpPr/>
          <p:nvPr/>
        </p:nvSpPr>
        <p:spPr>
          <a:xfrm>
            <a:off x="14101200" y="8987760"/>
            <a:ext cx="856800" cy="856800"/>
          </a:xfrm>
          <a:custGeom>
            <a:avLst/>
            <a:gdLst>
              <a:gd name="textAreaLeft" fmla="*/ 0 w 856800"/>
              <a:gd name="textAreaRight" fmla="*/ 863640 w 856800"/>
              <a:gd name="textAreaTop" fmla="*/ 0 h 856800"/>
              <a:gd name="textAreaBottom" fmla="*/ 863640 h 856800"/>
            </a:gdLst>
            <a:ahLst/>
            <a:cxnLst/>
            <a:rect l="textAreaLeft" t="textAreaTop" r="textAreaRight" b="textAreaBottom"/>
            <a:pathLst>
              <a:path w="863521" h="863521">
                <a:moveTo>
                  <a:pt x="0" y="0"/>
                </a:moveTo>
                <a:lnTo>
                  <a:pt x="863521" y="0"/>
                </a:lnTo>
                <a:lnTo>
                  <a:pt x="863521" y="863520"/>
                </a:lnTo>
                <a:lnTo>
                  <a:pt x="0" y="86352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Freeform 8"/>
          <p:cNvSpPr/>
          <p:nvPr/>
        </p:nvSpPr>
        <p:spPr>
          <a:xfrm>
            <a:off x="14346000" y="9226800"/>
            <a:ext cx="367560" cy="367560"/>
          </a:xfrm>
          <a:custGeom>
            <a:avLst/>
            <a:gdLst>
              <a:gd name="textAreaLeft" fmla="*/ 0 w 367560"/>
              <a:gd name="textAreaRight" fmla="*/ 374400 w 367560"/>
              <a:gd name="textAreaTop" fmla="*/ 0 h 367560"/>
              <a:gd name="textAreaBottom" fmla="*/ 374400 h 367560"/>
            </a:gdLst>
            <a:ahLst/>
            <a:cxnLst/>
            <a:rect l="textAreaLeft" t="textAreaTop" r="textAreaRight" b="textAreaBottom"/>
            <a:pathLst>
              <a:path w="374256" h="374256">
                <a:moveTo>
                  <a:pt x="0" y="0"/>
                </a:moveTo>
                <a:lnTo>
                  <a:pt x="374257" y="0"/>
                </a:lnTo>
                <a:lnTo>
                  <a:pt x="374257" y="374256"/>
                </a:lnTo>
                <a:lnTo>
                  <a:pt x="0" y="374256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Freeform 9"/>
          <p:cNvSpPr/>
          <p:nvPr/>
        </p:nvSpPr>
        <p:spPr>
          <a:xfrm>
            <a:off x="14101200" y="10154880"/>
            <a:ext cx="856800" cy="856800"/>
          </a:xfrm>
          <a:custGeom>
            <a:avLst/>
            <a:gdLst>
              <a:gd name="textAreaLeft" fmla="*/ 0 w 856800"/>
              <a:gd name="textAreaRight" fmla="*/ 863640 w 856800"/>
              <a:gd name="textAreaTop" fmla="*/ 0 h 856800"/>
              <a:gd name="textAreaBottom" fmla="*/ 863640 h 856800"/>
            </a:gdLst>
            <a:ahLst/>
            <a:cxnLst/>
            <a:rect l="textAreaLeft" t="textAreaTop" r="textAreaRight" b="textAreaBottom"/>
            <a:pathLst>
              <a:path w="863521" h="863521">
                <a:moveTo>
                  <a:pt x="0" y="0"/>
                </a:moveTo>
                <a:lnTo>
                  <a:pt x="863521" y="0"/>
                </a:lnTo>
                <a:lnTo>
                  <a:pt x="863521" y="863520"/>
                </a:lnTo>
                <a:lnTo>
                  <a:pt x="0" y="86352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7" name="Group 10"/>
          <p:cNvGrpSpPr/>
          <p:nvPr/>
        </p:nvGrpSpPr>
        <p:grpSpPr>
          <a:xfrm>
            <a:off x="14085720" y="6343920"/>
            <a:ext cx="5878080" cy="64800"/>
            <a:chOff x="14085720" y="6343920"/>
            <a:chExt cx="5878080" cy="64800"/>
          </a:xfrm>
        </p:grpSpPr>
        <p:sp>
          <p:nvSpPr>
            <p:cNvPr id="68" name="Freeform 11"/>
            <p:cNvSpPr/>
            <p:nvPr/>
          </p:nvSpPr>
          <p:spPr>
            <a:xfrm>
              <a:off x="14085720" y="6343920"/>
              <a:ext cx="5878080" cy="64800"/>
            </a:xfrm>
            <a:custGeom>
              <a:avLst/>
              <a:gdLst>
                <a:gd name="textAreaLeft" fmla="*/ 0 w 5878080"/>
                <a:gd name="textAreaRight" fmla="*/ 5884920 w 5878080"/>
                <a:gd name="textAreaTop" fmla="*/ 0 h 64800"/>
                <a:gd name="textAreaBottom" fmla="*/ 71640 h 64800"/>
              </a:gdLst>
              <a:ahLst/>
              <a:cxnLst/>
              <a:rect l="textAreaLeft" t="textAreaTop" r="textAreaRight" b="textAreaBottom"/>
              <a:pathLst>
                <a:path w="7846441" h="95759">
                  <a:moveTo>
                    <a:pt x="47879" y="0"/>
                  </a:moveTo>
                  <a:lnTo>
                    <a:pt x="7798562" y="0"/>
                  </a:lnTo>
                  <a:cubicBezTo>
                    <a:pt x="7824978" y="0"/>
                    <a:pt x="7846441" y="21463"/>
                    <a:pt x="7846441" y="47879"/>
                  </a:cubicBezTo>
                  <a:cubicBezTo>
                    <a:pt x="7846441" y="74295"/>
                    <a:pt x="7824978" y="95758"/>
                    <a:pt x="7798562" y="95758"/>
                  </a:cubicBezTo>
                  <a:lnTo>
                    <a:pt x="47879" y="95758"/>
                  </a:lnTo>
                  <a:cubicBezTo>
                    <a:pt x="21463" y="95885"/>
                    <a:pt x="0" y="74422"/>
                    <a:pt x="0" y="47879"/>
                  </a:cubicBezTo>
                  <a:cubicBezTo>
                    <a:pt x="0" y="21336"/>
                    <a:pt x="21463" y="0"/>
                    <a:pt x="47879" y="0"/>
                  </a:cubicBezTo>
                  <a:close/>
                </a:path>
              </a:pathLst>
            </a:custGeom>
            <a:solidFill>
              <a:srgbClr val="2b554e">
                <a:alpha val="25000"/>
              </a:srgbClr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6640" bIns="2664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9" name="Freeform 12"/>
          <p:cNvSpPr/>
          <p:nvPr/>
        </p:nvSpPr>
        <p:spPr>
          <a:xfrm>
            <a:off x="14322240" y="10403280"/>
            <a:ext cx="415080" cy="329040"/>
          </a:xfrm>
          <a:custGeom>
            <a:avLst/>
            <a:gdLst>
              <a:gd name="textAreaLeft" fmla="*/ 0 w 415080"/>
              <a:gd name="textAreaRight" fmla="*/ 421920 w 415080"/>
              <a:gd name="textAreaTop" fmla="*/ 0 h 329040"/>
              <a:gd name="textAreaBottom" fmla="*/ 335880 h 329040"/>
            </a:gdLst>
            <a:ahLst/>
            <a:cxnLst/>
            <a:rect l="textAreaLeft" t="textAreaTop" r="textAreaRight" b="textAreaBottom"/>
            <a:pathLst>
              <a:path w="421872" h="335966">
                <a:moveTo>
                  <a:pt x="0" y="0"/>
                </a:moveTo>
                <a:lnTo>
                  <a:pt x="421872" y="0"/>
                </a:lnTo>
                <a:lnTo>
                  <a:pt x="421872" y="335966"/>
                </a:lnTo>
                <a:lnTo>
                  <a:pt x="0" y="335966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13"/>
          <p:cNvSpPr/>
          <p:nvPr/>
        </p:nvSpPr>
        <p:spPr>
          <a:xfrm>
            <a:off x="15120000" y="9199080"/>
            <a:ext cx="4856040" cy="35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784"/>
              </a:lnSpc>
            </a:pPr>
            <a:r>
              <a:rPr lang="en-US" sz="2260" b="0" u="none" strike="noStrike">
                <a:solidFill>
                  <a:srgbClr val="101010"/>
                </a:solidFill>
                <a:effectLst/>
                <a:uFillTx/>
                <a:latin typeface="Lato"/>
                <a:ea typeface="Garet"/>
              </a:rPr>
              <a:t>{{contact_location}}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14"/>
          <p:cNvSpPr/>
          <p:nvPr/>
        </p:nvSpPr>
        <p:spPr>
          <a:xfrm>
            <a:off x="15120000" y="7996680"/>
            <a:ext cx="4856040" cy="35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784"/>
              </a:lnSpc>
            </a:pPr>
            <a:r>
              <a:rPr lang="en-US" sz="2260" b="0" u="none" strike="noStrike">
                <a:solidFill>
                  <a:srgbClr val="101010"/>
                </a:solidFill>
                <a:effectLst/>
                <a:uFillTx/>
                <a:latin typeface="Lato"/>
                <a:ea typeface="Garet"/>
              </a:rPr>
              <a:t>+{{contact_phone}}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15"/>
          <p:cNvSpPr/>
          <p:nvPr/>
        </p:nvSpPr>
        <p:spPr>
          <a:xfrm>
            <a:off x="15423840" y="10383480"/>
            <a:ext cx="4494960" cy="35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784"/>
              </a:lnSpc>
            </a:pPr>
            <a:r>
              <a:rPr lang="en-US" sz="2260" b="0" u="none" strike="noStrike">
                <a:solidFill>
                  <a:srgbClr val="101010"/>
                </a:solidFill>
                <a:effectLst/>
                <a:uFillTx/>
                <a:latin typeface="Lato"/>
                <a:ea typeface="Garet"/>
              </a:rPr>
              <a:t>Licencia de conducir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16"/>
          <p:cNvSpPr/>
          <p:nvPr/>
        </p:nvSpPr>
        <p:spPr>
          <a:xfrm>
            <a:off x="15120000" y="6803280"/>
            <a:ext cx="4856040" cy="70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784"/>
              </a:lnSpc>
            </a:pPr>
            <a:r>
              <a:rPr lang="en-US" sz="2260" b="0" u="none" strike="noStrike">
                <a:solidFill>
                  <a:srgbClr val="101010"/>
                </a:solidFill>
                <a:effectLst/>
                <a:uFillTx/>
                <a:latin typeface="Lato"/>
                <a:ea typeface="Garet"/>
              </a:rPr>
              <a:t>{{contact_email}}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84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17"/>
          <p:cNvSpPr/>
          <p:nvPr/>
        </p:nvSpPr>
        <p:spPr>
          <a:xfrm>
            <a:off x="14125680" y="5454720"/>
            <a:ext cx="5792760" cy="66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207"/>
              </a:lnSpc>
            </a:pPr>
            <a:r>
              <a:rPr lang="en-US" sz="4340" b="1" u="none" strike="noStrike">
                <a:solidFill>
                  <a:srgbClr val="101010"/>
                </a:solidFill>
                <a:effectLst/>
                <a:uFillTx/>
                <a:latin typeface="Montserrat"/>
                <a:ea typeface="Garet Bold"/>
              </a:rPr>
              <a:t>CONTACTOS</a:t>
            </a:r>
            <a:endParaRPr lang="es-AR" sz="4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5" name="Group 18"/>
          <p:cNvGrpSpPr/>
          <p:nvPr/>
        </p:nvGrpSpPr>
        <p:grpSpPr>
          <a:xfrm>
            <a:off x="1436760" y="6530040"/>
            <a:ext cx="10471680" cy="64800"/>
            <a:chOff x="1436760" y="6530040"/>
            <a:chExt cx="10471680" cy="64800"/>
          </a:xfrm>
        </p:grpSpPr>
        <p:sp>
          <p:nvSpPr>
            <p:cNvPr id="76" name="Freeform 19"/>
            <p:cNvSpPr/>
            <p:nvPr/>
          </p:nvSpPr>
          <p:spPr>
            <a:xfrm>
              <a:off x="1436760" y="6530040"/>
              <a:ext cx="10471680" cy="64800"/>
            </a:xfrm>
            <a:custGeom>
              <a:avLst/>
              <a:gdLst>
                <a:gd name="textAreaLeft" fmla="*/ 0 w 10471680"/>
                <a:gd name="textAreaRight" fmla="*/ 10478520 w 10471680"/>
                <a:gd name="textAreaTop" fmla="*/ 0 h 64800"/>
                <a:gd name="textAreaBottom" fmla="*/ 71640 h 64800"/>
              </a:gdLst>
              <a:ahLst/>
              <a:cxnLst/>
              <a:rect l="textAreaLeft" t="textAreaTop" r="textAreaRight" b="textAreaBottom"/>
              <a:pathLst>
                <a:path w="13971524" h="95759">
                  <a:moveTo>
                    <a:pt x="47879" y="0"/>
                  </a:moveTo>
                  <a:lnTo>
                    <a:pt x="13923645" y="0"/>
                  </a:lnTo>
                  <a:cubicBezTo>
                    <a:pt x="13950060" y="0"/>
                    <a:pt x="13971524" y="21463"/>
                    <a:pt x="13971524" y="47879"/>
                  </a:cubicBezTo>
                  <a:cubicBezTo>
                    <a:pt x="13971524" y="74295"/>
                    <a:pt x="13950060" y="95758"/>
                    <a:pt x="13923645" y="95758"/>
                  </a:cubicBezTo>
                  <a:lnTo>
                    <a:pt x="47879" y="95758"/>
                  </a:lnTo>
                  <a:cubicBezTo>
                    <a:pt x="21463" y="95885"/>
                    <a:pt x="0" y="74422"/>
                    <a:pt x="0" y="47879"/>
                  </a:cubicBezTo>
                  <a:cubicBezTo>
                    <a:pt x="0" y="21336"/>
                    <a:pt x="21463" y="0"/>
                    <a:pt x="47879" y="0"/>
                  </a:cubicBezTo>
                  <a:close/>
                </a:path>
              </a:pathLst>
            </a:custGeom>
            <a:solidFill>
              <a:srgbClr val="2b554e">
                <a:alpha val="25000"/>
              </a:srgbClr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6640" bIns="2664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7" name="TextBox 20"/>
          <p:cNvSpPr/>
          <p:nvPr/>
        </p:nvSpPr>
        <p:spPr>
          <a:xfrm>
            <a:off x="1463760" y="5640840"/>
            <a:ext cx="6825600" cy="66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207"/>
              </a:lnSpc>
            </a:pPr>
            <a:r>
              <a:rPr lang="en-US" sz="4340" b="1" u="none" strike="noStrike">
                <a:solidFill>
                  <a:srgbClr val="101010"/>
                </a:solidFill>
                <a:effectLst/>
                <a:uFillTx/>
                <a:latin typeface="Montserrat"/>
                <a:ea typeface="Garet Bold"/>
              </a:rPr>
              <a:t>PERFIL PROFESIONAL</a:t>
            </a:r>
            <a:endParaRPr lang="es-AR" sz="4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21"/>
          <p:cNvSpPr/>
          <p:nvPr/>
        </p:nvSpPr>
        <p:spPr>
          <a:xfrm>
            <a:off x="1463760" y="6692400"/>
            <a:ext cx="10449360" cy="43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441"/>
              </a:lnSpc>
            </a:pPr>
            <a:r>
              <a:rPr lang="en-US" sz="2260" b="0" u="none" strike="noStrike">
                <a:solidFill>
                  <a:srgbClr val="101010"/>
                </a:solidFill>
                <a:effectLst/>
                <a:uFillTx/>
                <a:latin typeface="Lato"/>
                <a:ea typeface="Garet Italics"/>
              </a:rPr>
              <a:t>{{about}}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9" name="Group 30"/>
          <p:cNvGrpSpPr/>
          <p:nvPr/>
        </p:nvGrpSpPr>
        <p:grpSpPr>
          <a:xfrm>
            <a:off x="1582200" y="26051040"/>
            <a:ext cx="10476360" cy="3938760"/>
            <a:chOff x="1582200" y="26051040"/>
            <a:chExt cx="10476360" cy="3938760"/>
          </a:xfrm>
        </p:grpSpPr>
        <p:grpSp>
          <p:nvGrpSpPr>
            <p:cNvPr id="80" name="Group 31"/>
            <p:cNvGrpSpPr/>
            <p:nvPr/>
          </p:nvGrpSpPr>
          <p:grpSpPr>
            <a:xfrm>
              <a:off x="1582200" y="26940600"/>
              <a:ext cx="10471680" cy="64800"/>
              <a:chOff x="1582200" y="26940600"/>
              <a:chExt cx="10471680" cy="64800"/>
            </a:xfrm>
          </p:grpSpPr>
          <p:sp>
            <p:nvSpPr>
              <p:cNvPr id="81" name="Freeform 32"/>
              <p:cNvSpPr/>
              <p:nvPr/>
            </p:nvSpPr>
            <p:spPr>
              <a:xfrm>
                <a:off x="1582200" y="26940600"/>
                <a:ext cx="10471680" cy="64800"/>
              </a:xfrm>
              <a:custGeom>
                <a:avLst/>
                <a:gdLst>
                  <a:gd name="textAreaLeft" fmla="*/ 0 w 10471680"/>
                  <a:gd name="textAreaRight" fmla="*/ 10478520 w 10471680"/>
                  <a:gd name="textAreaTop" fmla="*/ 0 h 64800"/>
                  <a:gd name="textAreaBottom" fmla="*/ 71640 h 64800"/>
                </a:gdLst>
                <a:ahLst/>
                <a:cxnLst/>
                <a:rect l="textAreaLeft" t="textAreaTop" r="textAreaRight" b="textAreaBottom"/>
                <a:pathLst>
                  <a:path w="13971524" h="95759">
                    <a:moveTo>
                      <a:pt x="47879" y="0"/>
                    </a:moveTo>
                    <a:lnTo>
                      <a:pt x="13923645" y="0"/>
                    </a:lnTo>
                    <a:cubicBezTo>
                      <a:pt x="13950060" y="0"/>
                      <a:pt x="13971524" y="21463"/>
                      <a:pt x="13971524" y="47879"/>
                    </a:cubicBezTo>
                    <a:cubicBezTo>
                      <a:pt x="13971524" y="74295"/>
                      <a:pt x="13950060" y="95758"/>
                      <a:pt x="13923645" y="95758"/>
                    </a:cubicBezTo>
                    <a:lnTo>
                      <a:pt x="47879" y="95758"/>
                    </a:lnTo>
                    <a:cubicBezTo>
                      <a:pt x="21463" y="95885"/>
                      <a:pt x="0" y="74422"/>
                      <a:pt x="0" y="47879"/>
                    </a:cubicBezTo>
                    <a:cubicBezTo>
                      <a:pt x="0" y="21336"/>
                      <a:pt x="21463" y="0"/>
                      <a:pt x="47879" y="0"/>
                    </a:cubicBezTo>
                    <a:close/>
                  </a:path>
                </a:pathLst>
              </a:custGeom>
              <a:solidFill>
                <a:srgbClr val="2b554e">
                  <a:alpha val="25000"/>
                </a:srgbClr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6640" bIns="26640" anchor="t">
                <a:noAutofit/>
              </a:bodyPr>
              <a:p>
                <a:pPr>
                  <a:lnSpc>
                    <a:spcPct val="100000"/>
                  </a:lnSpc>
                </a:pPr>
                <a:endParaRPr lang="es-AR" sz="1800" b="0" u="none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82" name="TextBox 33"/>
            <p:cNvSpPr/>
            <p:nvPr/>
          </p:nvSpPr>
          <p:spPr>
            <a:xfrm>
              <a:off x="1609200" y="26051040"/>
              <a:ext cx="9675360" cy="660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5207"/>
                </a:lnSpc>
              </a:pPr>
              <a:r>
                <a:rPr lang="en-US" sz="4340" b="1" u="none" strike="noStrike">
                  <a:solidFill>
                    <a:srgbClr val="101010"/>
                  </a:solidFill>
                  <a:effectLst/>
                  <a:uFillTx/>
                  <a:latin typeface="Montserrat"/>
                  <a:ea typeface="Garet Bold"/>
                </a:rPr>
                <a:t>FORMACIÓN PROFESIONAL</a:t>
              </a:r>
              <a:endParaRPr lang="es-AR" sz="434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3" name="TextBox 34"/>
            <p:cNvSpPr/>
            <p:nvPr/>
          </p:nvSpPr>
          <p:spPr>
            <a:xfrm>
              <a:off x="1609200" y="27177840"/>
              <a:ext cx="10449360" cy="2811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marL="216000" indent="-216000" defTabSz="914400">
                <a:lnSpc>
                  <a:spcPts val="3691"/>
                </a:lnSpc>
                <a:buClr>
                  <a:srgbClr val="000000"/>
                </a:buClr>
                <a:buSzPct val="35000"/>
                <a:buFont typeface="Wingdings" charset="2"/>
                <a:buChar char=""/>
              </a:pPr>
              <a:r>
                <a:rPr lang="en-US" sz="2260" b="0" u="none" strike="noStrike">
                  <a:solidFill>
                    <a:srgbClr val="101010"/>
                  </a:solidFill>
                  <a:effectLst/>
                  <a:uFillTx/>
                  <a:latin typeface="Lato"/>
                  <a:ea typeface="Garet"/>
                </a:rPr>
                <a:t>{{edu_1_degree}}  {{edu_1_school}}  {{edu_1_years}}</a:t>
              </a:r>
              <a:endParaRPr lang="es-AR" sz="226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691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216000" indent="-216000" defTabSz="914400">
                <a:lnSpc>
                  <a:spcPts val="3691"/>
                </a:lnSpc>
                <a:buClr>
                  <a:srgbClr val="000000"/>
                </a:buClr>
                <a:buSzPct val="35000"/>
                <a:buFont typeface="Wingdings" charset="2"/>
                <a:buChar char=""/>
              </a:pPr>
              <a:r>
                <a:rPr lang="en-US" sz="2260" b="0" u="none" strike="noStrike">
                  <a:solidFill>
                    <a:srgbClr val="101010"/>
                  </a:solidFill>
                  <a:effectLst/>
                  <a:uFillTx/>
                  <a:latin typeface="Lato"/>
                  <a:ea typeface="Garet"/>
                </a:rPr>
                <a:t>{{edu_2_degree}}  {{edu_2_school}}  {{edu_2_years}}</a:t>
              </a:r>
              <a:endParaRPr lang="es-AR" sz="226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691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216000" indent="-216000" defTabSz="914400">
                <a:lnSpc>
                  <a:spcPts val="3691"/>
                </a:lnSpc>
                <a:buClr>
                  <a:srgbClr val="000000"/>
                </a:buClr>
                <a:buSzPct val="35000"/>
                <a:buFont typeface="Wingdings" charset="2"/>
                <a:buChar char=""/>
              </a:pPr>
              <a:r>
                <a:rPr lang="en-US" sz="2260" b="0" u="none" strike="noStrike">
                  <a:solidFill>
                    <a:srgbClr val="101010"/>
                  </a:solidFill>
                  <a:effectLst/>
                  <a:uFillTx/>
                  <a:latin typeface="Lato"/>
                  <a:ea typeface="Garet"/>
                </a:rPr>
                <a:t>{{edu_3_degree}}  {{edu_3_school}}  {{edu_3_years}}</a:t>
              </a:r>
              <a:endParaRPr lang="es-AR" sz="226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691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4" name="TextBox 39"/>
          <p:cNvSpPr/>
          <p:nvPr/>
        </p:nvSpPr>
        <p:spPr>
          <a:xfrm>
            <a:off x="1285560" y="1440000"/>
            <a:ext cx="14010480" cy="90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7115"/>
              </a:lnSpc>
            </a:pPr>
            <a:r>
              <a:rPr lang="en-US" sz="6530" b="1" u="none" spc="-227" strike="noStrike">
                <a:solidFill>
                  <a:srgbClr val="543f3f"/>
                </a:solidFill>
                <a:effectLst/>
                <a:uFillTx/>
                <a:latin typeface="Montserrat"/>
                <a:ea typeface="Garet Bold"/>
              </a:rPr>
              <a:t>{{name}}</a:t>
            </a:r>
            <a:endParaRPr lang="es-AR" sz="65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40"/>
          <p:cNvSpPr/>
          <p:nvPr/>
        </p:nvSpPr>
        <p:spPr>
          <a:xfrm>
            <a:off x="1288800" y="2762280"/>
            <a:ext cx="13650480" cy="43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3393"/>
              </a:lnSpc>
            </a:pPr>
            <a:r>
              <a:rPr lang="en-US" sz="2600" b="1" u="none" spc="462" strike="noStrike">
                <a:solidFill>
                  <a:srgbClr val="543f3f"/>
                </a:solidFill>
                <a:effectLst/>
                <a:uFillTx/>
                <a:latin typeface="Lato"/>
                <a:ea typeface="Garet Bold"/>
              </a:rPr>
              <a:t>{{title}}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41"/>
          <p:cNvSpPr/>
          <p:nvPr/>
        </p:nvSpPr>
        <p:spPr>
          <a:xfrm>
            <a:off x="14940000" y="180360"/>
            <a:ext cx="2564640" cy="39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3141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7" name="Group 42"/>
          <p:cNvGrpSpPr/>
          <p:nvPr/>
        </p:nvGrpSpPr>
        <p:grpSpPr>
          <a:xfrm>
            <a:off x="1365480" y="10490400"/>
            <a:ext cx="10454040" cy="47160"/>
            <a:chOff x="1365480" y="10490400"/>
            <a:chExt cx="10454040" cy="47160"/>
          </a:xfrm>
        </p:grpSpPr>
        <p:sp>
          <p:nvSpPr>
            <p:cNvPr id="88" name="Freeform 43"/>
            <p:cNvSpPr/>
            <p:nvPr/>
          </p:nvSpPr>
          <p:spPr>
            <a:xfrm>
              <a:off x="1365480" y="10490400"/>
              <a:ext cx="10454040" cy="47160"/>
            </a:xfrm>
            <a:custGeom>
              <a:avLst/>
              <a:gdLst>
                <a:gd name="textAreaLeft" fmla="*/ 0 w 10454040"/>
                <a:gd name="textAreaRight" fmla="*/ 10460880 w 10454040"/>
                <a:gd name="textAreaTop" fmla="*/ 0 h 47160"/>
                <a:gd name="textAreaBottom" fmla="*/ 54000 h 47160"/>
              </a:gdLst>
              <a:ahLst/>
              <a:cxnLst/>
              <a:rect l="textAreaLeft" t="textAreaTop" r="textAreaRight" b="textAreaBottom"/>
              <a:pathLst>
                <a:path w="13947648" h="71882">
                  <a:moveTo>
                    <a:pt x="35941" y="0"/>
                  </a:moveTo>
                  <a:lnTo>
                    <a:pt x="13911707" y="0"/>
                  </a:lnTo>
                  <a:cubicBezTo>
                    <a:pt x="13931520" y="0"/>
                    <a:pt x="13947648" y="16129"/>
                    <a:pt x="13947648" y="35941"/>
                  </a:cubicBezTo>
                  <a:cubicBezTo>
                    <a:pt x="13947648" y="55753"/>
                    <a:pt x="13931520" y="71882"/>
                    <a:pt x="13911707" y="71882"/>
                  </a:cubicBezTo>
                  <a:lnTo>
                    <a:pt x="35941" y="71882"/>
                  </a:lnTo>
                  <a:cubicBezTo>
                    <a:pt x="16129" y="71882"/>
                    <a:pt x="0" y="55753"/>
                    <a:pt x="0" y="35941"/>
                  </a:cubicBezTo>
                  <a:cubicBezTo>
                    <a:pt x="0" y="16129"/>
                    <a:pt x="16129" y="0"/>
                    <a:pt x="35941" y="0"/>
                  </a:cubicBezTo>
                  <a:close/>
                </a:path>
              </a:pathLst>
            </a:custGeom>
            <a:solidFill>
              <a:srgbClr val="2b554e">
                <a:alpha val="25000"/>
              </a:srgbClr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000" bIns="9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9" name="TextBox 44"/>
          <p:cNvSpPr/>
          <p:nvPr/>
        </p:nvSpPr>
        <p:spPr>
          <a:xfrm>
            <a:off x="1392480" y="9600840"/>
            <a:ext cx="9163440" cy="66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207"/>
              </a:lnSpc>
            </a:pPr>
            <a:r>
              <a:rPr lang="en-US" sz="4340" b="1" u="none" strike="noStrike">
                <a:solidFill>
                  <a:srgbClr val="101010"/>
                </a:solidFill>
                <a:effectLst/>
                <a:uFillTx/>
                <a:latin typeface="Montserrat"/>
                <a:ea typeface="Garet Bold"/>
              </a:rPr>
              <a:t>EXPERIENCIA LABORAL</a:t>
            </a:r>
            <a:endParaRPr lang="es-AR" sz="4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90" name="Group 45"/>
          <p:cNvGrpSpPr/>
          <p:nvPr/>
        </p:nvGrpSpPr>
        <p:grpSpPr>
          <a:xfrm>
            <a:off x="1316160" y="10663200"/>
            <a:ext cx="10919520" cy="15270480"/>
            <a:chOff x="1316160" y="10663200"/>
            <a:chExt cx="10919520" cy="15270480"/>
          </a:xfrm>
        </p:grpSpPr>
        <p:sp>
          <p:nvSpPr>
            <p:cNvPr id="91" name="TextBox 46"/>
            <p:cNvSpPr/>
            <p:nvPr/>
          </p:nvSpPr>
          <p:spPr>
            <a:xfrm>
              <a:off x="1392480" y="10663200"/>
              <a:ext cx="10483200" cy="9569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402"/>
                </a:lnSpc>
              </a:pPr>
              <a:r>
                <a:rPr lang="en-US" sz="2430" b="1" u="none" spc="51" strike="noStrike">
                  <a:solidFill>
                    <a:srgbClr val="101010"/>
                  </a:solidFill>
                  <a:effectLst/>
                  <a:uFillTx/>
                  <a:latin typeface="Montserrat"/>
                  <a:ea typeface="Garet Bold"/>
                </a:rPr>
                <a:t>{{exp_1_company}}</a:t>
              </a:r>
              <a:endParaRPr lang="es-AR" sz="243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005"/>
                </a:lnSpc>
              </a:pPr>
              <a:r>
                <a:rPr lang="en-US" sz="2150" b="0" u="none" spc="43" strike="noStrike">
                  <a:solidFill>
                    <a:srgbClr val="101010"/>
                  </a:solidFill>
                  <a:effectLst/>
                  <a:uFillTx/>
                  <a:latin typeface="Lato"/>
                  <a:ea typeface="Garet Italics"/>
                </a:rPr>
                <a:t>{{exp_1_role}} {{exp_1_dates}}</a:t>
              </a:r>
              <a:endParaRPr lang="es-AR" sz="21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606"/>
                </a:lnSpc>
              </a:pPr>
              <a:r>
                <a:rPr lang="es-AR" sz="225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{{exp_1_bullets_block}}</a:t>
              </a: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606"/>
                </a:lnSpc>
              </a:pP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484"/>
                </a:lnSpc>
              </a:pPr>
              <a:endParaRPr lang="es-AR" sz="187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484"/>
                </a:lnSpc>
              </a:pPr>
              <a:r>
                <a:rPr lang="en-US" sz="2450" b="1" u="none" spc="48" strike="noStrike">
                  <a:solidFill>
                    <a:srgbClr val="101010"/>
                  </a:solidFill>
                  <a:effectLst/>
                  <a:uFillTx/>
                  <a:latin typeface="Montserrat"/>
                  <a:ea typeface="Garet Bold Italics"/>
                </a:rPr>
                <a:t>{{exp_2_company}}</a:t>
              </a:r>
              <a:endParaRPr lang="es-AR" sz="24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005"/>
                </a:lnSpc>
              </a:pPr>
              <a:r>
                <a:rPr lang="en-US" sz="2150" b="0" u="none" spc="43" strike="noStrike">
                  <a:solidFill>
                    <a:srgbClr val="101010"/>
                  </a:solidFill>
                  <a:effectLst/>
                  <a:uFillTx/>
                  <a:latin typeface="Lato"/>
                  <a:ea typeface="Garet Italics"/>
                </a:rPr>
                <a:t>{{exp_2_role}} {{exp_2_dates}}</a:t>
              </a:r>
              <a:endParaRPr lang="es-AR" sz="21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606"/>
                </a:lnSpc>
              </a:pPr>
              <a:r>
                <a:rPr lang="es-AR" sz="225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{{exp_2_bullets_block}}</a:t>
              </a: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606"/>
                </a:lnSpc>
              </a:pP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484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424"/>
                </a:lnSpc>
              </a:pPr>
              <a:r>
                <a:rPr lang="en-US" sz="2450" b="1" u="none" spc="48" strike="noStrike">
                  <a:solidFill>
                    <a:srgbClr val="101010"/>
                  </a:solidFill>
                  <a:effectLst/>
                  <a:uFillTx/>
                  <a:latin typeface="Montserrat"/>
                  <a:ea typeface="Garet Bold Italics"/>
                </a:rPr>
                <a:t>{{exp_3_company}}</a:t>
              </a:r>
              <a:endParaRPr lang="es-AR" sz="24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005"/>
                </a:lnSpc>
              </a:pPr>
              <a:r>
                <a:rPr lang="en-US" sz="2150" b="0" u="none" spc="43" strike="noStrike">
                  <a:solidFill>
                    <a:srgbClr val="101010"/>
                  </a:solidFill>
                  <a:effectLst/>
                  <a:uFillTx/>
                  <a:latin typeface="Lato"/>
                  <a:ea typeface="Garet Italics"/>
                </a:rPr>
                <a:t>{{exp_3_role}} {{exp_3_dates}}</a:t>
              </a:r>
              <a:endParaRPr lang="es-AR" sz="21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606"/>
                </a:lnSpc>
              </a:pPr>
              <a:r>
                <a:rPr lang="es-AR" sz="225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{{exp_3_bullets_block}}</a:t>
              </a: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606"/>
                </a:lnSpc>
              </a:pP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484"/>
                </a:lnSpc>
              </a:pPr>
              <a:endParaRPr lang="es-AR" sz="187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424"/>
                </a:lnSpc>
              </a:pPr>
              <a:r>
                <a:rPr lang="en-US" sz="2450" b="1" u="none" spc="48" strike="noStrike">
                  <a:solidFill>
                    <a:srgbClr val="101010"/>
                  </a:solidFill>
                  <a:effectLst/>
                  <a:uFillTx/>
                  <a:latin typeface="Montserrat"/>
                  <a:ea typeface="Garet Bold Italics"/>
                </a:rPr>
                <a:t>{{exp_4_company}}</a:t>
              </a:r>
              <a:endParaRPr lang="es-AR" sz="24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005"/>
                </a:lnSpc>
              </a:pPr>
              <a:r>
                <a:rPr lang="en-US" sz="2150" b="0" u="none" spc="43" strike="noStrike">
                  <a:solidFill>
                    <a:srgbClr val="101010"/>
                  </a:solidFill>
                  <a:effectLst/>
                  <a:uFillTx/>
                  <a:latin typeface="Lato"/>
                  <a:ea typeface="Garet Italics"/>
                </a:rPr>
                <a:t>{{exp_4_role}} {{exp_4_dates}}</a:t>
              </a:r>
              <a:endParaRPr lang="es-AR" sz="21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606"/>
                </a:lnSpc>
              </a:pPr>
              <a:r>
                <a:rPr lang="es-AR" sz="225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{{exp_4_bullets_block}}</a:t>
              </a: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484"/>
                </a:lnSpc>
              </a:pPr>
              <a:endParaRPr lang="es-AR" sz="187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424"/>
                </a:lnSpc>
              </a:pPr>
              <a:endParaRPr lang="es-AR" sz="24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2" name="TextBox 47"/>
            <p:cNvSpPr/>
            <p:nvPr/>
          </p:nvSpPr>
          <p:spPr>
            <a:xfrm>
              <a:off x="1392480" y="11700000"/>
              <a:ext cx="10449360" cy="1766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484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3" name="TextBox 48"/>
            <p:cNvSpPr/>
            <p:nvPr/>
          </p:nvSpPr>
          <p:spPr>
            <a:xfrm>
              <a:off x="1392480" y="11181240"/>
              <a:ext cx="10303200" cy="378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005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4" name="TextBox 49"/>
            <p:cNvSpPr/>
            <p:nvPr/>
          </p:nvSpPr>
          <p:spPr>
            <a:xfrm>
              <a:off x="1463760" y="13876200"/>
              <a:ext cx="10449360" cy="431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424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5" name="TextBox 50"/>
            <p:cNvSpPr/>
            <p:nvPr/>
          </p:nvSpPr>
          <p:spPr>
            <a:xfrm>
              <a:off x="1463760" y="14468760"/>
              <a:ext cx="10411920" cy="378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005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6" name="TextBox 51"/>
            <p:cNvSpPr/>
            <p:nvPr/>
          </p:nvSpPr>
          <p:spPr>
            <a:xfrm>
              <a:off x="1463760" y="14990400"/>
              <a:ext cx="10449360" cy="1672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484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7" name="TextBox 52"/>
            <p:cNvSpPr/>
            <p:nvPr/>
          </p:nvSpPr>
          <p:spPr>
            <a:xfrm>
              <a:off x="1365480" y="16911720"/>
              <a:ext cx="10510200" cy="431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424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8" name="TextBox 53"/>
            <p:cNvSpPr/>
            <p:nvPr/>
          </p:nvSpPr>
          <p:spPr>
            <a:xfrm>
              <a:off x="1365480" y="17504280"/>
              <a:ext cx="10510200" cy="378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005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9" name="TextBox 54"/>
            <p:cNvSpPr/>
            <p:nvPr/>
          </p:nvSpPr>
          <p:spPr>
            <a:xfrm>
              <a:off x="1365480" y="18025920"/>
              <a:ext cx="10449360" cy="882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484"/>
                </a:lnSpc>
              </a:pPr>
              <a:endParaRPr lang="es-AR" sz="187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484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0" name="TextBox 55"/>
            <p:cNvSpPr/>
            <p:nvPr/>
          </p:nvSpPr>
          <p:spPr>
            <a:xfrm>
              <a:off x="1343160" y="20046600"/>
              <a:ext cx="10892520" cy="431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424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1" name="TextBox 56"/>
            <p:cNvSpPr/>
            <p:nvPr/>
          </p:nvSpPr>
          <p:spPr>
            <a:xfrm>
              <a:off x="1343160" y="20639160"/>
              <a:ext cx="10712520" cy="378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005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2" name="TextBox 57"/>
            <p:cNvSpPr/>
            <p:nvPr/>
          </p:nvSpPr>
          <p:spPr>
            <a:xfrm>
              <a:off x="1343160" y="21132000"/>
              <a:ext cx="10449360" cy="1672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484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3" name="TextBox 58"/>
            <p:cNvSpPr/>
            <p:nvPr/>
          </p:nvSpPr>
          <p:spPr>
            <a:xfrm>
              <a:off x="1316160" y="23082120"/>
              <a:ext cx="10449360" cy="431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424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4" name="TextBox 59"/>
            <p:cNvSpPr/>
            <p:nvPr/>
          </p:nvSpPr>
          <p:spPr>
            <a:xfrm>
              <a:off x="1316160" y="23674680"/>
              <a:ext cx="10449360" cy="378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005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5" name="TextBox 60"/>
            <p:cNvSpPr/>
            <p:nvPr/>
          </p:nvSpPr>
          <p:spPr>
            <a:xfrm>
              <a:off x="1316160" y="24167520"/>
              <a:ext cx="10449360" cy="1766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484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06" name=""/>
          <p:cNvSpPr/>
          <p:nvPr/>
        </p:nvSpPr>
        <p:spPr>
          <a:xfrm>
            <a:off x="15658560" y="553320"/>
            <a:ext cx="125712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"/>
          <p:cNvSpPr/>
          <p:nvPr/>
        </p:nvSpPr>
        <p:spPr>
          <a:xfrm>
            <a:off x="16020000" y="535680"/>
            <a:ext cx="52171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"/>
          <p:cNvSpPr/>
          <p:nvPr/>
        </p:nvSpPr>
        <p:spPr>
          <a:xfrm>
            <a:off x="14040360" y="11693880"/>
            <a:ext cx="5939280" cy="307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{{#sidebar_sections_noedu}}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4300" b="0" u="none" strike="noStrike">
                <a:solidFill>
                  <a:srgbClr val="000000"/>
                </a:solidFill>
                <a:effectLst/>
                <a:uFillTx/>
                <a:latin typeface="Montserrat"/>
              </a:rPr>
              <a:t>{{title}}</a:t>
            </a:r>
            <a:endParaRPr lang="es-AR" sz="4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Lato"/>
              </a:rPr>
              <a:t>{{line}}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2300" b="0" u="none" strike="noStrike">
                <a:solidFill>
                  <a:srgbClr val="000000"/>
                </a:solidFill>
                <a:effectLst/>
                <a:uFillTx/>
                <a:latin typeface="Lato"/>
              </a:rPr>
              <a:t>{{body}}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{{/sidebar_sections_noedu}}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DAG9jgn3h2g</dc:identifier>
  <dc:language>es-AR</dc:language>
  <cp:lastModifiedBy/>
  <dcterms:modified xsi:type="dcterms:W3CDTF">2026-01-14T14:40:39Z</dcterms:modified>
  <cp:revision>20</cp:revision>
  <dc:subject/>
  <dc:title>Plantilla_oficial_2.pptx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