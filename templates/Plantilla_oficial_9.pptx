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Proxima Nova Bold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"/>
      <p:regular r:id="rId7"/>
      <p:bold r:id="rId7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93610E-D6E9-4688-989A-79EA0EC510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025B02-A31E-4B6D-9436-912729DC85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1B2854-A4A4-499E-866D-70F2799524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E51320-7EB2-40CC-9037-AB20453B50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A92D7A-8BC4-43E8-A9DA-073F0F5FFD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2B8298-57A8-47E4-9EA3-EBADF4025D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DB3B29-6170-4F95-AD9F-90D1CA269C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2CCD06-B469-4A8B-8B0D-60CCC1CF83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4D7DE3-E451-48B6-BB6C-809AFB7BB7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3EF5C2-035C-4470-92DF-D801849D5B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72FD9D-BD85-47DB-9F96-4D5E750260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8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5"/>
          <p:cNvSpPr/>
          <p:nvPr/>
        </p:nvSpPr>
        <p:spPr>
          <a:xfrm>
            <a:off x="3420000" y="2192076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78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9"/>
          <p:cNvSpPr/>
          <p:nvPr/>
        </p:nvSpPr>
        <p:spPr>
          <a:xfrm>
            <a:off x="1093320" y="17836200"/>
            <a:ext cx="14989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1229040" y="22658760"/>
            <a:ext cx="1964664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1132560" y="18565920"/>
            <a:ext cx="1495008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15835320" y="17836200"/>
            <a:ext cx="4436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4"/>
          <p:cNvSpPr/>
          <p:nvPr/>
        </p:nvSpPr>
        <p:spPr>
          <a:xfrm>
            <a:off x="7299720" y="7291080"/>
            <a:ext cx="66826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051920" y="4903200"/>
            <a:ext cx="19179000" cy="20880"/>
            <a:chOff x="1051920" y="4903200"/>
            <a:chExt cx="19179000" cy="20880"/>
          </a:xfrm>
        </p:grpSpPr>
        <p:sp>
          <p:nvSpPr>
            <p:cNvPr id="68" name="Freeform 19"/>
            <p:cNvSpPr/>
            <p:nvPr/>
          </p:nvSpPr>
          <p:spPr>
            <a:xfrm>
              <a:off x="1051920" y="4903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93960" y="7901640"/>
            <a:ext cx="19179000" cy="20880"/>
            <a:chOff x="993960" y="7901640"/>
            <a:chExt cx="19179000" cy="20880"/>
          </a:xfrm>
        </p:grpSpPr>
        <p:sp>
          <p:nvSpPr>
            <p:cNvPr id="70" name="Freeform 21"/>
            <p:cNvSpPr/>
            <p:nvPr/>
          </p:nvSpPr>
          <p:spPr>
            <a:xfrm>
              <a:off x="993960" y="790164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22"/>
          <p:cNvGrpSpPr/>
          <p:nvPr/>
        </p:nvGrpSpPr>
        <p:grpSpPr>
          <a:xfrm>
            <a:off x="1093320" y="17750520"/>
            <a:ext cx="19179000" cy="20880"/>
            <a:chOff x="1093320" y="17750520"/>
            <a:chExt cx="19179000" cy="20880"/>
          </a:xfrm>
        </p:grpSpPr>
        <p:sp>
          <p:nvSpPr>
            <p:cNvPr id="72" name="Freeform 23"/>
            <p:cNvSpPr/>
            <p:nvPr/>
          </p:nvSpPr>
          <p:spPr>
            <a:xfrm>
              <a:off x="1093320" y="1775052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24"/>
          <p:cNvGrpSpPr/>
          <p:nvPr/>
        </p:nvGrpSpPr>
        <p:grpSpPr>
          <a:xfrm>
            <a:off x="1079640" y="20120400"/>
            <a:ext cx="19179000" cy="20880"/>
            <a:chOff x="1079640" y="20120400"/>
            <a:chExt cx="19179000" cy="20880"/>
          </a:xfrm>
        </p:grpSpPr>
        <p:sp>
          <p:nvSpPr>
            <p:cNvPr id="74" name="Freeform 25"/>
            <p:cNvSpPr/>
            <p:nvPr/>
          </p:nvSpPr>
          <p:spPr>
            <a:xfrm>
              <a:off x="1079640" y="201204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6"/>
          <p:cNvGrpSpPr/>
          <p:nvPr/>
        </p:nvGrpSpPr>
        <p:grpSpPr>
          <a:xfrm>
            <a:off x="1080000" y="22632840"/>
            <a:ext cx="19179000" cy="20880"/>
            <a:chOff x="1080000" y="22632840"/>
            <a:chExt cx="19179000" cy="20880"/>
          </a:xfrm>
        </p:grpSpPr>
        <p:sp>
          <p:nvSpPr>
            <p:cNvPr id="76" name="Freeform 27"/>
            <p:cNvSpPr/>
            <p:nvPr/>
          </p:nvSpPr>
          <p:spPr>
            <a:xfrm>
              <a:off x="1080000" y="2263284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31"/>
          <p:cNvSpPr/>
          <p:nvPr/>
        </p:nvSpPr>
        <p:spPr>
          <a:xfrm>
            <a:off x="1080000" y="18914760"/>
            <a:ext cx="15182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2"/>
          <p:cNvSpPr/>
          <p:nvPr/>
        </p:nvSpPr>
        <p:spPr>
          <a:xfrm>
            <a:off x="1118880" y="19007640"/>
            <a:ext cx="1496340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15359040" y="18914760"/>
            <a:ext cx="4899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3536640" y="2181852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061280" y="20125440"/>
            <a:ext cx="19094400" cy="19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993960" y="7901640"/>
            <a:ext cx="19795680" cy="44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{{exp_3_role}} {{exp_3_company}}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540000" y="-180000"/>
            <a:ext cx="2033856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1800000" y="1440000"/>
            <a:ext cx="181782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017000" y="26508240"/>
            <a:ext cx="193600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914040" y="26483400"/>
            <a:ext cx="19179000" cy="20880"/>
            <a:chOff x="914040" y="26483400"/>
            <a:chExt cx="19179000" cy="20880"/>
          </a:xfrm>
        </p:grpSpPr>
        <p:sp>
          <p:nvSpPr>
            <p:cNvPr id="87" name="Freeform 1"/>
            <p:cNvSpPr/>
            <p:nvPr/>
          </p:nvSpPr>
          <p:spPr>
            <a:xfrm>
              <a:off x="914040" y="264834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 txBox="1"/>
          <p:nvPr/>
        </p:nvSpPr>
        <p:spPr>
          <a:xfrm>
            <a:off x="7304760" y="2204856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7449120" y="2582892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305120" y="1956492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305480" y="17189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2026-03-08T20:42:51Z</dcterms:modified>
  <cp:revision>18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