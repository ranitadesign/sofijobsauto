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 Bold"/>
    </p:embeddedFont>
    <p:embeddedFont>
      <p:font typeface="Proxima Nova"/>
      <p:regular r:id="rId4"/>
      <p:bold r:id="rId4"/>
    </p:embeddedFont>
    <p:embeddedFont>
      <p:font typeface="Poppins"/>
      <p:regular r:id="rId5"/>
      <p:bold r:id="rId5"/>
    </p:embeddedFont>
    <p:embeddedFont>
      <p:font typeface="Poppins Bold"/>
    </p:embeddedFont>
    <p:embeddedFont>
      <p:font typeface="Microsoft YaHei"/>
      <p:regular r:id="rId6"/>
    </p:embeddedFont>
    <p:embeddedFont>
      <p:font typeface="Montserrat"/>
      <p:regular r:id="rId7"/>
      <p:bold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Montserra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8080" cy="146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7B539BC-C80F-4045-9A52-502A0FB3823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280" cy="113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5280" cy="452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8C737F8-04EC-4653-9BE4-35AC0D14D1E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3080" cy="584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5600" cy="584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F6047BE-989C-4BB0-9DE4-6B656A3A424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280" cy="113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5280" cy="452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D8E3CA5-083B-4E77-9C9B-47CC68B3709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8080" cy="13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8080" cy="149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DA40C50-F1FE-49B4-9003-51F463E8E3E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280" cy="113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4160" cy="452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4160" cy="452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C1C3C5B-5B3C-472C-A877-E990F643B85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280" cy="113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5960" cy="63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5960" cy="39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7400" cy="63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7400" cy="39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F18D0DB-3E29-4666-BCEE-CA3375DA019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280" cy="113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DEDB30A-24D0-4AC2-A54A-51E2B73F95E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EED71E6-D74A-48F3-8A5A-BEE469EDAE7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3840" cy="115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7320" cy="584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3840" cy="468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2EBA733-6A2A-47C5-84E1-5EDE362633F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2080" cy="562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2080" cy="411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2080" cy="80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6EADE1A-86A7-4BCA-892C-42DAF168B26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3"/>
          <p:cNvSpPr/>
          <p:nvPr/>
        </p:nvSpPr>
        <p:spPr>
          <a:xfrm>
            <a:off x="8971920" y="3880080"/>
            <a:ext cx="33400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4"/>
          <p:cNvSpPr/>
          <p:nvPr/>
        </p:nvSpPr>
        <p:spPr>
          <a:xfrm>
            <a:off x="3713040" y="17460000"/>
            <a:ext cx="139413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5"/>
          <p:cNvSpPr/>
          <p:nvPr/>
        </p:nvSpPr>
        <p:spPr>
          <a:xfrm>
            <a:off x="3600000" y="27360000"/>
            <a:ext cx="139413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INFORMACIÓN ADICIONAL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6"/>
          <p:cNvSpPr/>
          <p:nvPr/>
        </p:nvSpPr>
        <p:spPr>
          <a:xfrm>
            <a:off x="4244040" y="21961080"/>
            <a:ext cx="139413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8"/>
          <p:cNvSpPr/>
          <p:nvPr/>
        </p:nvSpPr>
        <p:spPr>
          <a:xfrm>
            <a:off x="986400" y="5169600"/>
            <a:ext cx="191804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9"/>
          <p:cNvSpPr/>
          <p:nvPr/>
        </p:nvSpPr>
        <p:spPr>
          <a:xfrm>
            <a:off x="1093320" y="18785160"/>
            <a:ext cx="149911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0"/>
          <p:cNvSpPr/>
          <p:nvPr/>
        </p:nvSpPr>
        <p:spPr>
          <a:xfrm>
            <a:off x="1049040" y="28260000"/>
            <a:ext cx="1964844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1"/>
          <p:cNvSpPr/>
          <p:nvPr/>
        </p:nvSpPr>
        <p:spPr>
          <a:xfrm>
            <a:off x="1080000" y="25560000"/>
            <a:ext cx="1936188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2"/>
          <p:cNvSpPr/>
          <p:nvPr/>
        </p:nvSpPr>
        <p:spPr>
          <a:xfrm>
            <a:off x="1132560" y="19514880"/>
            <a:ext cx="14951880" cy="55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3"/>
          <p:cNvSpPr/>
          <p:nvPr/>
        </p:nvSpPr>
        <p:spPr>
          <a:xfrm>
            <a:off x="17680680" y="18785160"/>
            <a:ext cx="25930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4"/>
          <p:cNvSpPr/>
          <p:nvPr/>
        </p:nvSpPr>
        <p:spPr>
          <a:xfrm>
            <a:off x="7299720" y="7291080"/>
            <a:ext cx="66844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0" name="Group 18"/>
          <p:cNvGrpSpPr/>
          <p:nvPr/>
        </p:nvGrpSpPr>
        <p:grpSpPr>
          <a:xfrm>
            <a:off x="1051920" y="4903200"/>
            <a:ext cx="19180800" cy="22680"/>
            <a:chOff x="1051920" y="4903200"/>
            <a:chExt cx="19180800" cy="22680"/>
          </a:xfrm>
        </p:grpSpPr>
        <p:sp>
          <p:nvSpPr>
            <p:cNvPr id="71" name="Freeform 19"/>
            <p:cNvSpPr/>
            <p:nvPr/>
          </p:nvSpPr>
          <p:spPr>
            <a:xfrm>
              <a:off x="1051920" y="4903200"/>
              <a:ext cx="19180800" cy="22680"/>
            </a:xfrm>
            <a:custGeom>
              <a:avLst/>
              <a:gdLst>
                <a:gd name="textAreaLeft" fmla="*/ 0 w 19180800"/>
                <a:gd name="textAreaRight" fmla="*/ 19185120 w 19180800"/>
                <a:gd name="textAreaTop" fmla="*/ 0 h 22680"/>
                <a:gd name="textAreaBottom" fmla="*/ 27000 h 226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2" name="Group 20"/>
          <p:cNvGrpSpPr/>
          <p:nvPr/>
        </p:nvGrpSpPr>
        <p:grpSpPr>
          <a:xfrm>
            <a:off x="993960" y="7901640"/>
            <a:ext cx="19180800" cy="22680"/>
            <a:chOff x="993960" y="7901640"/>
            <a:chExt cx="19180800" cy="22680"/>
          </a:xfrm>
        </p:grpSpPr>
        <p:sp>
          <p:nvSpPr>
            <p:cNvPr id="73" name="Freeform 21"/>
            <p:cNvSpPr/>
            <p:nvPr/>
          </p:nvSpPr>
          <p:spPr>
            <a:xfrm>
              <a:off x="993960" y="7901640"/>
              <a:ext cx="19180800" cy="22680"/>
            </a:xfrm>
            <a:custGeom>
              <a:avLst/>
              <a:gdLst>
                <a:gd name="textAreaLeft" fmla="*/ 0 w 19180800"/>
                <a:gd name="textAreaRight" fmla="*/ 19185120 w 19180800"/>
                <a:gd name="textAreaTop" fmla="*/ 0 h 22680"/>
                <a:gd name="textAreaBottom" fmla="*/ 27000 h 226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4" name="Group 22"/>
          <p:cNvGrpSpPr/>
          <p:nvPr/>
        </p:nvGrpSpPr>
        <p:grpSpPr>
          <a:xfrm>
            <a:off x="1093320" y="18303480"/>
            <a:ext cx="19180800" cy="22680"/>
            <a:chOff x="1093320" y="18303480"/>
            <a:chExt cx="19180800" cy="22680"/>
          </a:xfrm>
        </p:grpSpPr>
        <p:sp>
          <p:nvSpPr>
            <p:cNvPr id="75" name="Freeform 23"/>
            <p:cNvSpPr/>
            <p:nvPr/>
          </p:nvSpPr>
          <p:spPr>
            <a:xfrm>
              <a:off x="1093320" y="18303480"/>
              <a:ext cx="19180800" cy="22680"/>
            </a:xfrm>
            <a:custGeom>
              <a:avLst/>
              <a:gdLst>
                <a:gd name="textAreaLeft" fmla="*/ 0 w 19180800"/>
                <a:gd name="textAreaRight" fmla="*/ 19185120 w 19180800"/>
                <a:gd name="textAreaTop" fmla="*/ 0 h 22680"/>
                <a:gd name="textAreaBottom" fmla="*/ 27000 h 226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6" name="Group 24"/>
          <p:cNvGrpSpPr/>
          <p:nvPr/>
        </p:nvGrpSpPr>
        <p:grpSpPr>
          <a:xfrm>
            <a:off x="1080000" y="22655160"/>
            <a:ext cx="19180800" cy="22680"/>
            <a:chOff x="1080000" y="22655160"/>
            <a:chExt cx="19180800" cy="22680"/>
          </a:xfrm>
        </p:grpSpPr>
        <p:sp>
          <p:nvSpPr>
            <p:cNvPr id="77" name="Freeform 25"/>
            <p:cNvSpPr/>
            <p:nvPr/>
          </p:nvSpPr>
          <p:spPr>
            <a:xfrm>
              <a:off x="1080000" y="22655160"/>
              <a:ext cx="19180800" cy="22680"/>
            </a:xfrm>
            <a:custGeom>
              <a:avLst/>
              <a:gdLst>
                <a:gd name="textAreaLeft" fmla="*/ 0 w 19180800"/>
                <a:gd name="textAreaRight" fmla="*/ 19185120 w 19180800"/>
                <a:gd name="textAreaTop" fmla="*/ 0 h 22680"/>
                <a:gd name="textAreaBottom" fmla="*/ 27000 h 226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8" name="Group 26"/>
          <p:cNvGrpSpPr/>
          <p:nvPr/>
        </p:nvGrpSpPr>
        <p:grpSpPr>
          <a:xfrm>
            <a:off x="900000" y="28054080"/>
            <a:ext cx="19180800" cy="22680"/>
            <a:chOff x="900000" y="28054080"/>
            <a:chExt cx="19180800" cy="22680"/>
          </a:xfrm>
        </p:grpSpPr>
        <p:sp>
          <p:nvSpPr>
            <p:cNvPr id="79" name="Freeform 27"/>
            <p:cNvSpPr/>
            <p:nvPr/>
          </p:nvSpPr>
          <p:spPr>
            <a:xfrm>
              <a:off x="900000" y="28054080"/>
              <a:ext cx="19180800" cy="22680"/>
            </a:xfrm>
            <a:custGeom>
              <a:avLst/>
              <a:gdLst>
                <a:gd name="textAreaLeft" fmla="*/ 0 w 19180800"/>
                <a:gd name="textAreaRight" fmla="*/ 19185120 w 19180800"/>
                <a:gd name="textAreaTop" fmla="*/ 0 h 22680"/>
                <a:gd name="textAreaBottom" fmla="*/ 27000 h 226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31"/>
          <p:cNvSpPr/>
          <p:nvPr/>
        </p:nvSpPr>
        <p:spPr>
          <a:xfrm>
            <a:off x="1080000" y="20416680"/>
            <a:ext cx="151844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2"/>
          <p:cNvSpPr/>
          <p:nvPr/>
        </p:nvSpPr>
        <p:spPr>
          <a:xfrm>
            <a:off x="1119240" y="21146400"/>
            <a:ext cx="14965200" cy="55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3"/>
          <p:cNvSpPr/>
          <p:nvPr/>
        </p:nvSpPr>
        <p:spPr>
          <a:xfrm>
            <a:off x="17568720" y="20416680"/>
            <a:ext cx="26917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20"/>
          <p:cNvSpPr/>
          <p:nvPr/>
        </p:nvSpPr>
        <p:spPr>
          <a:xfrm>
            <a:off x="4141080" y="24661080"/>
            <a:ext cx="139413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4" name="Group 1"/>
          <p:cNvGrpSpPr/>
          <p:nvPr/>
        </p:nvGrpSpPr>
        <p:grpSpPr>
          <a:xfrm>
            <a:off x="977040" y="25355160"/>
            <a:ext cx="19180800" cy="22680"/>
            <a:chOff x="977040" y="25355160"/>
            <a:chExt cx="19180800" cy="22680"/>
          </a:xfrm>
        </p:grpSpPr>
        <p:sp>
          <p:nvSpPr>
            <p:cNvPr id="85" name="Freeform 1"/>
            <p:cNvSpPr/>
            <p:nvPr/>
          </p:nvSpPr>
          <p:spPr>
            <a:xfrm>
              <a:off x="977040" y="25355160"/>
              <a:ext cx="19180800" cy="22680"/>
            </a:xfrm>
            <a:custGeom>
              <a:avLst/>
              <a:gdLst>
                <a:gd name="textAreaLeft" fmla="*/ 0 w 19180800"/>
                <a:gd name="textAreaRight" fmla="*/ 19185120 w 19180800"/>
                <a:gd name="textAreaTop" fmla="*/ 0 h 22680"/>
                <a:gd name="textAreaBottom" fmla="*/ 27000 h 226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" name=""/>
          <p:cNvSpPr/>
          <p:nvPr/>
        </p:nvSpPr>
        <p:spPr>
          <a:xfrm>
            <a:off x="1061640" y="22948200"/>
            <a:ext cx="19096200" cy="15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6"/>
          <p:cNvSpPr/>
          <p:nvPr/>
        </p:nvSpPr>
        <p:spPr>
          <a:xfrm>
            <a:off x="993960" y="7638840"/>
            <a:ext cx="19797480" cy="44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195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{{exp_1_role}} {{exp_1_company}}  </a:t>
            </a: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{{exp_1_dates}}</a:t>
            </a: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{{exp_2_role}} {{exp_2_company}}  </a:t>
            </a: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{{exp_2_dates}}</a:t>
            </a: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</a:t>
            </a: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{{exp_2_bullets_block}}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{{exp_3_role}} {{exp_3_company}}  </a:t>
            </a: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{{exp_3_dates}}</a:t>
            </a: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</a:t>
            </a: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{{exp_3_bullets_block}}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2"/>
          <p:cNvSpPr/>
          <p:nvPr/>
        </p:nvSpPr>
        <p:spPr>
          <a:xfrm>
            <a:off x="3600000" y="-180000"/>
            <a:ext cx="1490400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965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9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7"/>
          <p:cNvSpPr/>
          <p:nvPr/>
        </p:nvSpPr>
        <p:spPr>
          <a:xfrm>
            <a:off x="1800000" y="1440000"/>
            <a:ext cx="18180000" cy="166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6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2026-02-27T12:43:36Z</dcterms:modified>
  <cp:revision>13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