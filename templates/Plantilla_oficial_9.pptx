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 Bold"/>
    </p:embeddedFont>
    <p:embeddedFont>
      <p:font typeface="Poppins"/>
      <p:regular r:id="rId5"/>
      <p:bold r:id="rId5"/>
    </p:embeddedFont>
    <p:embeddedFont>
      <p:font typeface="Proxima nova"/>
      <p:regular r:id="rId4"/>
    </p:embeddedFont>
    <p:embeddedFont>
      <p:font typeface="Montserrat"/>
      <p:regular r:id="rId6"/>
      <p:bold r:id="rId6"/>
    </p:embeddedFont>
    <p:embeddedFont>
      <p:font typeface="Microsoft YaHei"/>
      <p:regular r:id="rId7"/>
    </p:embeddedFont>
    <p:embeddedFont>
      <p:font typeface="Poppins Bold"/>
    </p:embeddedFont>
    <p:embeddedFont>
      <p:font typeface="Gare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Gare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0640" cy="56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0640" cy="4109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0640" cy="79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DC6821D-545E-405D-98CA-CF8A7573601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6640" cy="146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E9DA5C-028B-48C2-84D9-8812B42CA1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84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975FB5-9FDD-4A00-88EF-CBDD291835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164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16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4B6CF8B-FE89-4998-9F10-2DB88216C0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84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D9C647-8388-4C85-B9AE-08B60341B94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6640" cy="13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6640" cy="149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62727F-C3F6-4A0B-96E1-524801F7A6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72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72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CA22BF-8701-4A85-9385-7098B2811D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52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520" cy="394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96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960" cy="394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A35D024-8C3E-4420-8D0E-7EE06093ADB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BF2C4F-2481-4773-9687-14D57B8180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CA3924D-A7B3-4C40-BC27-9D74CB21FF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400" cy="115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880" cy="584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400" cy="468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71FF09-F22E-47EE-9B6D-33574938A4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3"/>
          <p:cNvSpPr/>
          <p:nvPr/>
        </p:nvSpPr>
        <p:spPr>
          <a:xfrm>
            <a:off x="8971920" y="3880080"/>
            <a:ext cx="33386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4"/>
          <p:cNvSpPr/>
          <p:nvPr/>
        </p:nvSpPr>
        <p:spPr>
          <a:xfrm>
            <a:off x="3711600" y="17460000"/>
            <a:ext cx="139399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5"/>
          <p:cNvSpPr/>
          <p:nvPr/>
        </p:nvSpPr>
        <p:spPr>
          <a:xfrm>
            <a:off x="3960000" y="27414000"/>
            <a:ext cx="139399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6"/>
          <p:cNvSpPr/>
          <p:nvPr/>
        </p:nvSpPr>
        <p:spPr>
          <a:xfrm>
            <a:off x="3699360" y="21960000"/>
            <a:ext cx="139399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8"/>
          <p:cNvSpPr/>
          <p:nvPr/>
        </p:nvSpPr>
        <p:spPr>
          <a:xfrm>
            <a:off x="986400" y="5169600"/>
            <a:ext cx="191790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9"/>
          <p:cNvSpPr/>
          <p:nvPr/>
        </p:nvSpPr>
        <p:spPr>
          <a:xfrm>
            <a:off x="1093320" y="18785160"/>
            <a:ext cx="149896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1049040" y="28260000"/>
            <a:ext cx="1964700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1"/>
          <p:cNvSpPr/>
          <p:nvPr/>
        </p:nvSpPr>
        <p:spPr>
          <a:xfrm>
            <a:off x="1080000" y="25560000"/>
            <a:ext cx="1936044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2"/>
          <p:cNvSpPr/>
          <p:nvPr/>
        </p:nvSpPr>
        <p:spPr>
          <a:xfrm>
            <a:off x="1132560" y="19514880"/>
            <a:ext cx="1495044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3"/>
          <p:cNvSpPr/>
          <p:nvPr/>
        </p:nvSpPr>
        <p:spPr>
          <a:xfrm>
            <a:off x="15835320" y="18785160"/>
            <a:ext cx="44370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4"/>
          <p:cNvSpPr/>
          <p:nvPr/>
        </p:nvSpPr>
        <p:spPr>
          <a:xfrm>
            <a:off x="7299720" y="7291080"/>
            <a:ext cx="66830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0" name="Group 18"/>
          <p:cNvGrpSpPr/>
          <p:nvPr/>
        </p:nvGrpSpPr>
        <p:grpSpPr>
          <a:xfrm>
            <a:off x="1051920" y="4903200"/>
            <a:ext cx="19179360" cy="21240"/>
            <a:chOff x="1051920" y="4903200"/>
            <a:chExt cx="19179360" cy="21240"/>
          </a:xfrm>
        </p:grpSpPr>
        <p:sp>
          <p:nvSpPr>
            <p:cNvPr id="71" name="Freeform 19"/>
            <p:cNvSpPr/>
            <p:nvPr/>
          </p:nvSpPr>
          <p:spPr>
            <a:xfrm>
              <a:off x="1051920" y="490320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2" name="Group 20"/>
          <p:cNvGrpSpPr/>
          <p:nvPr/>
        </p:nvGrpSpPr>
        <p:grpSpPr>
          <a:xfrm>
            <a:off x="993960" y="7901640"/>
            <a:ext cx="19179360" cy="21240"/>
            <a:chOff x="993960" y="7901640"/>
            <a:chExt cx="19179360" cy="21240"/>
          </a:xfrm>
        </p:grpSpPr>
        <p:sp>
          <p:nvSpPr>
            <p:cNvPr id="73" name="Freeform 21"/>
            <p:cNvSpPr/>
            <p:nvPr/>
          </p:nvSpPr>
          <p:spPr>
            <a:xfrm>
              <a:off x="993960" y="790164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4" name="Group 22"/>
          <p:cNvGrpSpPr/>
          <p:nvPr/>
        </p:nvGrpSpPr>
        <p:grpSpPr>
          <a:xfrm>
            <a:off x="1093320" y="18303480"/>
            <a:ext cx="19179360" cy="21240"/>
            <a:chOff x="1093320" y="18303480"/>
            <a:chExt cx="19179360" cy="21240"/>
          </a:xfrm>
        </p:grpSpPr>
        <p:sp>
          <p:nvSpPr>
            <p:cNvPr id="75" name="Freeform 23"/>
            <p:cNvSpPr/>
            <p:nvPr/>
          </p:nvSpPr>
          <p:spPr>
            <a:xfrm>
              <a:off x="1093320" y="1830348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24"/>
          <p:cNvGrpSpPr/>
          <p:nvPr/>
        </p:nvGrpSpPr>
        <p:grpSpPr>
          <a:xfrm>
            <a:off x="1080000" y="22655160"/>
            <a:ext cx="19179360" cy="21240"/>
            <a:chOff x="1080000" y="22655160"/>
            <a:chExt cx="19179360" cy="21240"/>
          </a:xfrm>
        </p:grpSpPr>
        <p:sp>
          <p:nvSpPr>
            <p:cNvPr id="77" name="Freeform 25"/>
            <p:cNvSpPr/>
            <p:nvPr/>
          </p:nvSpPr>
          <p:spPr>
            <a:xfrm>
              <a:off x="1080000" y="2265516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26"/>
          <p:cNvGrpSpPr/>
          <p:nvPr/>
        </p:nvGrpSpPr>
        <p:grpSpPr>
          <a:xfrm>
            <a:off x="900000" y="28054080"/>
            <a:ext cx="19179360" cy="21240"/>
            <a:chOff x="900000" y="28054080"/>
            <a:chExt cx="19179360" cy="21240"/>
          </a:xfrm>
        </p:grpSpPr>
        <p:sp>
          <p:nvSpPr>
            <p:cNvPr id="79" name="Freeform 27"/>
            <p:cNvSpPr/>
            <p:nvPr/>
          </p:nvSpPr>
          <p:spPr>
            <a:xfrm>
              <a:off x="900000" y="2805408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1"/>
          <p:cNvSpPr/>
          <p:nvPr/>
        </p:nvSpPr>
        <p:spPr>
          <a:xfrm>
            <a:off x="1080000" y="20416680"/>
            <a:ext cx="151830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1119240" y="21146400"/>
            <a:ext cx="149637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3"/>
          <p:cNvSpPr/>
          <p:nvPr/>
        </p:nvSpPr>
        <p:spPr>
          <a:xfrm>
            <a:off x="15359040" y="20416680"/>
            <a:ext cx="48999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0"/>
          <p:cNvSpPr/>
          <p:nvPr/>
        </p:nvSpPr>
        <p:spPr>
          <a:xfrm>
            <a:off x="3536640" y="24583680"/>
            <a:ext cx="139399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1"/>
          <p:cNvGrpSpPr/>
          <p:nvPr/>
        </p:nvGrpSpPr>
        <p:grpSpPr>
          <a:xfrm>
            <a:off x="977040" y="25355160"/>
            <a:ext cx="19179360" cy="21240"/>
            <a:chOff x="977040" y="25355160"/>
            <a:chExt cx="19179360" cy="21240"/>
          </a:xfrm>
        </p:grpSpPr>
        <p:sp>
          <p:nvSpPr>
            <p:cNvPr id="85" name="Freeform 1"/>
            <p:cNvSpPr/>
            <p:nvPr/>
          </p:nvSpPr>
          <p:spPr>
            <a:xfrm>
              <a:off x="977040" y="2535516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"/>
          <p:cNvSpPr/>
          <p:nvPr/>
        </p:nvSpPr>
        <p:spPr>
          <a:xfrm>
            <a:off x="1061640" y="22948200"/>
            <a:ext cx="19094760" cy="15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6"/>
          <p:cNvSpPr/>
          <p:nvPr/>
        </p:nvSpPr>
        <p:spPr>
          <a:xfrm>
            <a:off x="993960" y="7901640"/>
            <a:ext cx="19796040" cy="445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 {{exp_1_company}} 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{{exp_2_role}} {{exp_2_company}} 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{{exp_3_role}} {{exp_3_company}} 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"/>
          <p:cNvSpPr/>
          <p:nvPr/>
        </p:nvSpPr>
        <p:spPr>
          <a:xfrm>
            <a:off x="540000" y="-180000"/>
            <a:ext cx="2033892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7"/>
          <p:cNvSpPr/>
          <p:nvPr/>
        </p:nvSpPr>
        <p:spPr>
          <a:xfrm>
            <a:off x="1800000" y="1440000"/>
            <a:ext cx="181785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2026-03-05T21:59:21Z</dcterms:modified>
  <cp:revision>17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