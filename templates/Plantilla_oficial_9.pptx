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 Bold"/>
    </p:embeddedFont>
    <p:embeddedFont>
      <p:font typeface="Poppins Bold"/>
    </p:embeddedFont>
    <p:embeddedFont>
      <p:font typeface="Microsoft YaHei"/>
      <p:regular r:id="rId5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4F63DD-8A08-4FF0-9B39-7CCCDFC36EF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9038CC-749F-4784-AF09-F58B39CF55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F8FE22-74B8-49BA-9581-6178BFE3FC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4CD8606-70BF-4A95-A6EB-76FA51ABE8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C865CE1-1C35-4FD8-A214-D078F24217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C71EED-638F-456B-83A0-DFD9BAAB4A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08C6E3-831C-4A7E-A98D-A562E6F4AD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0D2D6D-B260-484C-A2FE-B6F289F84B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534F6D-2C26-4136-A44A-D83312FF07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B847AA3-9B6D-43BF-80E6-E1EBDCB3AE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053307-71FB-4737-8751-12CDAB1A79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"/>
          <p:cNvSpPr/>
          <p:nvPr/>
        </p:nvSpPr>
        <p:spPr>
          <a:xfrm>
            <a:off x="3723480" y="901440"/>
            <a:ext cx="1464948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965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9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9050040" y="4960080"/>
            <a:ext cx="33436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4"/>
          <p:cNvSpPr/>
          <p:nvPr/>
        </p:nvSpPr>
        <p:spPr>
          <a:xfrm>
            <a:off x="3645000" y="15809400"/>
            <a:ext cx="1394496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5"/>
          <p:cNvSpPr/>
          <p:nvPr/>
        </p:nvSpPr>
        <p:spPr>
          <a:xfrm>
            <a:off x="3723480" y="25712640"/>
            <a:ext cx="1394496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6"/>
          <p:cNvSpPr/>
          <p:nvPr/>
        </p:nvSpPr>
        <p:spPr>
          <a:xfrm>
            <a:off x="4191120" y="20950920"/>
            <a:ext cx="1394496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 Y 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7"/>
          <p:cNvSpPr/>
          <p:nvPr/>
        </p:nvSpPr>
        <p:spPr>
          <a:xfrm>
            <a:off x="7070040" y="2838240"/>
            <a:ext cx="72525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+{{contact_phone}}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{{contact_email}}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8"/>
          <p:cNvSpPr/>
          <p:nvPr/>
        </p:nvSpPr>
        <p:spPr>
          <a:xfrm>
            <a:off x="1064520" y="6249600"/>
            <a:ext cx="19184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9"/>
          <p:cNvSpPr/>
          <p:nvPr/>
        </p:nvSpPr>
        <p:spPr>
          <a:xfrm>
            <a:off x="1025280" y="17314560"/>
            <a:ext cx="149947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791280" y="27056160"/>
            <a:ext cx="1965204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398600" lvl="2" indent="-466200" defTabSz="914400">
              <a:lnSpc>
                <a:spcPts val="4357"/>
              </a:lnSpc>
              <a:buClr>
                <a:srgbClr val="000000"/>
              </a:buClr>
              <a:buFont typeface="Arial"/>
              <a:buChar char="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8600" lvl="2" indent="-466200" defTabSz="914400">
              <a:lnSpc>
                <a:spcPts val="4357"/>
              </a:lnSpc>
              <a:buClr>
                <a:srgbClr val="000000"/>
              </a:buClr>
              <a:buFont typeface="Arial"/>
              <a:buChar char="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8600" lvl="2" indent="-466200" defTabSz="914400">
              <a:lnSpc>
                <a:spcPts val="4357"/>
              </a:lnSpc>
              <a:buClr>
                <a:srgbClr val="000000"/>
              </a:buClr>
              <a:buFont typeface="Arial"/>
              <a:buChar char="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896040" y="22324320"/>
            <a:ext cx="1965204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398600" lvl="2" indent="-466200" defTabSz="914400">
              <a:lnSpc>
                <a:spcPts val="4357"/>
              </a:lnSpc>
              <a:buClr>
                <a:srgbClr val="000000"/>
              </a:buClr>
              <a:buFont typeface="Arial"/>
              <a:buChar char="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8600" lvl="2" indent="-466200" defTabSz="914400">
              <a:lnSpc>
                <a:spcPts val="4357"/>
              </a:lnSpc>
              <a:buClr>
                <a:srgbClr val="000000"/>
              </a:buClr>
              <a:buFont typeface="Arial"/>
              <a:buChar char="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8600" lvl="2" indent="-466200" defTabSz="914400">
              <a:lnSpc>
                <a:spcPts val="4357"/>
              </a:lnSpc>
              <a:buClr>
                <a:srgbClr val="000000"/>
              </a:buClr>
              <a:buFont typeface="Arial"/>
              <a:buChar char="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8600" lvl="2" indent="-466200" defTabSz="914400">
              <a:lnSpc>
                <a:spcPts val="4357"/>
              </a:lnSpc>
              <a:buClr>
                <a:srgbClr val="000000"/>
              </a:buClr>
              <a:buFont typeface="Arial"/>
              <a:buChar char="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8600" lvl="2" indent="-466200" defTabSz="914400">
              <a:lnSpc>
                <a:spcPts val="4357"/>
              </a:lnSpc>
              <a:buClr>
                <a:srgbClr val="000000"/>
              </a:buClr>
              <a:buFont typeface="Arial"/>
              <a:buChar char="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8600" lvl="2" indent="-466200" defTabSz="914400">
              <a:lnSpc>
                <a:spcPts val="4357"/>
              </a:lnSpc>
              <a:buClr>
                <a:srgbClr val="000000"/>
              </a:buClr>
              <a:buFont typeface="Arial"/>
              <a:buChar char="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2"/>
          <p:cNvSpPr/>
          <p:nvPr/>
        </p:nvSpPr>
        <p:spPr>
          <a:xfrm>
            <a:off x="1064520" y="18044280"/>
            <a:ext cx="149554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3"/>
          <p:cNvSpPr/>
          <p:nvPr/>
        </p:nvSpPr>
        <p:spPr>
          <a:xfrm>
            <a:off x="17612640" y="17314560"/>
            <a:ext cx="25966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7377840" y="8371080"/>
            <a:ext cx="6688080" cy="66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1025280" y="9738720"/>
            <a:ext cx="108547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6"/>
          <p:cNvSpPr/>
          <p:nvPr/>
        </p:nvSpPr>
        <p:spPr>
          <a:xfrm>
            <a:off x="1025280" y="10639800"/>
            <a:ext cx="1930212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398600" lvl="2" indent="-466200" algn="just" defTabSz="914400">
              <a:lnSpc>
                <a:spcPts val="4357"/>
              </a:lnSpc>
              <a:buClr>
                <a:srgbClr val="000000"/>
              </a:buClr>
              <a:buFont typeface="Arial"/>
              <a:buChar char="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8600" lvl="2" indent="-466200" algn="just" defTabSz="914400">
              <a:lnSpc>
                <a:spcPts val="4357"/>
              </a:lnSpc>
              <a:buClr>
                <a:srgbClr val="000000"/>
              </a:buClr>
              <a:buFont typeface="Arial"/>
              <a:buChar char="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8600" lvl="2" indent="-466200" algn="just" defTabSz="914400">
              <a:lnSpc>
                <a:spcPts val="4357"/>
              </a:lnSpc>
              <a:buClr>
                <a:srgbClr val="000000"/>
              </a:buClr>
              <a:buFont typeface="Arial"/>
              <a:buChar char="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7"/>
          <p:cNvSpPr/>
          <p:nvPr/>
        </p:nvSpPr>
        <p:spPr>
          <a:xfrm>
            <a:off x="16023960" y="9716760"/>
            <a:ext cx="4224960" cy="53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r>
              <a:rPr lang="en-US" sz="3000" b="1" u="none" strike="noStrike">
                <a:solidFill>
                  <a:srgbClr val="000000"/>
                </a:solidFill>
                <a:effectLst/>
                <a:uFillTx/>
                <a:latin typeface="Poppins Bold"/>
                <a:ea typeface="Poppins Bold"/>
              </a:rPr>
              <a:t>{{exp_1_dates}}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5" name="Group 18"/>
          <p:cNvGrpSpPr/>
          <p:nvPr/>
        </p:nvGrpSpPr>
        <p:grpSpPr>
          <a:xfrm>
            <a:off x="1130040" y="5983200"/>
            <a:ext cx="19184400" cy="26280"/>
            <a:chOff x="1130040" y="5983200"/>
            <a:chExt cx="19184400" cy="26280"/>
          </a:xfrm>
        </p:grpSpPr>
        <p:sp>
          <p:nvSpPr>
            <p:cNvPr id="76" name="Freeform 19"/>
            <p:cNvSpPr/>
            <p:nvPr/>
          </p:nvSpPr>
          <p:spPr>
            <a:xfrm>
              <a:off x="1130040" y="5983200"/>
              <a:ext cx="19184400" cy="26280"/>
            </a:xfrm>
            <a:custGeom>
              <a:avLst/>
              <a:gdLst>
                <a:gd name="textAreaLeft" fmla="*/ 0 w 19184400"/>
                <a:gd name="textAreaRight" fmla="*/ 19185120 w 19184400"/>
                <a:gd name="textAreaTop" fmla="*/ 0 h 26280"/>
                <a:gd name="textAreaBottom" fmla="*/ 27000 h 262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7" name="Group 20"/>
          <p:cNvGrpSpPr/>
          <p:nvPr/>
        </p:nvGrpSpPr>
        <p:grpSpPr>
          <a:xfrm>
            <a:off x="1064520" y="9337680"/>
            <a:ext cx="19184400" cy="26280"/>
            <a:chOff x="1064520" y="9337680"/>
            <a:chExt cx="19184400" cy="26280"/>
          </a:xfrm>
        </p:grpSpPr>
        <p:sp>
          <p:nvSpPr>
            <p:cNvPr id="78" name="Freeform 21"/>
            <p:cNvSpPr/>
            <p:nvPr/>
          </p:nvSpPr>
          <p:spPr>
            <a:xfrm>
              <a:off x="1064520" y="9337680"/>
              <a:ext cx="19184400" cy="26280"/>
            </a:xfrm>
            <a:custGeom>
              <a:avLst/>
              <a:gdLst>
                <a:gd name="textAreaLeft" fmla="*/ 0 w 19184400"/>
                <a:gd name="textAreaRight" fmla="*/ 19185120 w 19184400"/>
                <a:gd name="textAreaTop" fmla="*/ 0 h 26280"/>
                <a:gd name="textAreaBottom" fmla="*/ 27000 h 262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9" name="Group 22"/>
          <p:cNvGrpSpPr/>
          <p:nvPr/>
        </p:nvGrpSpPr>
        <p:grpSpPr>
          <a:xfrm>
            <a:off x="1025280" y="16832880"/>
            <a:ext cx="19184400" cy="26280"/>
            <a:chOff x="1025280" y="16832880"/>
            <a:chExt cx="19184400" cy="26280"/>
          </a:xfrm>
        </p:grpSpPr>
        <p:sp>
          <p:nvSpPr>
            <p:cNvPr id="80" name="Freeform 23"/>
            <p:cNvSpPr/>
            <p:nvPr/>
          </p:nvSpPr>
          <p:spPr>
            <a:xfrm>
              <a:off x="1025280" y="16832880"/>
              <a:ext cx="19184400" cy="26280"/>
            </a:xfrm>
            <a:custGeom>
              <a:avLst/>
              <a:gdLst>
                <a:gd name="textAreaLeft" fmla="*/ 0 w 19184400"/>
                <a:gd name="textAreaRight" fmla="*/ 19185120 w 19184400"/>
                <a:gd name="textAreaTop" fmla="*/ 0 h 26280"/>
                <a:gd name="textAreaBottom" fmla="*/ 27000 h 262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1" name="Group 24"/>
          <p:cNvGrpSpPr/>
          <p:nvPr/>
        </p:nvGrpSpPr>
        <p:grpSpPr>
          <a:xfrm>
            <a:off x="1025280" y="21926160"/>
            <a:ext cx="19184400" cy="26280"/>
            <a:chOff x="1025280" y="21926160"/>
            <a:chExt cx="19184400" cy="26280"/>
          </a:xfrm>
        </p:grpSpPr>
        <p:sp>
          <p:nvSpPr>
            <p:cNvPr id="82" name="Freeform 25"/>
            <p:cNvSpPr/>
            <p:nvPr/>
          </p:nvSpPr>
          <p:spPr>
            <a:xfrm>
              <a:off x="1025280" y="21926160"/>
              <a:ext cx="19184400" cy="26280"/>
            </a:xfrm>
            <a:custGeom>
              <a:avLst/>
              <a:gdLst>
                <a:gd name="textAreaLeft" fmla="*/ 0 w 19184400"/>
                <a:gd name="textAreaRight" fmla="*/ 19185120 w 19184400"/>
                <a:gd name="textAreaTop" fmla="*/ 0 h 26280"/>
                <a:gd name="textAreaBottom" fmla="*/ 27000 h 262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3" name="Group 26"/>
          <p:cNvGrpSpPr/>
          <p:nvPr/>
        </p:nvGrpSpPr>
        <p:grpSpPr>
          <a:xfrm>
            <a:off x="915480" y="26628120"/>
            <a:ext cx="19184400" cy="26280"/>
            <a:chOff x="915480" y="26628120"/>
            <a:chExt cx="19184400" cy="26280"/>
          </a:xfrm>
        </p:grpSpPr>
        <p:sp>
          <p:nvSpPr>
            <p:cNvPr id="84" name="Freeform 27"/>
            <p:cNvSpPr/>
            <p:nvPr/>
          </p:nvSpPr>
          <p:spPr>
            <a:xfrm>
              <a:off x="915480" y="26628120"/>
              <a:ext cx="19184400" cy="26280"/>
            </a:xfrm>
            <a:custGeom>
              <a:avLst/>
              <a:gdLst>
                <a:gd name="textAreaLeft" fmla="*/ 0 w 19184400"/>
                <a:gd name="textAreaRight" fmla="*/ 19185120 w 19184400"/>
                <a:gd name="textAreaTop" fmla="*/ 0 h 26280"/>
                <a:gd name="textAreaBottom" fmla="*/ 27000 h 262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28"/>
          <p:cNvSpPr/>
          <p:nvPr/>
        </p:nvSpPr>
        <p:spPr>
          <a:xfrm>
            <a:off x="1116360" y="12882600"/>
            <a:ext cx="116636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{{exp_2_role}}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9"/>
          <p:cNvSpPr/>
          <p:nvPr/>
        </p:nvSpPr>
        <p:spPr>
          <a:xfrm>
            <a:off x="1116360" y="13783680"/>
            <a:ext cx="1930212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398600" lvl="2" indent="-466200" algn="just" defTabSz="914400">
              <a:lnSpc>
                <a:spcPts val="4357"/>
              </a:lnSpc>
              <a:buClr>
                <a:srgbClr val="000000"/>
              </a:buClr>
              <a:buFont typeface="Arial"/>
              <a:buChar char="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8600" lvl="2" indent="-466200" algn="just" defTabSz="914400">
              <a:lnSpc>
                <a:spcPts val="4357"/>
              </a:lnSpc>
              <a:buClr>
                <a:srgbClr val="000000"/>
              </a:buClr>
              <a:buFont typeface="Arial"/>
              <a:buChar char="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98600" lvl="2" indent="-466200" algn="just" defTabSz="914400">
              <a:lnSpc>
                <a:spcPts val="4357"/>
              </a:lnSpc>
              <a:buClr>
                <a:srgbClr val="000000"/>
              </a:buClr>
              <a:buFont typeface="Arial"/>
              <a:buChar char="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0"/>
          <p:cNvSpPr/>
          <p:nvPr/>
        </p:nvSpPr>
        <p:spPr>
          <a:xfrm>
            <a:off x="16115040" y="12860640"/>
            <a:ext cx="4224960" cy="53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r>
              <a:rPr lang="en-US" sz="3000" b="1" u="none" strike="noStrike">
                <a:solidFill>
                  <a:srgbClr val="000000"/>
                </a:solidFill>
                <a:effectLst/>
                <a:uFillTx/>
                <a:latin typeface="Poppins Bold"/>
                <a:ea typeface="Poppins Bold"/>
              </a:rPr>
              <a:t>{{exp_2_dates}}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31"/>
          <p:cNvSpPr/>
          <p:nvPr/>
        </p:nvSpPr>
        <p:spPr>
          <a:xfrm>
            <a:off x="1011960" y="18946080"/>
            <a:ext cx="15188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2"/>
          <p:cNvSpPr/>
          <p:nvPr/>
        </p:nvSpPr>
        <p:spPr>
          <a:xfrm>
            <a:off x="1051200" y="19675800"/>
            <a:ext cx="149688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33"/>
          <p:cNvSpPr/>
          <p:nvPr/>
        </p:nvSpPr>
        <p:spPr>
          <a:xfrm>
            <a:off x="17500680" y="18946080"/>
            <a:ext cx="26953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2026-01-08T01:36:34Z</dcterms:modified>
  <cp:revision>3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