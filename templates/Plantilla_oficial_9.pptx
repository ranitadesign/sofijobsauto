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Proxima Nova Bold"/>
    </p:embeddedFont>
    <p:embeddedFont>
      <p:font typeface="Proxima Nova"/>
      <p:regular r:id="rId5"/>
      <p:bold r:id="rId5"/>
    </p:embeddedFont>
    <p:embeddedFont>
      <p:font typeface="Microsoft YaHei"/>
      <p:regular r:id="rId6"/>
    </p:embeddedFont>
    <p:embeddedFont>
      <p:font typeface="Montserrat"/>
      <p:regular r:id="rId7"/>
      <p:bold r:id="rId7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Proxima_Nova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Montserra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3440" cy="452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3440" cy="452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CE4582-76BF-4109-B602-DB7D0534DC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5240" cy="63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5240" cy="394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6680" cy="63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6680" cy="394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6E57A2-9E7F-4396-B4A8-094D9C74CF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328279-670A-493A-ACA8-B4378A71DD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9D3E67-214A-4586-A64E-FB620A2284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3120" cy="11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6600" cy="584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3120" cy="468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CDBA7A-8D50-4CFC-9B03-C1C6DCC05C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1360" cy="5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1360" cy="410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136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513F85-60DB-4364-83F8-278B407671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7360" cy="14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952B8E-3DBB-4FE4-8098-B60CC5B3FD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4560" cy="452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C26CF5-14B3-43F7-BD3E-72E384000E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2360" cy="584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4880" cy="584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CC123D-640E-4FA6-9C2D-5912A477FC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4560" cy="452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337D3B-3FC3-44B6-AF87-644B868102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7360" cy="13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7360" cy="14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7BE552-22C2-4D1D-8FAD-B2394FB7F6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3"/>
          <p:cNvSpPr/>
          <p:nvPr/>
        </p:nvSpPr>
        <p:spPr>
          <a:xfrm>
            <a:off x="8971920" y="3880080"/>
            <a:ext cx="333936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PERFIL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4"/>
          <p:cNvSpPr/>
          <p:nvPr/>
        </p:nvSpPr>
        <p:spPr>
          <a:xfrm>
            <a:off x="3711600" y="17460000"/>
            <a:ext cx="1394064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EDUCACIÓN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5"/>
          <p:cNvSpPr/>
          <p:nvPr/>
        </p:nvSpPr>
        <p:spPr>
          <a:xfrm>
            <a:off x="3960000" y="27414000"/>
            <a:ext cx="1394064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INFORMACIÓN ADICIONAL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3699360" y="21960000"/>
            <a:ext cx="1394064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CERTIFICACIONES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8"/>
          <p:cNvSpPr/>
          <p:nvPr/>
        </p:nvSpPr>
        <p:spPr>
          <a:xfrm>
            <a:off x="986400" y="5169600"/>
            <a:ext cx="191797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{{about}}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9"/>
          <p:cNvSpPr/>
          <p:nvPr/>
        </p:nvSpPr>
        <p:spPr>
          <a:xfrm>
            <a:off x="1093320" y="18785160"/>
            <a:ext cx="149904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{{edu_1_school}}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1049040" y="28260000"/>
            <a:ext cx="1964772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1"/>
          <p:cNvSpPr/>
          <p:nvPr/>
        </p:nvSpPr>
        <p:spPr>
          <a:xfrm>
            <a:off x="1080000" y="25560000"/>
            <a:ext cx="1936116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1132560" y="19514880"/>
            <a:ext cx="149511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3"/>
          <p:cNvSpPr/>
          <p:nvPr/>
        </p:nvSpPr>
        <p:spPr>
          <a:xfrm>
            <a:off x="17680680" y="18785160"/>
            <a:ext cx="259236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4"/>
          <p:cNvSpPr/>
          <p:nvPr/>
        </p:nvSpPr>
        <p:spPr>
          <a:xfrm>
            <a:off x="7299720" y="7291080"/>
            <a:ext cx="668376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EXPERIENCIA LABORAL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roup 18"/>
          <p:cNvGrpSpPr/>
          <p:nvPr/>
        </p:nvGrpSpPr>
        <p:grpSpPr>
          <a:xfrm>
            <a:off x="1051920" y="4903200"/>
            <a:ext cx="19180080" cy="21960"/>
            <a:chOff x="1051920" y="4903200"/>
            <a:chExt cx="19180080" cy="21960"/>
          </a:xfrm>
        </p:grpSpPr>
        <p:sp>
          <p:nvSpPr>
            <p:cNvPr id="71" name="Freeform 19"/>
            <p:cNvSpPr/>
            <p:nvPr/>
          </p:nvSpPr>
          <p:spPr>
            <a:xfrm>
              <a:off x="1051920" y="4903200"/>
              <a:ext cx="19180080" cy="21960"/>
            </a:xfrm>
            <a:custGeom>
              <a:avLst/>
              <a:gdLst>
                <a:gd name="textAreaLeft" fmla="*/ 0 w 19180080"/>
                <a:gd name="textAreaRight" fmla="*/ 19185120 w 19180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" name="Group 20"/>
          <p:cNvGrpSpPr/>
          <p:nvPr/>
        </p:nvGrpSpPr>
        <p:grpSpPr>
          <a:xfrm>
            <a:off x="993960" y="7901640"/>
            <a:ext cx="19180080" cy="21960"/>
            <a:chOff x="993960" y="7901640"/>
            <a:chExt cx="19180080" cy="21960"/>
          </a:xfrm>
        </p:grpSpPr>
        <p:sp>
          <p:nvSpPr>
            <p:cNvPr id="73" name="Freeform 21"/>
            <p:cNvSpPr/>
            <p:nvPr/>
          </p:nvSpPr>
          <p:spPr>
            <a:xfrm>
              <a:off x="993960" y="7901640"/>
              <a:ext cx="19180080" cy="21960"/>
            </a:xfrm>
            <a:custGeom>
              <a:avLst/>
              <a:gdLst>
                <a:gd name="textAreaLeft" fmla="*/ 0 w 19180080"/>
                <a:gd name="textAreaRight" fmla="*/ 19185120 w 19180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Group 22"/>
          <p:cNvGrpSpPr/>
          <p:nvPr/>
        </p:nvGrpSpPr>
        <p:grpSpPr>
          <a:xfrm>
            <a:off x="1093320" y="18303480"/>
            <a:ext cx="19180080" cy="21960"/>
            <a:chOff x="1093320" y="18303480"/>
            <a:chExt cx="19180080" cy="21960"/>
          </a:xfrm>
        </p:grpSpPr>
        <p:sp>
          <p:nvSpPr>
            <p:cNvPr id="75" name="Freeform 23"/>
            <p:cNvSpPr/>
            <p:nvPr/>
          </p:nvSpPr>
          <p:spPr>
            <a:xfrm>
              <a:off x="1093320" y="18303480"/>
              <a:ext cx="19180080" cy="21960"/>
            </a:xfrm>
            <a:custGeom>
              <a:avLst/>
              <a:gdLst>
                <a:gd name="textAreaLeft" fmla="*/ 0 w 19180080"/>
                <a:gd name="textAreaRight" fmla="*/ 19185120 w 19180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24"/>
          <p:cNvGrpSpPr/>
          <p:nvPr/>
        </p:nvGrpSpPr>
        <p:grpSpPr>
          <a:xfrm>
            <a:off x="1080000" y="22655160"/>
            <a:ext cx="19180080" cy="21960"/>
            <a:chOff x="1080000" y="22655160"/>
            <a:chExt cx="19180080" cy="21960"/>
          </a:xfrm>
        </p:grpSpPr>
        <p:sp>
          <p:nvSpPr>
            <p:cNvPr id="77" name="Freeform 25"/>
            <p:cNvSpPr/>
            <p:nvPr/>
          </p:nvSpPr>
          <p:spPr>
            <a:xfrm>
              <a:off x="1080000" y="22655160"/>
              <a:ext cx="19180080" cy="21960"/>
            </a:xfrm>
            <a:custGeom>
              <a:avLst/>
              <a:gdLst>
                <a:gd name="textAreaLeft" fmla="*/ 0 w 19180080"/>
                <a:gd name="textAreaRight" fmla="*/ 19185120 w 19180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26"/>
          <p:cNvGrpSpPr/>
          <p:nvPr/>
        </p:nvGrpSpPr>
        <p:grpSpPr>
          <a:xfrm>
            <a:off x="900000" y="28054080"/>
            <a:ext cx="19180080" cy="21960"/>
            <a:chOff x="900000" y="28054080"/>
            <a:chExt cx="19180080" cy="21960"/>
          </a:xfrm>
        </p:grpSpPr>
        <p:sp>
          <p:nvSpPr>
            <p:cNvPr id="79" name="Freeform 27"/>
            <p:cNvSpPr/>
            <p:nvPr/>
          </p:nvSpPr>
          <p:spPr>
            <a:xfrm>
              <a:off x="900000" y="28054080"/>
              <a:ext cx="19180080" cy="21960"/>
            </a:xfrm>
            <a:custGeom>
              <a:avLst/>
              <a:gdLst>
                <a:gd name="textAreaLeft" fmla="*/ 0 w 19180080"/>
                <a:gd name="textAreaRight" fmla="*/ 19185120 w 19180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31"/>
          <p:cNvSpPr/>
          <p:nvPr/>
        </p:nvSpPr>
        <p:spPr>
          <a:xfrm>
            <a:off x="1080000" y="20416680"/>
            <a:ext cx="151837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{{edu_2_school}}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2"/>
          <p:cNvSpPr/>
          <p:nvPr/>
        </p:nvSpPr>
        <p:spPr>
          <a:xfrm>
            <a:off x="1119240" y="21146400"/>
            <a:ext cx="1496448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3"/>
          <p:cNvSpPr/>
          <p:nvPr/>
        </p:nvSpPr>
        <p:spPr>
          <a:xfrm>
            <a:off x="17568720" y="20416680"/>
            <a:ext cx="2691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0"/>
          <p:cNvSpPr/>
          <p:nvPr/>
        </p:nvSpPr>
        <p:spPr>
          <a:xfrm>
            <a:off x="3536640" y="24583680"/>
            <a:ext cx="1394064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COMPETENCIAS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1"/>
          <p:cNvGrpSpPr/>
          <p:nvPr/>
        </p:nvGrpSpPr>
        <p:grpSpPr>
          <a:xfrm>
            <a:off x="977040" y="25355160"/>
            <a:ext cx="19180080" cy="21960"/>
            <a:chOff x="977040" y="25355160"/>
            <a:chExt cx="19180080" cy="21960"/>
          </a:xfrm>
        </p:grpSpPr>
        <p:sp>
          <p:nvSpPr>
            <p:cNvPr id="85" name="Freeform 1"/>
            <p:cNvSpPr/>
            <p:nvPr/>
          </p:nvSpPr>
          <p:spPr>
            <a:xfrm>
              <a:off x="977040" y="25355160"/>
              <a:ext cx="19180080" cy="21960"/>
            </a:xfrm>
            <a:custGeom>
              <a:avLst/>
              <a:gdLst>
                <a:gd name="textAreaLeft" fmla="*/ 0 w 19180080"/>
                <a:gd name="textAreaRight" fmla="*/ 19185120 w 19180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"/>
          <p:cNvSpPr/>
          <p:nvPr/>
        </p:nvSpPr>
        <p:spPr>
          <a:xfrm>
            <a:off x="1061640" y="22948200"/>
            <a:ext cx="19095480" cy="15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993960" y="7638840"/>
            <a:ext cx="19796760" cy="44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195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{{exp_1_role}} {{exp_1_company}} 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{{exp_1_dates}}</a:t>
            </a: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{{exp_2_role}} {{exp_2_company}} 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{{exp_2_dates}}</a:t>
            </a: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{{exp_3_role}} {{exp_3_company}} 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{{exp_3_dates}}</a:t>
            </a: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540000" y="-180000"/>
            <a:ext cx="20339640" cy="17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504"/>
              </a:lnSpc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{{name}}</a:t>
            </a:r>
            <a:endParaRPr lang="es-A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1800000" y="1440000"/>
            <a:ext cx="1817928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{{title}}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{{contact_phone}} | {{contact_email}} | {{contact_location}}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DAG9kRgokg4</dc:identifier>
  <dc:language>es-AR</dc:language>
  <cp:lastModifiedBy/>
  <dcterms:modified xsi:type="dcterms:W3CDTF">2026-03-02T19:00:25Z</dcterms:modified>
  <cp:revision>15</cp:revision>
  <dc:subject/>
  <dc:title>Plantilla_oficial_9.pptx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