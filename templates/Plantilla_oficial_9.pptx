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Proxima Nova"/>
      <p:regular r:id="rId5"/>
      <p:bold r:id="rId5"/>
    </p:embeddedFont>
    <p:embeddedFont>
      <p:font typeface="Proxima Nova Bold"/>
    </p:embeddedFont>
    <p:embeddedFont>
      <p:font typeface="Microsoft YaHei"/>
      <p:regular r:id="rId6"/>
    </p:embeddedFont>
    <p:embeddedFont>
      <p:font typeface="Poppins Bold"/>
    </p:embeddedFont>
    <p:embeddedFont>
      <p:font typeface="Montserra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Proxima_Nova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765F55-43AA-46F1-B8DC-6E48A5A1B28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3480" cy="115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6960" cy="584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3480" cy="468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249C72-23CF-4626-B3BE-42F625732B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1720" cy="56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1720" cy="4110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1720" cy="80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DDCDD5-BA4F-41EC-8C8E-9B1EBC6941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7720" cy="146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BB7648-1F8E-439E-AB93-9316F85929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920" cy="45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59BF5E-2BCA-4D83-89F6-EDAC8AB417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272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524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D973B4-3053-4DD8-800C-39A5DBF629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920" cy="45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B010F57-706F-47F2-830A-68E937C919B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7720" cy="13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7720" cy="149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2AFB1C-0EFB-4B47-B959-267AC2090E6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3800" cy="45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3800" cy="45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298959-4D61-4532-80FC-25DC7F5387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5600" cy="63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5600" cy="39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7040" cy="63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7040" cy="39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F3F449-8780-4266-A8FB-3FB166B4943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33E3DF-FBD1-4A69-853F-B71BB8C353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3880080"/>
            <a:ext cx="33397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4"/>
          <p:cNvSpPr/>
          <p:nvPr/>
        </p:nvSpPr>
        <p:spPr>
          <a:xfrm>
            <a:off x="3713040" y="17460000"/>
            <a:ext cx="139410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5"/>
          <p:cNvSpPr/>
          <p:nvPr/>
        </p:nvSpPr>
        <p:spPr>
          <a:xfrm>
            <a:off x="3600000" y="27360000"/>
            <a:ext cx="139410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6"/>
          <p:cNvSpPr/>
          <p:nvPr/>
        </p:nvSpPr>
        <p:spPr>
          <a:xfrm>
            <a:off x="4244040" y="21961080"/>
            <a:ext cx="139410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8"/>
          <p:cNvSpPr/>
          <p:nvPr/>
        </p:nvSpPr>
        <p:spPr>
          <a:xfrm>
            <a:off x="986400" y="5169600"/>
            <a:ext cx="191800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9"/>
          <p:cNvSpPr/>
          <p:nvPr/>
        </p:nvSpPr>
        <p:spPr>
          <a:xfrm>
            <a:off x="1093320" y="18785160"/>
            <a:ext cx="149907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1049040" y="28260000"/>
            <a:ext cx="1964808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1"/>
          <p:cNvSpPr/>
          <p:nvPr/>
        </p:nvSpPr>
        <p:spPr>
          <a:xfrm>
            <a:off x="1080000" y="25560000"/>
            <a:ext cx="193615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2"/>
          <p:cNvSpPr/>
          <p:nvPr/>
        </p:nvSpPr>
        <p:spPr>
          <a:xfrm>
            <a:off x="1132560" y="19514880"/>
            <a:ext cx="1495152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3"/>
          <p:cNvSpPr/>
          <p:nvPr/>
        </p:nvSpPr>
        <p:spPr>
          <a:xfrm>
            <a:off x="17680680" y="18785160"/>
            <a:ext cx="259272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4"/>
          <p:cNvSpPr/>
          <p:nvPr/>
        </p:nvSpPr>
        <p:spPr>
          <a:xfrm>
            <a:off x="7299720" y="7291080"/>
            <a:ext cx="66841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0" name="Group 18"/>
          <p:cNvGrpSpPr/>
          <p:nvPr/>
        </p:nvGrpSpPr>
        <p:grpSpPr>
          <a:xfrm>
            <a:off x="1051920" y="4903200"/>
            <a:ext cx="19180440" cy="22320"/>
            <a:chOff x="1051920" y="4903200"/>
            <a:chExt cx="19180440" cy="22320"/>
          </a:xfrm>
        </p:grpSpPr>
        <p:sp>
          <p:nvSpPr>
            <p:cNvPr id="71" name="Freeform 19"/>
            <p:cNvSpPr/>
            <p:nvPr/>
          </p:nvSpPr>
          <p:spPr>
            <a:xfrm>
              <a:off x="1051920" y="490320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2" name="Group 20"/>
          <p:cNvGrpSpPr/>
          <p:nvPr/>
        </p:nvGrpSpPr>
        <p:grpSpPr>
          <a:xfrm>
            <a:off x="993960" y="7901640"/>
            <a:ext cx="19180440" cy="22320"/>
            <a:chOff x="993960" y="7901640"/>
            <a:chExt cx="19180440" cy="22320"/>
          </a:xfrm>
        </p:grpSpPr>
        <p:sp>
          <p:nvSpPr>
            <p:cNvPr id="73" name="Freeform 21"/>
            <p:cNvSpPr/>
            <p:nvPr/>
          </p:nvSpPr>
          <p:spPr>
            <a:xfrm>
              <a:off x="993960" y="790164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4" name="Group 22"/>
          <p:cNvGrpSpPr/>
          <p:nvPr/>
        </p:nvGrpSpPr>
        <p:grpSpPr>
          <a:xfrm>
            <a:off x="1093320" y="18303480"/>
            <a:ext cx="19180440" cy="22320"/>
            <a:chOff x="1093320" y="18303480"/>
            <a:chExt cx="19180440" cy="22320"/>
          </a:xfrm>
        </p:grpSpPr>
        <p:sp>
          <p:nvSpPr>
            <p:cNvPr id="75" name="Freeform 23"/>
            <p:cNvSpPr/>
            <p:nvPr/>
          </p:nvSpPr>
          <p:spPr>
            <a:xfrm>
              <a:off x="1093320" y="1830348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24"/>
          <p:cNvGrpSpPr/>
          <p:nvPr/>
        </p:nvGrpSpPr>
        <p:grpSpPr>
          <a:xfrm>
            <a:off x="1080000" y="22655160"/>
            <a:ext cx="19180440" cy="22320"/>
            <a:chOff x="1080000" y="22655160"/>
            <a:chExt cx="19180440" cy="22320"/>
          </a:xfrm>
        </p:grpSpPr>
        <p:sp>
          <p:nvSpPr>
            <p:cNvPr id="77" name="Freeform 25"/>
            <p:cNvSpPr/>
            <p:nvPr/>
          </p:nvSpPr>
          <p:spPr>
            <a:xfrm>
              <a:off x="1080000" y="2265516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6"/>
          <p:cNvGrpSpPr/>
          <p:nvPr/>
        </p:nvGrpSpPr>
        <p:grpSpPr>
          <a:xfrm>
            <a:off x="900000" y="28054080"/>
            <a:ext cx="19180440" cy="22320"/>
            <a:chOff x="900000" y="28054080"/>
            <a:chExt cx="19180440" cy="22320"/>
          </a:xfrm>
        </p:grpSpPr>
        <p:sp>
          <p:nvSpPr>
            <p:cNvPr id="79" name="Freeform 27"/>
            <p:cNvSpPr/>
            <p:nvPr/>
          </p:nvSpPr>
          <p:spPr>
            <a:xfrm>
              <a:off x="900000" y="2805408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1"/>
          <p:cNvSpPr/>
          <p:nvPr/>
        </p:nvSpPr>
        <p:spPr>
          <a:xfrm>
            <a:off x="1080000" y="20416680"/>
            <a:ext cx="151840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1119240" y="21146400"/>
            <a:ext cx="1496484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3"/>
          <p:cNvSpPr/>
          <p:nvPr/>
        </p:nvSpPr>
        <p:spPr>
          <a:xfrm>
            <a:off x="17568720" y="20416680"/>
            <a:ext cx="269136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0"/>
          <p:cNvSpPr/>
          <p:nvPr/>
        </p:nvSpPr>
        <p:spPr>
          <a:xfrm>
            <a:off x="4141080" y="24661080"/>
            <a:ext cx="139410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1"/>
          <p:cNvGrpSpPr/>
          <p:nvPr/>
        </p:nvGrpSpPr>
        <p:grpSpPr>
          <a:xfrm>
            <a:off x="977040" y="25355160"/>
            <a:ext cx="19180440" cy="22320"/>
            <a:chOff x="977040" y="25355160"/>
            <a:chExt cx="19180440" cy="22320"/>
          </a:xfrm>
        </p:grpSpPr>
        <p:sp>
          <p:nvSpPr>
            <p:cNvPr id="85" name="Freeform 1"/>
            <p:cNvSpPr/>
            <p:nvPr/>
          </p:nvSpPr>
          <p:spPr>
            <a:xfrm>
              <a:off x="977040" y="2535516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"/>
          <p:cNvSpPr/>
          <p:nvPr/>
        </p:nvSpPr>
        <p:spPr>
          <a:xfrm>
            <a:off x="1061640" y="22948200"/>
            <a:ext cx="19095840" cy="15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6"/>
          <p:cNvSpPr/>
          <p:nvPr/>
        </p:nvSpPr>
        <p:spPr>
          <a:xfrm>
            <a:off x="993960" y="7638840"/>
            <a:ext cx="19797120" cy="44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 {{exp_1_company}} 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{{exp_2_role}} {{exp_2_company}} 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{{exp_3_role}} {{exp_3_company}}  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"/>
          <p:cNvSpPr/>
          <p:nvPr/>
        </p:nvSpPr>
        <p:spPr>
          <a:xfrm>
            <a:off x="540000" y="-180000"/>
            <a:ext cx="2034000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7"/>
          <p:cNvSpPr/>
          <p:nvPr/>
        </p:nvSpPr>
        <p:spPr>
          <a:xfrm>
            <a:off x="1800000" y="1440000"/>
            <a:ext cx="18179640" cy="16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2026-03-01T23:02:31Z</dcterms:modified>
  <cp:revision>14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