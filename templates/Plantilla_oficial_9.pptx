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 Bold"/>
    </p:embeddedFont>
    <p:embeddedFont>
      <p:font typeface="Proxima Nova"/>
      <p:regular r:id="rId5"/>
      <p:bold r:id="rId5"/>
    </p:embeddedFont>
    <p:embeddedFont>
      <p:font typeface="Proxima nova"/>
      <p:regular r:id="rId5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Montserrat"/>
      <p:regular r:id="rId8"/>
      <p:bold r:id="rId8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Proxima_Nova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B9F8B6-AD15-43EB-8068-A720654968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A17285-952E-4C46-BAA7-C109F740FD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72DA2C-9DA1-4CBF-AA0F-CE59D1DED7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7800B8-3A30-449B-9358-E5AA41352E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3D4A5E-48BC-4709-930D-7F1B6E9BB7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49032C-511B-448F-B5EA-B7EEAC857A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78BBAF-5E73-4FC8-9DC4-1F18E4403F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794949-36B7-44BB-8291-25FC016D40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6EF831-8A24-41A2-9952-C2EED50784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F479A9-4882-4154-8DDE-078612AFC8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933F0E-E9B0-43E5-A49B-5B8788E7C1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9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3711600" y="17460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3960000" y="27414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3699360" y="21960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5169600"/>
            <a:ext cx="19179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9"/>
          <p:cNvSpPr/>
          <p:nvPr/>
        </p:nvSpPr>
        <p:spPr>
          <a:xfrm>
            <a:off x="1093320" y="18785160"/>
            <a:ext cx="14990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1049040" y="28260000"/>
            <a:ext cx="19647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1080000" y="25560000"/>
            <a:ext cx="193608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1132560" y="19514880"/>
            <a:ext cx="149508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15835320" y="18785160"/>
            <a:ext cx="4437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4"/>
          <p:cNvSpPr/>
          <p:nvPr/>
        </p:nvSpPr>
        <p:spPr>
          <a:xfrm>
            <a:off x="7299720" y="7291080"/>
            <a:ext cx="6683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051920" y="4903200"/>
            <a:ext cx="19179720" cy="21600"/>
            <a:chOff x="1051920" y="4903200"/>
            <a:chExt cx="19179720" cy="21600"/>
          </a:xfrm>
        </p:grpSpPr>
        <p:sp>
          <p:nvSpPr>
            <p:cNvPr id="71" name="Freeform 19"/>
            <p:cNvSpPr/>
            <p:nvPr/>
          </p:nvSpPr>
          <p:spPr>
            <a:xfrm>
              <a:off x="1051920" y="490320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" name="Group 20"/>
          <p:cNvGrpSpPr/>
          <p:nvPr/>
        </p:nvGrpSpPr>
        <p:grpSpPr>
          <a:xfrm>
            <a:off x="993960" y="7901640"/>
            <a:ext cx="19179720" cy="21600"/>
            <a:chOff x="993960" y="7901640"/>
            <a:chExt cx="19179720" cy="21600"/>
          </a:xfrm>
        </p:grpSpPr>
        <p:sp>
          <p:nvSpPr>
            <p:cNvPr id="73" name="Freeform 21"/>
            <p:cNvSpPr/>
            <p:nvPr/>
          </p:nvSpPr>
          <p:spPr>
            <a:xfrm>
              <a:off x="993960" y="790164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22"/>
          <p:cNvGrpSpPr/>
          <p:nvPr/>
        </p:nvGrpSpPr>
        <p:grpSpPr>
          <a:xfrm>
            <a:off x="1093320" y="18303480"/>
            <a:ext cx="19179720" cy="21600"/>
            <a:chOff x="1093320" y="18303480"/>
            <a:chExt cx="19179720" cy="21600"/>
          </a:xfrm>
        </p:grpSpPr>
        <p:sp>
          <p:nvSpPr>
            <p:cNvPr id="75" name="Freeform 23"/>
            <p:cNvSpPr/>
            <p:nvPr/>
          </p:nvSpPr>
          <p:spPr>
            <a:xfrm>
              <a:off x="1093320" y="183034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655160"/>
            <a:ext cx="19179720" cy="21600"/>
            <a:chOff x="1080000" y="22655160"/>
            <a:chExt cx="19179720" cy="21600"/>
          </a:xfrm>
        </p:grpSpPr>
        <p:sp>
          <p:nvSpPr>
            <p:cNvPr id="77" name="Freeform 25"/>
            <p:cNvSpPr/>
            <p:nvPr/>
          </p:nvSpPr>
          <p:spPr>
            <a:xfrm>
              <a:off x="1080000" y="2265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8054080"/>
            <a:ext cx="19179720" cy="21600"/>
            <a:chOff x="900000" y="28054080"/>
            <a:chExt cx="19179720" cy="21600"/>
          </a:xfrm>
        </p:grpSpPr>
        <p:sp>
          <p:nvSpPr>
            <p:cNvPr id="79" name="Freeform 27"/>
            <p:cNvSpPr/>
            <p:nvPr/>
          </p:nvSpPr>
          <p:spPr>
            <a:xfrm>
              <a:off x="900000" y="280540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416680"/>
            <a:ext cx="15183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21146400"/>
            <a:ext cx="149641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359040" y="20416680"/>
            <a:ext cx="4900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536640" y="2458368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977040" y="25355160"/>
            <a:ext cx="19179720" cy="21600"/>
            <a:chOff x="977040" y="25355160"/>
            <a:chExt cx="19179720" cy="21600"/>
          </a:xfrm>
        </p:grpSpPr>
        <p:sp>
          <p:nvSpPr>
            <p:cNvPr id="85" name="Freeform 1"/>
            <p:cNvSpPr/>
            <p:nvPr/>
          </p:nvSpPr>
          <p:spPr>
            <a:xfrm>
              <a:off x="977040" y="2535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1061640" y="22948200"/>
            <a:ext cx="19095120" cy="15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6"/>
          <p:cNvSpPr/>
          <p:nvPr/>
        </p:nvSpPr>
        <p:spPr>
          <a:xfrm>
            <a:off x="993960" y="7638840"/>
            <a:ext cx="19796400" cy="44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 {{exp_3_company}}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540000" y="-180000"/>
            <a:ext cx="203392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800000" y="1440000"/>
            <a:ext cx="18178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2026-03-05T15:31:06Z</dcterms:modified>
  <cp:revision>16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