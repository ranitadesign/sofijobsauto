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TT Drugs"/>
      <p:regular r:id="rId4"/>
      <p:bold r:id="rId4"/>
    </p:embeddedFont>
    <p:embeddedFont>
      <p:font typeface="Poppins"/>
      <p:regular r:id="rId5"/>
      <p:bold r:id="rId5"/>
    </p:embeddedFont>
    <p:embeddedFont>
      <p:font typeface="TT Drugs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TT_Drugs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D6DCDF-DEFA-43C1-AA32-E7D85117F5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4E586D-7003-4805-A18C-5D0861EAA3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CF49C9-694C-4908-A870-66CEF0DF81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3F8AEC-71C7-4F11-A8F0-978F86C7EA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C0F2EF-4FD0-471F-B1C3-EFD6308DCD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F40B87-FDC3-4F70-9929-05CFE2BF9A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2CFA65-112C-4090-A58E-552F21CD7A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4EEFAF-1FFA-4842-B5DD-E772E6D992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703811-73AB-486D-BBE7-37FD72E13A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279034-D257-4218-AA47-A049263984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181B8E-41E2-4601-A69F-2AA105DD26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90640" cy="2275056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4480" cy="5134320"/>
          </a:xfrm>
          <a:custGeom>
            <a:avLst/>
            <a:gdLst>
              <a:gd name="textAreaLeft" fmla="*/ 0 w 18024480"/>
              <a:gd name="textAreaRight" fmla="*/ 18036360 w 18024480"/>
              <a:gd name="textAreaTop" fmla="*/ 0 h 5134320"/>
              <a:gd name="textAreaBottom" fmla="*/ 5146560 h 513432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3760" cy="6323760"/>
          </a:xfrm>
          <a:custGeom>
            <a:avLst/>
            <a:gdLst>
              <a:gd name="textAreaLeft" fmla="*/ 0 w 6323760"/>
              <a:gd name="textAreaRight" fmla="*/ 6336000 w 6323760"/>
              <a:gd name="textAreaTop" fmla="*/ 0 h 6323760"/>
              <a:gd name="textAreaBottom" fmla="*/ 6336000 h 632376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72360" y="12676680"/>
            <a:ext cx="6833520" cy="59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9"/>
          <p:cNvGrpSpPr/>
          <p:nvPr/>
        </p:nvGrpSpPr>
        <p:grpSpPr>
          <a:xfrm>
            <a:off x="8717760" y="13903200"/>
            <a:ext cx="11991600" cy="14760"/>
            <a:chOff x="8717760" y="13903200"/>
            <a:chExt cx="11991600" cy="14760"/>
          </a:xfrm>
        </p:grpSpPr>
        <p:sp>
          <p:nvSpPr>
            <p:cNvPr id="64" name="Freeform 10"/>
            <p:cNvSpPr/>
            <p:nvPr/>
          </p:nvSpPr>
          <p:spPr>
            <a:xfrm>
              <a:off x="8717760" y="13903200"/>
              <a:ext cx="11991600" cy="14760"/>
            </a:xfrm>
            <a:custGeom>
              <a:avLst/>
              <a:gdLst>
                <a:gd name="textAreaLeft" fmla="*/ 0 w 11991600"/>
                <a:gd name="textAreaRight" fmla="*/ 12003840 w 11991600"/>
                <a:gd name="textAreaTop" fmla="*/ 0 h 14760"/>
                <a:gd name="textAreaBottom" fmla="*/ 27000 h 1476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9"/>
          <p:cNvSpPr/>
          <p:nvPr/>
        </p:nvSpPr>
        <p:spPr>
          <a:xfrm>
            <a:off x="7920000" y="2306880"/>
            <a:ext cx="1368324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30"/>
          <p:cNvGrpSpPr/>
          <p:nvPr/>
        </p:nvGrpSpPr>
        <p:grpSpPr>
          <a:xfrm>
            <a:off x="8722080" y="8510760"/>
            <a:ext cx="11991600" cy="13680"/>
            <a:chOff x="8722080" y="8510760"/>
            <a:chExt cx="11991600" cy="13680"/>
          </a:xfrm>
        </p:grpSpPr>
        <p:sp>
          <p:nvSpPr>
            <p:cNvPr id="67" name="Freeform 31"/>
            <p:cNvSpPr/>
            <p:nvPr/>
          </p:nvSpPr>
          <p:spPr>
            <a:xfrm>
              <a:off x="8722080" y="8510760"/>
              <a:ext cx="11991600" cy="13680"/>
            </a:xfrm>
            <a:custGeom>
              <a:avLst/>
              <a:gdLst>
                <a:gd name="textAreaLeft" fmla="*/ 0 w 11991600"/>
                <a:gd name="textAreaRight" fmla="*/ 12003840 w 11991600"/>
                <a:gd name="textAreaTop" fmla="*/ 0 h 13680"/>
                <a:gd name="textAreaBottom" fmla="*/ 23040 h 1368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2"/>
          <p:cNvSpPr/>
          <p:nvPr/>
        </p:nvSpPr>
        <p:spPr>
          <a:xfrm>
            <a:off x="8717760" y="8525520"/>
            <a:ext cx="119916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3"/>
          <p:cNvSpPr/>
          <p:nvPr/>
        </p:nvSpPr>
        <p:spPr>
          <a:xfrm>
            <a:off x="8701560" y="7535520"/>
            <a:ext cx="120078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8717760" y="12954960"/>
            <a:ext cx="67791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5"/>
          <p:cNvSpPr/>
          <p:nvPr/>
        </p:nvSpPr>
        <p:spPr>
          <a:xfrm>
            <a:off x="8792280" y="14220000"/>
            <a:ext cx="12018960" cy="41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969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51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6"/>
          <p:cNvSpPr/>
          <p:nvPr/>
        </p:nvSpPr>
        <p:spPr>
          <a:xfrm>
            <a:off x="8820000" y="14760000"/>
            <a:ext cx="11991600" cy="191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9"/>
          <p:cNvSpPr/>
          <p:nvPr/>
        </p:nvSpPr>
        <p:spPr>
          <a:xfrm>
            <a:off x="835560" y="900000"/>
            <a:ext cx="34347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360" y="7024320"/>
            <a:ext cx="8090640" cy="2275056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800000" y="1178280"/>
            <a:ext cx="413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900000" y="6660360"/>
            <a:ext cx="6329880" cy="38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2026-02-13T13:26:57Z</dcterms:modified>
  <cp:revision>35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