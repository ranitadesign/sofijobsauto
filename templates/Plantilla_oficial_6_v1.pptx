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TT Drugs"/>
      <p:regular r:id="rId6"/>
      <p:bold r:id="rId6"/>
    </p:embeddedFont>
    <p:embeddedFont>
      <p:font typeface="Lato"/>
    </p:embeddedFont>
    <p:embeddedFont>
      <p:font typeface="TT Drugs Bold"/>
    </p:embeddedFont>
    <p:embeddedFont>
      <p:font typeface="Microsoft YaHei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TT_Drugs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577595-B4BC-407E-81D7-3503FA9466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A40BC5-7D62-4523-A7EA-909B9B2256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20E8C0-4C43-4670-B53E-B548970136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402ACF-5416-4582-A7FB-DE7E035086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A57E40-C02D-4240-B4E5-FC499D81C6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C18431-E20F-419B-B563-BFFEBEC24B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5E16DF-C55A-48AF-8240-93CC3E1A36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ECC461-BC56-4791-B850-3BF3B24926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B215FF-4116-4E54-B13F-FE3BEC307B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4C9600-82ED-4A83-B82E-9D431288D6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C7A16F-C30E-44ED-9C77-F4E06E5BC3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image" Target="../media/image5.png"/><Relationship Id="rId12" Type="http://schemas.openxmlformats.org/officeDocument/2006/relationships/image" Target="../media/image6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95680" cy="2275560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9520" cy="5139360"/>
          </a:xfrm>
          <a:custGeom>
            <a:avLst/>
            <a:gdLst>
              <a:gd name="textAreaLeft" fmla="*/ 0 w 18029520"/>
              <a:gd name="textAreaRight" fmla="*/ 18036360 w 18029520"/>
              <a:gd name="textAreaTop" fmla="*/ 0 h 5139360"/>
              <a:gd name="textAreaBottom" fmla="*/ 5146560 h 513936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8800" cy="6328800"/>
          </a:xfrm>
          <a:custGeom>
            <a:avLst/>
            <a:gdLst>
              <a:gd name="textAreaLeft" fmla="*/ 0 w 6328800"/>
              <a:gd name="textAreaRight" fmla="*/ 6336000 w 6328800"/>
              <a:gd name="textAreaTop" fmla="*/ 0 h 6328800"/>
              <a:gd name="textAreaBottom" fmla="*/ 6336000 h 632880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5"/>
          <p:cNvGrpSpPr/>
          <p:nvPr/>
        </p:nvGrpSpPr>
        <p:grpSpPr>
          <a:xfrm>
            <a:off x="977040" y="13468680"/>
            <a:ext cx="6435000" cy="28800"/>
            <a:chOff x="977040" y="13468680"/>
            <a:chExt cx="6435000" cy="28800"/>
          </a:xfrm>
        </p:grpSpPr>
        <p:sp>
          <p:nvSpPr>
            <p:cNvPr id="63" name="Freeform 6"/>
            <p:cNvSpPr/>
            <p:nvPr/>
          </p:nvSpPr>
          <p:spPr>
            <a:xfrm>
              <a:off x="977040" y="1346868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7"/>
          <p:cNvSpPr/>
          <p:nvPr/>
        </p:nvSpPr>
        <p:spPr>
          <a:xfrm>
            <a:off x="1080000" y="13680000"/>
            <a:ext cx="647424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972360" y="12676680"/>
            <a:ext cx="6838560" cy="60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9"/>
          <p:cNvGrpSpPr/>
          <p:nvPr/>
        </p:nvGrpSpPr>
        <p:grpSpPr>
          <a:xfrm>
            <a:off x="8717760" y="13903200"/>
            <a:ext cx="11996640" cy="19800"/>
            <a:chOff x="8717760" y="13903200"/>
            <a:chExt cx="11996640" cy="19800"/>
          </a:xfrm>
        </p:grpSpPr>
        <p:sp>
          <p:nvSpPr>
            <p:cNvPr id="67" name="Freeform 10"/>
            <p:cNvSpPr/>
            <p:nvPr/>
          </p:nvSpPr>
          <p:spPr>
            <a:xfrm>
              <a:off x="8717760" y="13903200"/>
              <a:ext cx="11996640" cy="19800"/>
            </a:xfrm>
            <a:custGeom>
              <a:avLst/>
              <a:gdLst>
                <a:gd name="textAreaLeft" fmla="*/ 0 w 11996640"/>
                <a:gd name="textAreaRight" fmla="*/ 12003840 w 1199664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11"/>
          <p:cNvGrpSpPr/>
          <p:nvPr/>
        </p:nvGrpSpPr>
        <p:grpSpPr>
          <a:xfrm>
            <a:off x="1065960" y="17699400"/>
            <a:ext cx="6435000" cy="28800"/>
            <a:chOff x="1065960" y="17699400"/>
            <a:chExt cx="6435000" cy="28800"/>
          </a:xfrm>
        </p:grpSpPr>
        <p:sp>
          <p:nvSpPr>
            <p:cNvPr id="69" name="Freeform 12"/>
            <p:cNvSpPr/>
            <p:nvPr/>
          </p:nvSpPr>
          <p:spPr>
            <a:xfrm>
              <a:off x="1065960" y="1769940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3"/>
          <p:cNvSpPr/>
          <p:nvPr/>
        </p:nvSpPr>
        <p:spPr>
          <a:xfrm>
            <a:off x="1063800" y="17043120"/>
            <a:ext cx="356868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080000" y="17884800"/>
            <a:ext cx="647424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15"/>
          <p:cNvGrpSpPr/>
          <p:nvPr/>
        </p:nvGrpSpPr>
        <p:grpSpPr>
          <a:xfrm>
            <a:off x="977040" y="22056480"/>
            <a:ext cx="6435000" cy="28800"/>
            <a:chOff x="977040" y="22056480"/>
            <a:chExt cx="6435000" cy="28800"/>
          </a:xfrm>
        </p:grpSpPr>
        <p:sp>
          <p:nvSpPr>
            <p:cNvPr id="73" name="Freeform 16"/>
            <p:cNvSpPr/>
            <p:nvPr/>
          </p:nvSpPr>
          <p:spPr>
            <a:xfrm>
              <a:off x="977040" y="2205648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17"/>
          <p:cNvSpPr/>
          <p:nvPr/>
        </p:nvSpPr>
        <p:spPr>
          <a:xfrm>
            <a:off x="972360" y="21435840"/>
            <a:ext cx="438444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080000" y="22254480"/>
            <a:ext cx="643500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906920" y="11112840"/>
            <a:ext cx="5606640" cy="4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906920" y="10251360"/>
            <a:ext cx="546696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906920" y="9404280"/>
            <a:ext cx="3595680" cy="4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Freeform 22"/>
          <p:cNvSpPr/>
          <p:nvPr/>
        </p:nvSpPr>
        <p:spPr>
          <a:xfrm>
            <a:off x="1087920" y="11072880"/>
            <a:ext cx="514800" cy="572760"/>
          </a:xfrm>
          <a:custGeom>
            <a:avLst/>
            <a:gdLst>
              <a:gd name="textAreaLeft" fmla="*/ 0 w 514800"/>
              <a:gd name="textAreaRight" fmla="*/ 522000 w 514800"/>
              <a:gd name="textAreaTop" fmla="*/ 0 h 572760"/>
              <a:gd name="textAreaBottom" fmla="*/ 579960 h 57276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Freeform 23"/>
          <p:cNvSpPr/>
          <p:nvPr/>
        </p:nvSpPr>
        <p:spPr>
          <a:xfrm>
            <a:off x="1063800" y="9378720"/>
            <a:ext cx="544320" cy="543960"/>
          </a:xfrm>
          <a:custGeom>
            <a:avLst/>
            <a:gdLst>
              <a:gd name="textAreaLeft" fmla="*/ 0 w 544320"/>
              <a:gd name="textAreaRight" fmla="*/ 551520 w 544320"/>
              <a:gd name="textAreaTop" fmla="*/ 0 h 543960"/>
              <a:gd name="textAreaBottom" fmla="*/ 551160 h 54396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Freeform 24"/>
          <p:cNvSpPr/>
          <p:nvPr/>
        </p:nvSpPr>
        <p:spPr>
          <a:xfrm>
            <a:off x="1061280" y="10223280"/>
            <a:ext cx="549000" cy="549000"/>
          </a:xfrm>
          <a:custGeom>
            <a:avLst/>
            <a:gdLst>
              <a:gd name="textAreaLeft" fmla="*/ 0 w 549000"/>
              <a:gd name="textAreaRight" fmla="*/ 556200 w 549000"/>
              <a:gd name="textAreaTop" fmla="*/ 0 h 549000"/>
              <a:gd name="textAreaBottom" fmla="*/ 556200 h 54900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5"/>
          <p:cNvGrpSpPr/>
          <p:nvPr/>
        </p:nvGrpSpPr>
        <p:grpSpPr>
          <a:xfrm>
            <a:off x="993240" y="8998560"/>
            <a:ext cx="6507720" cy="28800"/>
            <a:chOff x="993240" y="8998560"/>
            <a:chExt cx="6507720" cy="28800"/>
          </a:xfrm>
        </p:grpSpPr>
        <p:sp>
          <p:nvSpPr>
            <p:cNvPr id="83" name="Freeform 26"/>
            <p:cNvSpPr/>
            <p:nvPr/>
          </p:nvSpPr>
          <p:spPr>
            <a:xfrm>
              <a:off x="993240" y="8998560"/>
              <a:ext cx="6507720" cy="28800"/>
            </a:xfrm>
            <a:custGeom>
              <a:avLst/>
              <a:gdLst>
                <a:gd name="textAreaLeft" fmla="*/ 0 w 6507720"/>
                <a:gd name="textAreaRight" fmla="*/ 6514920 w 650772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7"/>
          <p:cNvSpPr/>
          <p:nvPr/>
        </p:nvSpPr>
        <p:spPr>
          <a:xfrm>
            <a:off x="972360" y="8023320"/>
            <a:ext cx="4977720" cy="80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1" u="none" strike="noStrike">
                <a:solidFill>
                  <a:srgbClr val="543f3f"/>
                </a:solidFill>
                <a:effectLst/>
                <a:uFillTx/>
                <a:latin typeface="TT Drugs Bold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8"/>
          <p:cNvSpPr/>
          <p:nvPr/>
        </p:nvSpPr>
        <p:spPr>
          <a:xfrm>
            <a:off x="8039880" y="3702240"/>
            <a:ext cx="1301436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r>
              <a:rPr lang="en-US" sz="4520" b="0" u="none" spc="227" strike="noStrike">
                <a:solidFill>
                  <a:srgbClr val="543f3f"/>
                </a:solidFill>
                <a:effectLst/>
                <a:uFillTx/>
                <a:latin typeface="Lato"/>
                <a:ea typeface="TT Drugs Bold"/>
              </a:rPr>
              <a:t>{{title}}</a:t>
            </a:r>
            <a:endParaRPr lang="es-AR" sz="4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7920000" y="2306880"/>
            <a:ext cx="13688280" cy="9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30"/>
          <p:cNvGrpSpPr/>
          <p:nvPr/>
        </p:nvGrpSpPr>
        <p:grpSpPr>
          <a:xfrm>
            <a:off x="8722080" y="8998560"/>
            <a:ext cx="11996640" cy="28800"/>
            <a:chOff x="8722080" y="8998560"/>
            <a:chExt cx="11996640" cy="28800"/>
          </a:xfrm>
        </p:grpSpPr>
        <p:sp>
          <p:nvSpPr>
            <p:cNvPr id="88" name="Freeform 31"/>
            <p:cNvSpPr/>
            <p:nvPr/>
          </p:nvSpPr>
          <p:spPr>
            <a:xfrm>
              <a:off x="8722080" y="8998560"/>
              <a:ext cx="11996640" cy="28800"/>
            </a:xfrm>
            <a:custGeom>
              <a:avLst/>
              <a:gdLst>
                <a:gd name="textAreaLeft" fmla="*/ 0 w 11996640"/>
                <a:gd name="textAreaRight" fmla="*/ 12003840 w 1199664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32"/>
          <p:cNvSpPr/>
          <p:nvPr/>
        </p:nvSpPr>
        <p:spPr>
          <a:xfrm>
            <a:off x="8717760" y="9174600"/>
            <a:ext cx="119966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3"/>
          <p:cNvSpPr/>
          <p:nvPr/>
        </p:nvSpPr>
        <p:spPr>
          <a:xfrm>
            <a:off x="8701560" y="8023320"/>
            <a:ext cx="120128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4"/>
          <p:cNvSpPr/>
          <p:nvPr/>
        </p:nvSpPr>
        <p:spPr>
          <a:xfrm>
            <a:off x="8717760" y="12954960"/>
            <a:ext cx="67842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5"/>
          <p:cNvSpPr/>
          <p:nvPr/>
        </p:nvSpPr>
        <p:spPr>
          <a:xfrm>
            <a:off x="8792280" y="14220000"/>
            <a:ext cx="12024000" cy="41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969"/>
              </a:lnSpc>
            </a:pPr>
            <a:r>
              <a:rPr lang="en-US" sz="2800" b="1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800" b="0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800" b="0" u="none" spc="130" strike="noStrike">
                <a:solidFill>
                  <a:srgbClr val="474747"/>
                </a:solidFill>
                <a:effectLst/>
                <a:uFillTx/>
                <a:latin typeface="Lato"/>
                <a:ea typeface="Poppins"/>
              </a:rPr>
              <a:t>{{exp_1_company}} ({{exp_1_dates}})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51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6"/>
          <p:cNvSpPr/>
          <p:nvPr/>
        </p:nvSpPr>
        <p:spPr>
          <a:xfrm>
            <a:off x="8820000" y="14760000"/>
            <a:ext cx="11996640" cy="19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Group 41"/>
          <p:cNvGrpSpPr/>
          <p:nvPr/>
        </p:nvGrpSpPr>
        <p:grpSpPr>
          <a:xfrm>
            <a:off x="8722080" y="26792280"/>
            <a:ext cx="11996640" cy="28800"/>
            <a:chOff x="8722080" y="26792280"/>
            <a:chExt cx="11996640" cy="28800"/>
          </a:xfrm>
        </p:grpSpPr>
        <p:sp>
          <p:nvSpPr>
            <p:cNvPr id="95" name="Freeform 42"/>
            <p:cNvSpPr/>
            <p:nvPr/>
          </p:nvSpPr>
          <p:spPr>
            <a:xfrm>
              <a:off x="8722080" y="26792280"/>
              <a:ext cx="11996640" cy="28800"/>
            </a:xfrm>
            <a:custGeom>
              <a:avLst/>
              <a:gdLst>
                <a:gd name="textAreaLeft" fmla="*/ 0 w 11996640"/>
                <a:gd name="textAreaRight" fmla="*/ 12003840 w 1199664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TextBox 43"/>
          <p:cNvSpPr/>
          <p:nvPr/>
        </p:nvSpPr>
        <p:spPr>
          <a:xfrm>
            <a:off x="8717760" y="25844040"/>
            <a:ext cx="67842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Cursos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4"/>
          <p:cNvSpPr/>
          <p:nvPr/>
        </p:nvSpPr>
        <p:spPr>
          <a:xfrm>
            <a:off x="8731080" y="26857440"/>
            <a:ext cx="11996640" cy="245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45"/>
          <p:cNvGrpSpPr/>
          <p:nvPr/>
        </p:nvGrpSpPr>
        <p:grpSpPr>
          <a:xfrm>
            <a:off x="901440" y="27378360"/>
            <a:ext cx="6435000" cy="28800"/>
            <a:chOff x="901440" y="27378360"/>
            <a:chExt cx="6435000" cy="28800"/>
          </a:xfrm>
        </p:grpSpPr>
        <p:sp>
          <p:nvSpPr>
            <p:cNvPr id="99" name="Freeform 46"/>
            <p:cNvSpPr/>
            <p:nvPr/>
          </p:nvSpPr>
          <p:spPr>
            <a:xfrm>
              <a:off x="901440" y="2737836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TextBox 47"/>
          <p:cNvSpPr/>
          <p:nvPr/>
        </p:nvSpPr>
        <p:spPr>
          <a:xfrm>
            <a:off x="897120" y="26655120"/>
            <a:ext cx="521028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1" u="none" spc="422" strike="noStrike">
                <a:solidFill>
                  <a:srgbClr val="543f3f"/>
                </a:solidFill>
                <a:effectLst/>
                <a:uFillTx/>
                <a:latin typeface="TT Drugs Bold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8"/>
          <p:cNvSpPr/>
          <p:nvPr/>
        </p:nvSpPr>
        <p:spPr>
          <a:xfrm>
            <a:off x="897120" y="27399960"/>
            <a:ext cx="6435000" cy="129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4813"/>
              </a:lnSpc>
              <a:buClr>
                <a:srgbClr val="543f3f"/>
              </a:buClr>
              <a:buFont typeface="Arial"/>
              <a:buChar char="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4813"/>
              </a:lnSpc>
              <a:buClr>
                <a:srgbClr val="543f3f"/>
              </a:buClr>
              <a:buFont typeface="Arial"/>
              <a:buChar char="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9"/>
          <p:cNvSpPr/>
          <p:nvPr/>
        </p:nvSpPr>
        <p:spPr>
          <a:xfrm>
            <a:off x="835560" y="900000"/>
            <a:ext cx="3439800" cy="64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60" y="7024320"/>
            <a:ext cx="8095680" cy="2275560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Group 1"/>
          <p:cNvGrpSpPr/>
          <p:nvPr/>
        </p:nvGrpSpPr>
        <p:grpSpPr>
          <a:xfrm>
            <a:off x="977400" y="13469040"/>
            <a:ext cx="6435000" cy="28800"/>
            <a:chOff x="977400" y="13469040"/>
            <a:chExt cx="6435000" cy="28800"/>
          </a:xfrm>
        </p:grpSpPr>
        <p:sp>
          <p:nvSpPr>
            <p:cNvPr id="105" name="Freeform 1"/>
            <p:cNvSpPr/>
            <p:nvPr/>
          </p:nvSpPr>
          <p:spPr>
            <a:xfrm>
              <a:off x="977400" y="1346904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" name="TextBox 1"/>
          <p:cNvSpPr/>
          <p:nvPr/>
        </p:nvSpPr>
        <p:spPr>
          <a:xfrm>
            <a:off x="1080360" y="13680360"/>
            <a:ext cx="647424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972720" y="12677040"/>
            <a:ext cx="6838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8" name="Group 2"/>
          <p:cNvGrpSpPr/>
          <p:nvPr/>
        </p:nvGrpSpPr>
        <p:grpSpPr>
          <a:xfrm>
            <a:off x="1066320" y="17699760"/>
            <a:ext cx="6435000" cy="28800"/>
            <a:chOff x="1066320" y="17699760"/>
            <a:chExt cx="6435000" cy="28800"/>
          </a:xfrm>
        </p:grpSpPr>
        <p:sp>
          <p:nvSpPr>
            <p:cNvPr id="109" name="Freeform 2"/>
            <p:cNvSpPr/>
            <p:nvPr/>
          </p:nvSpPr>
          <p:spPr>
            <a:xfrm>
              <a:off x="1066320" y="1769976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TextBox 3"/>
          <p:cNvSpPr/>
          <p:nvPr/>
        </p:nvSpPr>
        <p:spPr>
          <a:xfrm>
            <a:off x="1064160" y="17043480"/>
            <a:ext cx="54147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1080360" y="17885160"/>
            <a:ext cx="647424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Group 3"/>
          <p:cNvGrpSpPr/>
          <p:nvPr/>
        </p:nvGrpSpPr>
        <p:grpSpPr>
          <a:xfrm>
            <a:off x="977400" y="22056840"/>
            <a:ext cx="6435000" cy="28800"/>
            <a:chOff x="977400" y="22056840"/>
            <a:chExt cx="6435000" cy="28800"/>
          </a:xfrm>
        </p:grpSpPr>
        <p:sp>
          <p:nvSpPr>
            <p:cNvPr id="113" name="Freeform 5"/>
            <p:cNvSpPr/>
            <p:nvPr/>
          </p:nvSpPr>
          <p:spPr>
            <a:xfrm>
              <a:off x="977400" y="2205684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" name="TextBox 5"/>
          <p:cNvSpPr/>
          <p:nvPr/>
        </p:nvSpPr>
        <p:spPr>
          <a:xfrm>
            <a:off x="972720" y="21436200"/>
            <a:ext cx="60462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1080360" y="22254840"/>
            <a:ext cx="643500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1907280" y="11113200"/>
            <a:ext cx="560664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0"/>
          <p:cNvSpPr/>
          <p:nvPr/>
        </p:nvSpPr>
        <p:spPr>
          <a:xfrm>
            <a:off x="1907280" y="10251720"/>
            <a:ext cx="546696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1"/>
          <p:cNvSpPr/>
          <p:nvPr/>
        </p:nvSpPr>
        <p:spPr>
          <a:xfrm>
            <a:off x="1907280" y="9404640"/>
            <a:ext cx="359568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Freeform 7"/>
          <p:cNvSpPr/>
          <p:nvPr/>
        </p:nvSpPr>
        <p:spPr>
          <a:xfrm>
            <a:off x="1088280" y="11073240"/>
            <a:ext cx="514800" cy="572760"/>
          </a:xfrm>
          <a:custGeom>
            <a:avLst/>
            <a:gdLst>
              <a:gd name="textAreaLeft" fmla="*/ 0 w 514800"/>
              <a:gd name="textAreaRight" fmla="*/ 522000 w 514800"/>
              <a:gd name="textAreaTop" fmla="*/ 0 h 572760"/>
              <a:gd name="textAreaBottom" fmla="*/ 579960 h 57276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Freeform 8"/>
          <p:cNvSpPr/>
          <p:nvPr/>
        </p:nvSpPr>
        <p:spPr>
          <a:xfrm>
            <a:off x="1064160" y="9379080"/>
            <a:ext cx="544320" cy="543960"/>
          </a:xfrm>
          <a:custGeom>
            <a:avLst/>
            <a:gdLst>
              <a:gd name="textAreaLeft" fmla="*/ 0 w 544320"/>
              <a:gd name="textAreaRight" fmla="*/ 551520 w 544320"/>
              <a:gd name="textAreaTop" fmla="*/ 0 h 543960"/>
              <a:gd name="textAreaBottom" fmla="*/ 551160 h 54396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Freeform 9"/>
          <p:cNvSpPr/>
          <p:nvPr/>
        </p:nvSpPr>
        <p:spPr>
          <a:xfrm>
            <a:off x="1061640" y="10223640"/>
            <a:ext cx="549000" cy="549000"/>
          </a:xfrm>
          <a:custGeom>
            <a:avLst/>
            <a:gdLst>
              <a:gd name="textAreaLeft" fmla="*/ 0 w 549000"/>
              <a:gd name="textAreaRight" fmla="*/ 556200 w 549000"/>
              <a:gd name="textAreaTop" fmla="*/ 0 h 549000"/>
              <a:gd name="textAreaBottom" fmla="*/ 556200 h 54900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" name="Group 4"/>
          <p:cNvGrpSpPr/>
          <p:nvPr/>
        </p:nvGrpSpPr>
        <p:grpSpPr>
          <a:xfrm>
            <a:off x="993600" y="8998920"/>
            <a:ext cx="6507720" cy="28800"/>
            <a:chOff x="993600" y="8998920"/>
            <a:chExt cx="6507720" cy="28800"/>
          </a:xfrm>
        </p:grpSpPr>
        <p:sp>
          <p:nvSpPr>
            <p:cNvPr id="123" name="Freeform 11"/>
            <p:cNvSpPr/>
            <p:nvPr/>
          </p:nvSpPr>
          <p:spPr>
            <a:xfrm>
              <a:off x="993600" y="8998920"/>
              <a:ext cx="6507720" cy="28800"/>
            </a:xfrm>
            <a:custGeom>
              <a:avLst/>
              <a:gdLst>
                <a:gd name="textAreaLeft" fmla="*/ 0 w 6507720"/>
                <a:gd name="textAreaRight" fmla="*/ 6514920 w 650772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TextBox 12"/>
          <p:cNvSpPr/>
          <p:nvPr/>
        </p:nvSpPr>
        <p:spPr>
          <a:xfrm>
            <a:off x="972720" y="8023680"/>
            <a:ext cx="497772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Group 6"/>
          <p:cNvGrpSpPr/>
          <p:nvPr/>
        </p:nvGrpSpPr>
        <p:grpSpPr>
          <a:xfrm>
            <a:off x="901800" y="27378720"/>
            <a:ext cx="6435000" cy="28800"/>
            <a:chOff x="901800" y="27378720"/>
            <a:chExt cx="6435000" cy="28800"/>
          </a:xfrm>
        </p:grpSpPr>
        <p:sp>
          <p:nvSpPr>
            <p:cNvPr id="126" name="Freeform 13"/>
            <p:cNvSpPr/>
            <p:nvPr/>
          </p:nvSpPr>
          <p:spPr>
            <a:xfrm>
              <a:off x="901800" y="27378720"/>
              <a:ext cx="6435000" cy="28800"/>
            </a:xfrm>
            <a:custGeom>
              <a:avLst/>
              <a:gdLst>
                <a:gd name="textAreaLeft" fmla="*/ 0 w 6435000"/>
                <a:gd name="textAreaRight" fmla="*/ 6442200 w 6435000"/>
                <a:gd name="textAreaTop" fmla="*/ 0 h 28800"/>
                <a:gd name="textAreaBottom" fmla="*/ 36000 h 2880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TextBox 15"/>
          <p:cNvSpPr/>
          <p:nvPr/>
        </p:nvSpPr>
        <p:spPr>
          <a:xfrm>
            <a:off x="897480" y="26655480"/>
            <a:ext cx="52102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16"/>
          <p:cNvSpPr/>
          <p:nvPr/>
        </p:nvSpPr>
        <p:spPr>
          <a:xfrm>
            <a:off x="1119960" y="27412560"/>
            <a:ext cx="643500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800000" y="117828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2026-01-14T14:57:17Z</dcterms:modified>
  <cp:revision>21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