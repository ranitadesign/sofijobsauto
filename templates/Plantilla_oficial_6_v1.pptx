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custom.xml" ContentType="application/vnd.openxmlformats-officedocument.custom-propertie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theme/theme1.xml" ContentType="application/vnd.openxmlformats-officedocument.theme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presProps.xml" ContentType="application/vnd.openxmlformats-officedocument.presentationml.presProps+xml"/>
  <Override PartName="/ppt/media/image2.svg" ContentType="image/svg"/>
  <Override PartName="/ppt/slides/slide1.xml" ContentType="application/vnd.openxmlformats-officedocument.presentationml.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embedTrueTypeFonts="1">
  <p:sldMasterIdLst>
    <p:sldMasterId id="2147483648" r:id="rId2"/>
  </p:sldMasterIdLst>
  <p:sldIdLst>
    <p:sldId id="256" r:id="rId3"/>
  </p:sldIdLst>
  <p:sldSz cx="21374100" cy="30276800"/>
  <p:notesSz cx="7559675" cy="10691813"/>
  <p:embeddedFontLst>
    <p:embeddedFont>
      <p:font typeface="Garet"/>
      <p:regular r:id="rId4"/>
      <p:bold r:id="rId4"/>
    </p:embeddedFont>
    <p:embeddedFont>
      <p:font typeface="TT Drugs"/>
      <p:regular r:id="rId5"/>
      <p:bold r:id="rId5"/>
    </p:embeddedFont>
    <p:embeddedFont>
      <p:font typeface="Poppins"/>
      <p:regular r:id="rId6"/>
      <p:bold r:id="rId6"/>
    </p:embeddedFont>
    <p:embeddedFont>
      <p:font typeface="TT Drugs Bold"/>
    </p:embeddedFont>
    <p:embeddedFont>
      <p:font typeface="Microsoft YaHei"/>
      <p:regular r:id="rId7"/>
    </p:embeddedFont>
    <p:embeddedFont>
      <p:font typeface="Montserrat Bold"/>
    </p:embeddedFont>
    <p:embeddedFont>
      <p:font typeface="Montserrat"/>
      <p:regular r:id="rId8"/>
      <p:bold r:id="rId8"/>
    </p:embeddedFont>
    <p:embeddedFont>
      <p:font typeface="Garet Italics"/>
    </p:embeddedFont>
  </p:embeddedFontLst>
</p:presentation>
</file>

<file path=ppt/presProps.xml><?xml version="1.0" encoding="utf-8"?>
<p:presentationPr xmlns:a="http://schemas.openxmlformats.org/drawingml/2006/main" xmlns:p="http://schemas.openxmlformats.org/presentationml/2006/main" xmlns:r="http://schemas.openxmlformats.org/officeDocument/2006/relationships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" Target="slides/slide1.xml"/><Relationship Id="rId4" Type="http://schemas.openxmlformats.org/officeDocument/2006/relationships/font" Target="fonts/Font_1_Garet_Regular.fntdata"/><Relationship Id="rId5" Type="http://schemas.openxmlformats.org/officeDocument/2006/relationships/font" Target="fonts/Font_2_TT_Drugs_Regular.fntdata"/><Relationship Id="rId6" Type="http://schemas.openxmlformats.org/officeDocument/2006/relationships/font" Target="fonts/Font_3_Poppins_Regular.fntdata"/><Relationship Id="rId7" Type="http://schemas.openxmlformats.org/officeDocument/2006/relationships/font" Target="fonts/Font_4_Microsoft_YaHei_Regular.fntdata"/><Relationship Id="rId8" Type="http://schemas.openxmlformats.org/officeDocument/2006/relationships/font" Target="fonts/Font_5_Montserrat_Regular.fntdata"/><Relationship Id="rId9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dt" idx="1"/>
          </p:nvPr>
        </p:nvSpPr>
        <p:spPr>
          <a:xfrm>
            <a:off x="457200" y="6356520"/>
            <a:ext cx="2121120" cy="3524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tabLst>
                <a:tab algn="l" pos="0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&lt;fecha/hora&gt;</a:t>
            </a:r>
            <a:endParaRPr lang="es-A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"/>
          </p:nvPr>
        </p:nvSpPr>
        <p:spPr>
          <a:xfrm>
            <a:off x="3124080" y="6356520"/>
            <a:ext cx="2882880" cy="3524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lang="es-A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lang="es-A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&lt;pie de página&gt;</a:t>
            </a:r>
            <a:endParaRPr lang="es-AR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>
          <a:xfrm>
            <a:off x="6553080" y="6356520"/>
            <a:ext cx="2121120" cy="3524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98DDA35D-EA48-4C8C-91E8-3116E86C486B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&lt;número&gt;</a:t>
            </a:fld>
            <a:endParaRPr lang="es-A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ontent with Caption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laceHolder 1"/>
          <p:cNvSpPr>
            <a:spLocks noGrp="1"/>
          </p:cNvSpPr>
          <p:nvPr>
            <p:ph type="title"/>
          </p:nvPr>
        </p:nvSpPr>
        <p:spPr>
          <a:xfrm>
            <a:off x="457200" y="272880"/>
            <a:ext cx="2995560" cy="11494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20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s-AR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" name="PlaceHolder 2"/>
          <p:cNvSpPr>
            <a:spLocks noGrp="1"/>
          </p:cNvSpPr>
          <p:nvPr>
            <p:ph type="body"/>
          </p:nvPr>
        </p:nvSpPr>
        <p:spPr>
          <a:xfrm>
            <a:off x="3575160" y="272880"/>
            <a:ext cx="5099040" cy="5840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9144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s-AR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743040" lvl="1" indent="-285840" defTabSz="9144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s-AR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143000" lvl="2" indent="-228600" defTabSz="9144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s-AR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600200" lvl="3" indent="-228600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s-AR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057400" lvl="4" indent="-228600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s-AR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" name="PlaceHolder 3"/>
          <p:cNvSpPr>
            <a:spLocks noGrp="1"/>
          </p:cNvSpPr>
          <p:nvPr>
            <p:ph type="body"/>
          </p:nvPr>
        </p:nvSpPr>
        <p:spPr>
          <a:xfrm>
            <a:off x="457200" y="1434960"/>
            <a:ext cx="2995560" cy="4678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defTabSz="914400">
              <a:lnSpc>
                <a:spcPct val="100000"/>
              </a:lnSpc>
              <a:spcBef>
                <a:spcPts val="281"/>
              </a:spcBef>
              <a:buNone/>
              <a:tabLst>
                <a:tab algn="l" pos="0"/>
              </a:tabLst>
            </a:pPr>
            <a:r>
              <a:rPr lang="en-US" sz="1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s-AR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" name="PlaceHolder 4"/>
          <p:cNvSpPr>
            <a:spLocks noGrp="1"/>
          </p:cNvSpPr>
          <p:nvPr>
            <p:ph type="dt" idx="4"/>
          </p:nvPr>
        </p:nvSpPr>
        <p:spPr>
          <a:xfrm>
            <a:off x="457200" y="6356520"/>
            <a:ext cx="2121120" cy="3524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tabLst>
                <a:tab algn="l" pos="0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&lt;fecha/hora&gt;</a:t>
            </a:r>
            <a:endParaRPr lang="es-A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" name="PlaceHolder 5"/>
          <p:cNvSpPr>
            <a:spLocks noGrp="1"/>
          </p:cNvSpPr>
          <p:nvPr>
            <p:ph type="ftr" idx="5"/>
          </p:nvPr>
        </p:nvSpPr>
        <p:spPr>
          <a:xfrm>
            <a:off x="3124080" y="6356520"/>
            <a:ext cx="2882880" cy="3524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lang="es-A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lang="es-A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&lt;pie de página&gt;</a:t>
            </a:r>
            <a:endParaRPr lang="es-AR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" name="PlaceHolder 6"/>
          <p:cNvSpPr>
            <a:spLocks noGrp="1"/>
          </p:cNvSpPr>
          <p:nvPr>
            <p:ph type="sldNum" idx="6"/>
          </p:nvPr>
        </p:nvSpPr>
        <p:spPr>
          <a:xfrm>
            <a:off x="6553080" y="6356520"/>
            <a:ext cx="2121120" cy="3524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17C78230-47D2-4F78-B827-3962A7B0946E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&lt;número&gt;</a:t>
            </a:fld>
            <a:endParaRPr lang="es-A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Picture with Caption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laceHolder 1"/>
          <p:cNvSpPr>
            <a:spLocks noGrp="1"/>
          </p:cNvSpPr>
          <p:nvPr>
            <p:ph type="title"/>
          </p:nvPr>
        </p:nvSpPr>
        <p:spPr>
          <a:xfrm>
            <a:off x="1792440" y="4800600"/>
            <a:ext cx="5473800" cy="5540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20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s-AR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" name="PlaceHolder 2"/>
          <p:cNvSpPr>
            <a:spLocks noGrp="1"/>
          </p:cNvSpPr>
          <p:nvPr>
            <p:ph type="body"/>
          </p:nvPr>
        </p:nvSpPr>
        <p:spPr>
          <a:xfrm>
            <a:off x="1792440" y="612720"/>
            <a:ext cx="5473800" cy="41022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Pulse para editar el formato de texto del esquema</a:t>
            </a:r>
            <a:endParaRPr lang="es-AR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Segundo nivel del esquema</a:t>
            </a:r>
            <a:endParaRPr lang="es-AR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96000" lvl="2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Tercer nivel del esquema</a:t>
            </a:r>
            <a:endParaRPr lang="es-AR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28000" lvl="3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Cuarto nivel del esquema</a:t>
            </a:r>
            <a:endParaRPr lang="es-AR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0" lvl="4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Quinto nivel del esquema</a:t>
            </a:r>
            <a:endParaRPr lang="es-AR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592000" lvl="5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Sexto nivel del esquema</a:t>
            </a:r>
            <a:endParaRPr lang="es-AR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024000" lvl="6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Séptimo nivel del esquema</a:t>
            </a:r>
            <a:endParaRPr lang="es-AR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" name="PlaceHolder 3"/>
          <p:cNvSpPr>
            <a:spLocks noGrp="1"/>
          </p:cNvSpPr>
          <p:nvPr>
            <p:ph type="body"/>
          </p:nvPr>
        </p:nvSpPr>
        <p:spPr>
          <a:xfrm>
            <a:off x="1792440" y="5367240"/>
            <a:ext cx="5473800" cy="7923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defTabSz="914400">
              <a:lnSpc>
                <a:spcPct val="100000"/>
              </a:lnSpc>
              <a:spcBef>
                <a:spcPts val="281"/>
              </a:spcBef>
              <a:buNone/>
              <a:tabLst>
                <a:tab algn="l" pos="0"/>
              </a:tabLst>
            </a:pPr>
            <a:r>
              <a:rPr lang="en-US" sz="1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s-AR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" name="PlaceHolder 4"/>
          <p:cNvSpPr>
            <a:spLocks noGrp="1"/>
          </p:cNvSpPr>
          <p:nvPr>
            <p:ph type="dt" idx="7"/>
          </p:nvPr>
        </p:nvSpPr>
        <p:spPr>
          <a:xfrm>
            <a:off x="457200" y="6356520"/>
            <a:ext cx="2121120" cy="3524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tabLst>
                <a:tab algn="l" pos="0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&lt;fecha/hora&gt;</a:t>
            </a:r>
            <a:endParaRPr lang="es-A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5" name="PlaceHolder 5"/>
          <p:cNvSpPr>
            <a:spLocks noGrp="1"/>
          </p:cNvSpPr>
          <p:nvPr>
            <p:ph type="ftr" idx="8"/>
          </p:nvPr>
        </p:nvSpPr>
        <p:spPr>
          <a:xfrm>
            <a:off x="3124080" y="6356520"/>
            <a:ext cx="2882880" cy="3524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lang="es-A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lang="es-A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&lt;pie de página&gt;</a:t>
            </a:r>
            <a:endParaRPr lang="es-AR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6" name="PlaceHolder 6"/>
          <p:cNvSpPr>
            <a:spLocks noGrp="1"/>
          </p:cNvSpPr>
          <p:nvPr>
            <p:ph type="sldNum" idx="9"/>
          </p:nvPr>
        </p:nvSpPr>
        <p:spPr>
          <a:xfrm>
            <a:off x="6553080" y="6356520"/>
            <a:ext cx="2121120" cy="3524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E0625719-3345-4B90-B84B-E9AB94B30CFF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&lt;número&gt;</a:t>
            </a:fld>
            <a:endParaRPr lang="es-A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Title Slide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PlaceHolder 1"/>
          <p:cNvSpPr>
            <a:spLocks noGrp="1"/>
          </p:cNvSpPr>
          <p:nvPr>
            <p:ph type="title"/>
          </p:nvPr>
        </p:nvSpPr>
        <p:spPr>
          <a:xfrm>
            <a:off x="685800" y="2130480"/>
            <a:ext cx="7759800" cy="1457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s-AR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" name="PlaceHolder 2"/>
          <p:cNvSpPr>
            <a:spLocks noGrp="1"/>
          </p:cNvSpPr>
          <p:nvPr>
            <p:ph type="dt" idx="10"/>
          </p:nvPr>
        </p:nvSpPr>
        <p:spPr>
          <a:xfrm>
            <a:off x="457200" y="6356520"/>
            <a:ext cx="2121120" cy="3524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tabLst>
                <a:tab algn="l" pos="0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&lt;fecha/hora&gt;</a:t>
            </a:r>
            <a:endParaRPr lang="es-A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9" name="PlaceHolder 3"/>
          <p:cNvSpPr>
            <a:spLocks noGrp="1"/>
          </p:cNvSpPr>
          <p:nvPr>
            <p:ph type="ftr" idx="11"/>
          </p:nvPr>
        </p:nvSpPr>
        <p:spPr>
          <a:xfrm>
            <a:off x="3124080" y="6356520"/>
            <a:ext cx="2882880" cy="3524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lang="es-A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lang="es-A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&lt;pie de página&gt;</a:t>
            </a:r>
            <a:endParaRPr lang="es-AR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0" name="PlaceHolder 4"/>
          <p:cNvSpPr>
            <a:spLocks noGrp="1"/>
          </p:cNvSpPr>
          <p:nvPr>
            <p:ph type="sldNum" idx="12"/>
          </p:nvPr>
        </p:nvSpPr>
        <p:spPr>
          <a:xfrm>
            <a:off x="6553080" y="6356520"/>
            <a:ext cx="2121120" cy="3524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4122A97F-63ED-4733-9397-06E7828AD747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&lt;número&gt;</a:t>
            </a:fld>
            <a:endParaRPr lang="es-A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x" preserve="1">
  <p:cSld name="Title and Vertical Tex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17000" cy="11304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s-AR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17000" cy="4513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 vert="eaVert">
            <a:noAutofit/>
          </a:bodyPr>
          <a:p>
            <a:pPr marL="343080" indent="-343080" defTabSz="9144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s-AR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743040" lvl="1" indent="-285840" defTabSz="9144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s-AR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143000" lvl="2" indent="-228600" defTabSz="9144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s-AR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600200" lvl="3" indent="-228600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s-AR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057400" lvl="4" indent="-228600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s-AR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" name="PlaceHolder 3"/>
          <p:cNvSpPr>
            <a:spLocks noGrp="1"/>
          </p:cNvSpPr>
          <p:nvPr>
            <p:ph type="dt" idx="13"/>
          </p:nvPr>
        </p:nvSpPr>
        <p:spPr>
          <a:xfrm>
            <a:off x="457200" y="6356520"/>
            <a:ext cx="2121120" cy="3524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tabLst>
                <a:tab algn="l" pos="0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&lt;fecha/hora&gt;</a:t>
            </a:r>
            <a:endParaRPr lang="es-A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4" name="PlaceHolder 4"/>
          <p:cNvSpPr>
            <a:spLocks noGrp="1"/>
          </p:cNvSpPr>
          <p:nvPr>
            <p:ph type="ftr" idx="14"/>
          </p:nvPr>
        </p:nvSpPr>
        <p:spPr>
          <a:xfrm>
            <a:off x="3124080" y="6356520"/>
            <a:ext cx="2882880" cy="3524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lang="es-A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lang="es-A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&lt;pie de página&gt;</a:t>
            </a:r>
            <a:endParaRPr lang="es-AR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5" name="PlaceHolder 5"/>
          <p:cNvSpPr>
            <a:spLocks noGrp="1"/>
          </p:cNvSpPr>
          <p:nvPr>
            <p:ph type="sldNum" idx="15"/>
          </p:nvPr>
        </p:nvSpPr>
        <p:spPr>
          <a:xfrm>
            <a:off x="6553080" y="6356520"/>
            <a:ext cx="2121120" cy="3524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597D4D1A-C6CE-4779-BF75-3D233D8CC05D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&lt;número&gt;</a:t>
            </a:fld>
            <a:endParaRPr lang="es-A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itleAndTx" preserve="1">
  <p:cSld name="Vertical Title and Tex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PlaceHolder 1"/>
          <p:cNvSpPr>
            <a:spLocks noGrp="1"/>
          </p:cNvSpPr>
          <p:nvPr>
            <p:ph type="title"/>
          </p:nvPr>
        </p:nvSpPr>
        <p:spPr>
          <a:xfrm>
            <a:off x="6629400" y="274680"/>
            <a:ext cx="2044800" cy="58388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 vert="eaVert">
            <a:noAutofit/>
          </a:bodyPr>
          <a:p>
            <a:pPr indent="0" algn="ctr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s-AR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" name="PlaceHolder 2"/>
          <p:cNvSpPr>
            <a:spLocks noGrp="1"/>
          </p:cNvSpPr>
          <p:nvPr>
            <p:ph type="body"/>
          </p:nvPr>
        </p:nvSpPr>
        <p:spPr>
          <a:xfrm>
            <a:off x="457200" y="274680"/>
            <a:ext cx="6007320" cy="58388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 vert="eaVert">
            <a:noAutofit/>
          </a:bodyPr>
          <a:p>
            <a:pPr marL="343080" indent="-343080" defTabSz="9144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s-AR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743040" lvl="1" indent="-285840" defTabSz="9144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s-AR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143000" lvl="2" indent="-228600" defTabSz="9144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s-AR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600200" lvl="3" indent="-228600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s-AR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057400" lvl="4" indent="-228600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s-AR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" name="PlaceHolder 3"/>
          <p:cNvSpPr>
            <a:spLocks noGrp="1"/>
          </p:cNvSpPr>
          <p:nvPr>
            <p:ph type="dt" idx="16"/>
          </p:nvPr>
        </p:nvSpPr>
        <p:spPr>
          <a:xfrm>
            <a:off x="457200" y="6356520"/>
            <a:ext cx="2121120" cy="3524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tabLst>
                <a:tab algn="l" pos="0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&lt;fecha/hora&gt;</a:t>
            </a:r>
            <a:endParaRPr lang="es-A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9" name="PlaceHolder 4"/>
          <p:cNvSpPr>
            <a:spLocks noGrp="1"/>
          </p:cNvSpPr>
          <p:nvPr>
            <p:ph type="ftr" idx="17"/>
          </p:nvPr>
        </p:nvSpPr>
        <p:spPr>
          <a:xfrm>
            <a:off x="3124080" y="6356520"/>
            <a:ext cx="2882880" cy="3524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lang="es-A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lang="es-A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&lt;pie de página&gt;</a:t>
            </a:r>
            <a:endParaRPr lang="es-AR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0" name="PlaceHolder 5"/>
          <p:cNvSpPr>
            <a:spLocks noGrp="1"/>
          </p:cNvSpPr>
          <p:nvPr>
            <p:ph type="sldNum" idx="18"/>
          </p:nvPr>
        </p:nvSpPr>
        <p:spPr>
          <a:xfrm>
            <a:off x="6553080" y="6356520"/>
            <a:ext cx="2121120" cy="3524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DE95AFDA-9DC9-479A-AB4B-9734E532D47B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&lt;número&gt;</a:t>
            </a:fld>
            <a:endParaRPr lang="es-A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 and 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17000" cy="11304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s-AR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2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17000" cy="4513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9144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s-AR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743040" lvl="1" indent="-285840" defTabSz="9144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s-AR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143000" lvl="2" indent="-228600" defTabSz="9144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s-AR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600200" lvl="3" indent="-228600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s-AR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057400" lvl="4" indent="-228600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s-AR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3" name="PlaceHolder 3"/>
          <p:cNvSpPr>
            <a:spLocks noGrp="1"/>
          </p:cNvSpPr>
          <p:nvPr>
            <p:ph type="dt" idx="19"/>
          </p:nvPr>
        </p:nvSpPr>
        <p:spPr>
          <a:xfrm>
            <a:off x="457200" y="6356520"/>
            <a:ext cx="2121120" cy="3524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tabLst>
                <a:tab algn="l" pos="0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&lt;fecha/hora&gt;</a:t>
            </a:r>
            <a:endParaRPr lang="es-A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4" name="PlaceHolder 4"/>
          <p:cNvSpPr>
            <a:spLocks noGrp="1"/>
          </p:cNvSpPr>
          <p:nvPr>
            <p:ph type="ftr" idx="20"/>
          </p:nvPr>
        </p:nvSpPr>
        <p:spPr>
          <a:xfrm>
            <a:off x="3124080" y="6356520"/>
            <a:ext cx="2882880" cy="3524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lang="es-A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lang="es-A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&lt;pie de página&gt;</a:t>
            </a:r>
            <a:endParaRPr lang="es-AR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5" name="PlaceHolder 5"/>
          <p:cNvSpPr>
            <a:spLocks noGrp="1"/>
          </p:cNvSpPr>
          <p:nvPr>
            <p:ph type="sldNum" idx="21"/>
          </p:nvPr>
        </p:nvSpPr>
        <p:spPr>
          <a:xfrm>
            <a:off x="6553080" y="6356520"/>
            <a:ext cx="2121120" cy="3524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6A07F262-6598-4AFD-8D0A-16DCC6935602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&lt;número&gt;</a:t>
            </a:fld>
            <a:endParaRPr lang="es-A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Section Header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PlaceHolder 1"/>
          <p:cNvSpPr>
            <a:spLocks noGrp="1"/>
          </p:cNvSpPr>
          <p:nvPr>
            <p:ph type="title"/>
          </p:nvPr>
        </p:nvSpPr>
        <p:spPr>
          <a:xfrm>
            <a:off x="722160" y="4406760"/>
            <a:ext cx="7759800" cy="1349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4000" b="1" u="none" strike="noStrike" cap="all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s-AR" sz="4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7" name="PlaceHolder 2"/>
          <p:cNvSpPr>
            <a:spLocks noGrp="1"/>
          </p:cNvSpPr>
          <p:nvPr>
            <p:ph type="body"/>
          </p:nvPr>
        </p:nvSpPr>
        <p:spPr>
          <a:xfrm>
            <a:off x="722160" y="2906640"/>
            <a:ext cx="7759800" cy="14875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914400">
              <a:lnSpc>
                <a:spcPct val="100000"/>
              </a:lnSpc>
              <a:spcBef>
                <a:spcPts val="400"/>
              </a:spcBef>
              <a:buNone/>
              <a:tabLst>
                <a:tab algn="l" pos="0"/>
              </a:tabLst>
            </a:pPr>
            <a:r>
              <a:rPr lang="en-US" sz="20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Click to edit Master text styles</a:t>
            </a:r>
            <a:endParaRPr lang="es-AR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8" name="PlaceHolder 3"/>
          <p:cNvSpPr>
            <a:spLocks noGrp="1"/>
          </p:cNvSpPr>
          <p:nvPr>
            <p:ph type="dt" idx="22"/>
          </p:nvPr>
        </p:nvSpPr>
        <p:spPr>
          <a:xfrm>
            <a:off x="457200" y="6356520"/>
            <a:ext cx="2121120" cy="3524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tabLst>
                <a:tab algn="l" pos="0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&lt;fecha/hora&gt;</a:t>
            </a:r>
            <a:endParaRPr lang="es-A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9" name="PlaceHolder 4"/>
          <p:cNvSpPr>
            <a:spLocks noGrp="1"/>
          </p:cNvSpPr>
          <p:nvPr>
            <p:ph type="ftr" idx="23"/>
          </p:nvPr>
        </p:nvSpPr>
        <p:spPr>
          <a:xfrm>
            <a:off x="3124080" y="6356520"/>
            <a:ext cx="2882880" cy="3524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lang="es-A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lang="es-A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&lt;pie de página&gt;</a:t>
            </a:r>
            <a:endParaRPr lang="es-AR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0" name="PlaceHolder 5"/>
          <p:cNvSpPr>
            <a:spLocks noGrp="1"/>
          </p:cNvSpPr>
          <p:nvPr>
            <p:ph type="sldNum" idx="24"/>
          </p:nvPr>
        </p:nvSpPr>
        <p:spPr>
          <a:xfrm>
            <a:off x="6553080" y="6356520"/>
            <a:ext cx="2121120" cy="3524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946EE313-2206-486F-A9E6-6C70BC691CA7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&lt;número&gt;</a:t>
            </a:fld>
            <a:endParaRPr lang="es-A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wo 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17000" cy="11304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s-AR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2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4025880" cy="4513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9144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•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s-AR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743040" lvl="1" indent="-285840" defTabSz="9144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–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s-AR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143000" lvl="2" indent="-228600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•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s-AR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600200" lvl="3" indent="-228600" defTabSz="9144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–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s-A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057400" lvl="4" indent="-228600" defTabSz="9144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»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s-A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3" name="PlaceHolder 3"/>
          <p:cNvSpPr>
            <a:spLocks noGrp="1"/>
          </p:cNvSpPr>
          <p:nvPr>
            <p:ph type="body"/>
          </p:nvPr>
        </p:nvSpPr>
        <p:spPr>
          <a:xfrm>
            <a:off x="4648320" y="1600200"/>
            <a:ext cx="4025880" cy="4513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9144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•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s-AR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743040" lvl="1" indent="-285840" defTabSz="9144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–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s-AR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143000" lvl="2" indent="-228600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•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s-AR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600200" lvl="3" indent="-228600" defTabSz="9144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–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s-A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057400" lvl="4" indent="-228600" defTabSz="9144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»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s-A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4" name="PlaceHolder 4"/>
          <p:cNvSpPr>
            <a:spLocks noGrp="1"/>
          </p:cNvSpPr>
          <p:nvPr>
            <p:ph type="dt" idx="25"/>
          </p:nvPr>
        </p:nvSpPr>
        <p:spPr>
          <a:xfrm>
            <a:off x="457200" y="6356520"/>
            <a:ext cx="2121120" cy="3524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tabLst>
                <a:tab algn="l" pos="0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&lt;fecha/hora&gt;</a:t>
            </a:r>
            <a:endParaRPr lang="es-A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5" name="PlaceHolder 5"/>
          <p:cNvSpPr>
            <a:spLocks noGrp="1"/>
          </p:cNvSpPr>
          <p:nvPr>
            <p:ph type="ftr" idx="26"/>
          </p:nvPr>
        </p:nvSpPr>
        <p:spPr>
          <a:xfrm>
            <a:off x="3124080" y="6356520"/>
            <a:ext cx="2882880" cy="3524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lang="es-A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lang="es-A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&lt;pie de página&gt;</a:t>
            </a:r>
            <a:endParaRPr lang="es-AR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6" name="PlaceHolder 6"/>
          <p:cNvSpPr>
            <a:spLocks noGrp="1"/>
          </p:cNvSpPr>
          <p:nvPr>
            <p:ph type="sldNum" idx="27"/>
          </p:nvPr>
        </p:nvSpPr>
        <p:spPr>
          <a:xfrm>
            <a:off x="6553080" y="6356520"/>
            <a:ext cx="2121120" cy="3524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57489596-6851-4691-83F2-E54BC4E425DA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&lt;número&gt;</a:t>
            </a:fld>
            <a:endParaRPr lang="es-A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omparison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17000" cy="11304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s-AR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8" name="PlaceHolder 2"/>
          <p:cNvSpPr>
            <a:spLocks noGrp="1"/>
          </p:cNvSpPr>
          <p:nvPr>
            <p:ph type="body"/>
          </p:nvPr>
        </p:nvSpPr>
        <p:spPr>
          <a:xfrm>
            <a:off x="457200" y="1535040"/>
            <a:ext cx="4027680" cy="6271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914400">
              <a:lnSpc>
                <a:spcPct val="100000"/>
              </a:lnSpc>
              <a:spcBef>
                <a:spcPts val="479"/>
              </a:spcBef>
              <a:buNone/>
              <a:tabLst>
                <a:tab algn="l" pos="0"/>
              </a:tabLst>
            </a:pPr>
            <a:r>
              <a:rPr lang="en-US" sz="24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s-AR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9" name="PlaceHolder 3"/>
          <p:cNvSpPr>
            <a:spLocks noGrp="1"/>
          </p:cNvSpPr>
          <p:nvPr>
            <p:ph type="body"/>
          </p:nvPr>
        </p:nvSpPr>
        <p:spPr>
          <a:xfrm>
            <a:off x="457200" y="2174760"/>
            <a:ext cx="4027680" cy="39387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9144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s-AR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743040" lvl="1" indent="-285840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s-AR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143000" lvl="2" indent="-228600" defTabSz="9144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•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s-A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600200" lvl="3" indent="-228600" defTabSz="9144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–"/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s-AR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057400" lvl="4" indent="-228600" defTabSz="9144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»"/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s-AR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0" name="PlaceHolder 4"/>
          <p:cNvSpPr>
            <a:spLocks noGrp="1"/>
          </p:cNvSpPr>
          <p:nvPr>
            <p:ph type="body"/>
          </p:nvPr>
        </p:nvSpPr>
        <p:spPr>
          <a:xfrm>
            <a:off x="4645080" y="1535040"/>
            <a:ext cx="4029120" cy="6271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914400">
              <a:lnSpc>
                <a:spcPct val="100000"/>
              </a:lnSpc>
              <a:spcBef>
                <a:spcPts val="479"/>
              </a:spcBef>
              <a:buNone/>
              <a:tabLst>
                <a:tab algn="l" pos="0"/>
              </a:tabLst>
            </a:pPr>
            <a:r>
              <a:rPr lang="en-US" sz="24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s-AR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1" name="PlaceHolder 5"/>
          <p:cNvSpPr>
            <a:spLocks noGrp="1"/>
          </p:cNvSpPr>
          <p:nvPr>
            <p:ph type="body"/>
          </p:nvPr>
        </p:nvSpPr>
        <p:spPr>
          <a:xfrm>
            <a:off x="4645080" y="2174760"/>
            <a:ext cx="4029120" cy="39387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9144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s-AR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743040" lvl="1" indent="-285840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s-AR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143000" lvl="2" indent="-228600" defTabSz="9144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•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s-A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600200" lvl="3" indent="-228600" defTabSz="9144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–"/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s-AR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057400" lvl="4" indent="-228600" defTabSz="9144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»"/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s-AR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2" name="PlaceHolder 6"/>
          <p:cNvSpPr>
            <a:spLocks noGrp="1"/>
          </p:cNvSpPr>
          <p:nvPr>
            <p:ph type="dt" idx="28"/>
          </p:nvPr>
        </p:nvSpPr>
        <p:spPr>
          <a:xfrm>
            <a:off x="457200" y="6356520"/>
            <a:ext cx="2121120" cy="3524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tabLst>
                <a:tab algn="l" pos="0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&lt;fecha/hora&gt;</a:t>
            </a:r>
            <a:endParaRPr lang="es-A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3" name="PlaceHolder 7"/>
          <p:cNvSpPr>
            <a:spLocks noGrp="1"/>
          </p:cNvSpPr>
          <p:nvPr>
            <p:ph type="ftr" idx="29"/>
          </p:nvPr>
        </p:nvSpPr>
        <p:spPr>
          <a:xfrm>
            <a:off x="3124080" y="6356520"/>
            <a:ext cx="2882880" cy="3524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lang="es-A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lang="es-A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&lt;pie de página&gt;</a:t>
            </a:r>
            <a:endParaRPr lang="es-AR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4" name="PlaceHolder 8"/>
          <p:cNvSpPr>
            <a:spLocks noGrp="1"/>
          </p:cNvSpPr>
          <p:nvPr>
            <p:ph type="sldNum" idx="30"/>
          </p:nvPr>
        </p:nvSpPr>
        <p:spPr>
          <a:xfrm>
            <a:off x="6553080" y="6356520"/>
            <a:ext cx="2121120" cy="3524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40F27D01-B3A3-4912-8704-2E7A485FA166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&lt;número&gt;</a:t>
            </a:fld>
            <a:endParaRPr lang="es-A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17000" cy="11304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s-AR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6" name="PlaceHolder 2"/>
          <p:cNvSpPr>
            <a:spLocks noGrp="1"/>
          </p:cNvSpPr>
          <p:nvPr>
            <p:ph type="dt" idx="31"/>
          </p:nvPr>
        </p:nvSpPr>
        <p:spPr>
          <a:xfrm>
            <a:off x="457200" y="6356520"/>
            <a:ext cx="2121120" cy="3524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tabLst>
                <a:tab algn="l" pos="0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&lt;fecha/hora&gt;</a:t>
            </a:r>
            <a:endParaRPr lang="es-A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7" name="PlaceHolder 3"/>
          <p:cNvSpPr>
            <a:spLocks noGrp="1"/>
          </p:cNvSpPr>
          <p:nvPr>
            <p:ph type="ftr" idx="32"/>
          </p:nvPr>
        </p:nvSpPr>
        <p:spPr>
          <a:xfrm>
            <a:off x="3124080" y="6356520"/>
            <a:ext cx="2882880" cy="3524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lang="es-A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lang="es-A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&lt;pie de página&gt;</a:t>
            </a:r>
            <a:endParaRPr lang="es-AR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8" name="PlaceHolder 4"/>
          <p:cNvSpPr>
            <a:spLocks noGrp="1"/>
          </p:cNvSpPr>
          <p:nvPr>
            <p:ph type="sldNum" idx="33"/>
          </p:nvPr>
        </p:nvSpPr>
        <p:spPr>
          <a:xfrm>
            <a:off x="6553080" y="6356520"/>
            <a:ext cx="2121120" cy="3524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EDF68576-441C-4AAB-A3B5-9B6DF64B6352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&lt;número&gt;</a:t>
            </a:fld>
            <a:endParaRPr lang="es-A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image" Target="../media/image2.svg"/><Relationship Id="rId3" Type="http://schemas.openxmlformats.org/officeDocument/2006/relationships/slideLayout" Target="../slideLayouts/slideLayout1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"/>
          <p:cNvSpPr/>
          <p:nvPr/>
        </p:nvSpPr>
        <p:spPr>
          <a:xfrm>
            <a:off x="0" y="7023960"/>
            <a:ext cx="8090280" cy="22750200"/>
          </a:xfrm>
          <a:prstGeom prst="flowChartAlternateProcess">
            <a:avLst/>
          </a:prstGeom>
          <a:solidFill>
            <a:srgbClr val="c0504d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lang="es-A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0" name="Freeform 3"/>
          <p:cNvSpPr/>
          <p:nvPr/>
        </p:nvSpPr>
        <p:spPr>
          <a:xfrm>
            <a:off x="3339000" y="875880"/>
            <a:ext cx="18024120" cy="5133960"/>
          </a:xfrm>
          <a:custGeom>
            <a:avLst/>
            <a:gdLst>
              <a:gd name="textAreaLeft" fmla="*/ 0 w 18024120"/>
              <a:gd name="textAreaRight" fmla="*/ 18036360 w 18024120"/>
              <a:gd name="textAreaTop" fmla="*/ 0 h 5133960"/>
              <a:gd name="textAreaBottom" fmla="*/ 5146560 h 5133960"/>
            </a:gdLst>
            <a:ahLst/>
            <a:cxnLst/>
            <a:rect l="textAreaLeft" t="textAreaTop" r="textAreaRight" b="textAreaBottom"/>
            <a:pathLst>
              <a:path w="20694873" h="5146467">
                <a:moveTo>
                  <a:pt x="0" y="0"/>
                </a:moveTo>
                <a:lnTo>
                  <a:pt x="20694872" y="0"/>
                </a:lnTo>
                <a:lnTo>
                  <a:pt x="20694872" y="5146467"/>
                </a:lnTo>
                <a:lnTo>
                  <a:pt x="0" y="5146467"/>
                </a:lnTo>
                <a:lnTo>
                  <a:pt x="0" y="0"/>
                </a:lnTo>
                <a:close/>
              </a:path>
            </a:pathLst>
          </a:custGeom>
          <a:solidFill>
            <a:srgbClr val="c0504d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lang="es-A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1" name="Freeform 4"/>
          <p:cNvSpPr/>
          <p:nvPr/>
        </p:nvSpPr>
        <p:spPr>
          <a:xfrm>
            <a:off x="1229040" y="540000"/>
            <a:ext cx="6323400" cy="6323400"/>
          </a:xfrm>
          <a:custGeom>
            <a:avLst/>
            <a:gdLst>
              <a:gd name="textAreaLeft" fmla="*/ 0 w 6323400"/>
              <a:gd name="textAreaRight" fmla="*/ 6336000 w 6323400"/>
              <a:gd name="textAreaTop" fmla="*/ 0 h 6323400"/>
              <a:gd name="textAreaBottom" fmla="*/ 6336000 h 6323400"/>
            </a:gdLst>
            <a:ahLst/>
            <a:cxnLst/>
            <a:rect l="textAreaLeft" t="textAreaTop" r="textAreaRight" b="textAreaBottom"/>
            <a:pathLst>
              <a:path w="6335955" h="6335955">
                <a:moveTo>
                  <a:pt x="0" y="0"/>
                </a:moveTo>
                <a:lnTo>
                  <a:pt x="6335955" y="0"/>
                </a:lnTo>
                <a:lnTo>
                  <a:pt x="6335955" y="6335955"/>
                </a:lnTo>
                <a:lnTo>
                  <a:pt x="0" y="6335955"/>
                </a:lnTo>
                <a:lnTo>
                  <a:pt x="0" y="0"/>
                </a:lnTo>
                <a:close/>
              </a:path>
            </a:pathLst>
          </a:custGeom>
          <a:blipFill rotWithShape="0">
            <a:blip r:embed="rId1"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lang="es-A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2" name="TextBox 8"/>
          <p:cNvSpPr/>
          <p:nvPr/>
        </p:nvSpPr>
        <p:spPr>
          <a:xfrm>
            <a:off x="972360" y="12676680"/>
            <a:ext cx="6833160" cy="596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914400">
              <a:lnSpc>
                <a:spcPts val="4853"/>
              </a:lnSpc>
            </a:pPr>
            <a:r>
              <a:rPr lang="en-US" sz="4050" b="0" u="none" spc="147" strike="noStrike">
                <a:solidFill>
                  <a:srgbClr val="543f3f"/>
                </a:solidFill>
                <a:effectLst/>
                <a:uFillTx/>
                <a:latin typeface="TT Drugs"/>
                <a:ea typeface="TT Drugs"/>
              </a:rPr>
              <a:t>Formación Académica</a:t>
            </a:r>
            <a:endParaRPr lang="es-AR" sz="4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pSp>
        <p:nvGrpSpPr>
          <p:cNvPr id="63" name="Group 9"/>
          <p:cNvGrpSpPr/>
          <p:nvPr/>
        </p:nvGrpSpPr>
        <p:grpSpPr>
          <a:xfrm>
            <a:off x="8717760" y="13903200"/>
            <a:ext cx="11991240" cy="14400"/>
            <a:chOff x="8717760" y="13903200"/>
            <a:chExt cx="11991240" cy="14400"/>
          </a:xfrm>
        </p:grpSpPr>
        <p:sp>
          <p:nvSpPr>
            <p:cNvPr id="64" name="Freeform 10"/>
            <p:cNvSpPr/>
            <p:nvPr/>
          </p:nvSpPr>
          <p:spPr>
            <a:xfrm>
              <a:off x="8717760" y="13903200"/>
              <a:ext cx="11991240" cy="14400"/>
            </a:xfrm>
            <a:custGeom>
              <a:avLst/>
              <a:gdLst>
                <a:gd name="textAreaLeft" fmla="*/ 0 w 11991240"/>
                <a:gd name="textAreaRight" fmla="*/ 12003840 w 11991240"/>
                <a:gd name="textAreaTop" fmla="*/ 0 h 14400"/>
                <a:gd name="textAreaBottom" fmla="*/ 27000 h 14400"/>
              </a:gdLst>
              <a:ahLst/>
              <a:cxnLst/>
              <a:rect l="textAreaLeft" t="textAreaTop" r="textAreaRight" b="textAreaBottom"/>
              <a:pathLst>
                <a:path w="16005303" h="35941">
                  <a:moveTo>
                    <a:pt x="0" y="0"/>
                  </a:moveTo>
                  <a:lnTo>
                    <a:pt x="16005303" y="0"/>
                  </a:lnTo>
                  <a:lnTo>
                    <a:pt x="16005303" y="35941"/>
                  </a:lnTo>
                  <a:lnTo>
                    <a:pt x="0" y="35941"/>
                  </a:lnTo>
                  <a:close/>
                </a:path>
              </a:pathLst>
            </a:custGeom>
            <a:solidFill>
              <a:srgbClr val="464a4e"/>
            </a:solidFill>
            <a:ln w="1270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-18000" bIns="-18000" anchor="t">
              <a:noAutofit/>
            </a:bodyPr>
            <a:p>
              <a:pPr>
                <a:lnSpc>
                  <a:spcPct val="100000"/>
                </a:lnSpc>
              </a:pPr>
              <a:endParaRPr lang="es-AR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</p:grpSp>
      <p:sp>
        <p:nvSpPr>
          <p:cNvPr id="65" name="TextBox 29"/>
          <p:cNvSpPr/>
          <p:nvPr/>
        </p:nvSpPr>
        <p:spPr>
          <a:xfrm>
            <a:off x="7920000" y="2306880"/>
            <a:ext cx="13682880" cy="162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914400">
              <a:lnSpc>
                <a:spcPts val="7809"/>
              </a:lnSpc>
            </a:pPr>
            <a:r>
              <a:rPr lang="en-US" sz="6510" b="1" u="none" spc="519" strike="noStrike">
                <a:solidFill>
                  <a:srgbClr val="543f3f"/>
                </a:solidFill>
                <a:effectLst/>
                <a:uFillTx/>
                <a:latin typeface="Poppins"/>
                <a:ea typeface="TT Drugs Bold"/>
              </a:rPr>
              <a:t>{{name}}</a:t>
            </a:r>
            <a:endParaRPr lang="es-AR" sz="651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ts val="4980"/>
              </a:lnSpc>
            </a:pPr>
            <a:r>
              <a:rPr lang="en-US" sz="4220" b="0" u="none" spc="227" strike="noStrike">
                <a:solidFill>
                  <a:srgbClr val="543f3f"/>
                </a:solidFill>
                <a:effectLst/>
                <a:uFillTx/>
                <a:latin typeface="Poppins"/>
                <a:ea typeface="TT Drugs Bold"/>
              </a:rPr>
              <a:t>{{title}}</a:t>
            </a:r>
            <a:endParaRPr lang="es-AR" sz="422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pSp>
        <p:nvGrpSpPr>
          <p:cNvPr id="66" name="Group 30"/>
          <p:cNvGrpSpPr/>
          <p:nvPr/>
        </p:nvGrpSpPr>
        <p:grpSpPr>
          <a:xfrm>
            <a:off x="8722080" y="8510760"/>
            <a:ext cx="11991240" cy="13320"/>
            <a:chOff x="8722080" y="8510760"/>
            <a:chExt cx="11991240" cy="13320"/>
          </a:xfrm>
        </p:grpSpPr>
        <p:sp>
          <p:nvSpPr>
            <p:cNvPr id="67" name="Freeform 31"/>
            <p:cNvSpPr/>
            <p:nvPr/>
          </p:nvSpPr>
          <p:spPr>
            <a:xfrm>
              <a:off x="8722080" y="8510760"/>
              <a:ext cx="11991240" cy="13320"/>
            </a:xfrm>
            <a:custGeom>
              <a:avLst/>
              <a:gdLst>
                <a:gd name="textAreaLeft" fmla="*/ 0 w 11991240"/>
                <a:gd name="textAreaRight" fmla="*/ 12003840 w 11991240"/>
                <a:gd name="textAreaTop" fmla="*/ 0 h 13320"/>
                <a:gd name="textAreaBottom" fmla="*/ 23040 h 13320"/>
              </a:gdLst>
              <a:ahLst/>
              <a:cxnLst/>
              <a:rect l="textAreaLeft" t="textAreaTop" r="textAreaRight" b="textAreaBottom"/>
              <a:pathLst>
                <a:path w="16005302" h="47879">
                  <a:moveTo>
                    <a:pt x="0" y="0"/>
                  </a:moveTo>
                  <a:lnTo>
                    <a:pt x="16005302" y="0"/>
                  </a:lnTo>
                  <a:lnTo>
                    <a:pt x="16005302" y="47879"/>
                  </a:lnTo>
                  <a:lnTo>
                    <a:pt x="0" y="47879"/>
                  </a:lnTo>
                  <a:close/>
                </a:path>
              </a:pathLst>
            </a:custGeom>
            <a:solidFill>
              <a:srgbClr val="464a4e"/>
            </a:solidFill>
            <a:ln w="1270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-9000" bIns="-9000" anchor="t">
              <a:noAutofit/>
            </a:bodyPr>
            <a:p>
              <a:pPr>
                <a:lnSpc>
                  <a:spcPct val="100000"/>
                </a:lnSpc>
              </a:pPr>
              <a:endParaRPr lang="es-AR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</p:grpSp>
      <p:sp>
        <p:nvSpPr>
          <p:cNvPr id="68" name="TextBox 32"/>
          <p:cNvSpPr/>
          <p:nvPr/>
        </p:nvSpPr>
        <p:spPr>
          <a:xfrm>
            <a:off x="8717760" y="8525520"/>
            <a:ext cx="11991240" cy="487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just" defTabSz="914400">
              <a:lnSpc>
                <a:spcPts val="3844"/>
              </a:lnSpc>
            </a:pPr>
            <a:r>
              <a:rPr lang="en-US" sz="2550" b="0" u="none" strike="noStrike">
                <a:solidFill>
                  <a:srgbClr val="000000"/>
                </a:solidFill>
                <a:effectLst/>
                <a:uFillTx/>
                <a:latin typeface="Poppins"/>
                <a:ea typeface="Poppins"/>
              </a:rPr>
              <a:t>{{about}}</a:t>
            </a:r>
            <a:endParaRPr lang="es-AR" sz="25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9" name="TextBox 33"/>
          <p:cNvSpPr/>
          <p:nvPr/>
        </p:nvSpPr>
        <p:spPr>
          <a:xfrm>
            <a:off x="8701560" y="7535520"/>
            <a:ext cx="12007440" cy="754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914400">
              <a:lnSpc>
                <a:spcPts val="5941"/>
              </a:lnSpc>
            </a:pPr>
            <a:r>
              <a:rPr lang="en-US" sz="4250" b="0" u="none" strike="noStrike">
                <a:solidFill>
                  <a:srgbClr val="343434"/>
                </a:solidFill>
                <a:effectLst/>
                <a:uFillTx/>
                <a:latin typeface="Poppins"/>
                <a:ea typeface="TT Drugs"/>
              </a:rPr>
              <a:t>Perfil Profesional</a:t>
            </a:r>
            <a:endParaRPr lang="es-AR" sz="4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0" name="TextBox 34"/>
          <p:cNvSpPr/>
          <p:nvPr/>
        </p:nvSpPr>
        <p:spPr>
          <a:xfrm>
            <a:off x="8717760" y="12954960"/>
            <a:ext cx="6778800" cy="754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914400">
              <a:lnSpc>
                <a:spcPts val="5941"/>
              </a:lnSpc>
            </a:pPr>
            <a:r>
              <a:rPr lang="en-US" sz="4250" b="0" u="none" strike="noStrike">
                <a:solidFill>
                  <a:srgbClr val="343434"/>
                </a:solidFill>
                <a:effectLst/>
                <a:uFillTx/>
                <a:latin typeface="Poppins"/>
                <a:ea typeface="TT Drugs"/>
              </a:rPr>
              <a:t>Experiencia laboral</a:t>
            </a:r>
            <a:endParaRPr lang="es-AR" sz="4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1" name="TextBox 35"/>
          <p:cNvSpPr/>
          <p:nvPr/>
        </p:nvSpPr>
        <p:spPr>
          <a:xfrm>
            <a:off x="8792280" y="14220000"/>
            <a:ext cx="12018600" cy="434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914400">
              <a:lnSpc>
                <a:spcPct val="100000"/>
              </a:lnSpc>
            </a:pPr>
            <a:r>
              <a:rPr lang="en-US" sz="1000" b="1" u="none" spc="43" strike="noStrike">
                <a:solidFill>
                  <a:srgbClr val="101010"/>
                </a:solidFill>
                <a:effectLst/>
                <a:uFillTx/>
                <a:latin typeface="Garet"/>
                <a:ea typeface="Garet Italics"/>
              </a:rPr>
              <a:t>[[EXPERIENCE_BLOCK]] </a:t>
            </a:r>
            <a:endParaRPr lang="es-AR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just" defTabSz="914400">
              <a:lnSpc>
                <a:spcPts val="4969"/>
              </a:lnSpc>
            </a:pPr>
            <a:r>
              <a:rPr lang="en-US" sz="2800" b="1" u="none" spc="130" strike="noStrike">
                <a:solidFill>
                  <a:srgbClr val="000000"/>
                </a:solidFill>
                <a:effectLst/>
                <a:uFillTx/>
                <a:latin typeface="Poppins"/>
                <a:ea typeface="Poppins"/>
              </a:rPr>
              <a:t>{{exp_1_role}}</a:t>
            </a:r>
            <a:r>
              <a:rPr lang="en-US" sz="2800" b="0" u="none" spc="130" strike="noStrike">
                <a:solidFill>
                  <a:srgbClr val="000000"/>
                </a:solidFill>
                <a:effectLst/>
                <a:uFillTx/>
                <a:latin typeface="Poppins"/>
                <a:ea typeface="Poppins"/>
              </a:rPr>
              <a:t>  {{exp_1_company}} {{exp_1_dates}}</a:t>
            </a:r>
            <a:endParaRPr lang="es-AR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just" defTabSz="914400">
              <a:lnSpc>
                <a:spcPts val="2551"/>
              </a:lnSpc>
            </a:pPr>
            <a:endParaRPr lang="es-AR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just" defTabSz="914400">
              <a:lnSpc>
                <a:spcPts val="1134"/>
              </a:lnSpc>
            </a:pPr>
            <a:endParaRPr lang="es-AR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ts val="4252"/>
              </a:lnSpc>
            </a:pPr>
            <a:r>
              <a:rPr lang="es-AR" sz="2400" b="0" u="none" strike="noStrike">
                <a:solidFill>
                  <a:srgbClr val="000000"/>
                </a:solidFill>
                <a:effectLst/>
                <a:uFillTx/>
                <a:latin typeface="Poppins"/>
                <a:ea typeface="Montserrat"/>
              </a:rPr>
              <a:t>{{exp_1_bullets_block}}</a:t>
            </a:r>
            <a:endParaRPr lang="es-AR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50000"/>
              </a:lnSpc>
            </a:pPr>
            <a:endParaRPr lang="es-AR" sz="2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50000"/>
              </a:lnSpc>
            </a:pPr>
            <a:endParaRPr lang="es-AR" sz="2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50000"/>
              </a:lnSpc>
            </a:pPr>
            <a:endParaRPr lang="es-AR" sz="2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50000"/>
              </a:lnSpc>
            </a:pPr>
            <a:endParaRPr lang="es-AR" sz="2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just" defTabSz="914400">
              <a:lnSpc>
                <a:spcPts val="4966"/>
              </a:lnSpc>
            </a:pPr>
            <a:endParaRPr lang="es-AR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2" name="TextBox 49"/>
          <p:cNvSpPr/>
          <p:nvPr/>
        </p:nvSpPr>
        <p:spPr>
          <a:xfrm>
            <a:off x="835560" y="900000"/>
            <a:ext cx="3434400" cy="63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914400">
              <a:lnSpc>
                <a:spcPts val="4980"/>
              </a:lnSpc>
            </a:pPr>
            <a:endParaRPr lang="es-A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3" name=""/>
          <p:cNvSpPr/>
          <p:nvPr/>
        </p:nvSpPr>
        <p:spPr>
          <a:xfrm>
            <a:off x="360" y="7024320"/>
            <a:ext cx="8090280" cy="22750200"/>
          </a:xfrm>
          <a:prstGeom prst="flowChartAlternateProcess">
            <a:avLst/>
          </a:prstGeom>
          <a:solidFill>
            <a:srgbClr val="c0504d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lang="es-A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4" name=""/>
          <p:cNvSpPr/>
          <p:nvPr/>
        </p:nvSpPr>
        <p:spPr>
          <a:xfrm>
            <a:off x="1800000" y="1178280"/>
            <a:ext cx="4132080" cy="36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lang="es-AR" sz="1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Microsoft YaHei"/>
              </a:rPr>
              <a:t>{{%photo}}</a:t>
            </a:r>
            <a:endParaRPr lang="es-A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5" name=""/>
          <p:cNvSpPr/>
          <p:nvPr/>
        </p:nvSpPr>
        <p:spPr>
          <a:xfrm>
            <a:off x="900360" y="6898320"/>
            <a:ext cx="6329160" cy="4328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</a:pPr>
            <a:r>
              <a:rPr lang="es-AR" sz="2000" b="0" u="none" strike="noStrike">
                <a:solidFill>
                  <a:srgbClr val="000000"/>
                </a:solidFill>
                <a:effectLst/>
                <a:uFillTx/>
                <a:latin typeface="Garet"/>
                <a:ea typeface="Montserrat Bold"/>
              </a:rPr>
              <a:t>[[SIDEBAR_BLOCK]] </a:t>
            </a:r>
            <a:endParaRPr lang="es-AR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ts val="4535"/>
              </a:lnSpc>
            </a:pPr>
            <a:r>
              <a:rPr lang="es-AR" sz="3400" b="1" u="none" strike="noStrike">
                <a:solidFill>
                  <a:srgbClr val="543f3f"/>
                </a:solidFill>
                <a:effectLst/>
                <a:uFillTx/>
                <a:latin typeface="Poppins"/>
                <a:ea typeface="Montserrat Bold"/>
              </a:rPr>
              <a:t>{{#sidebar_sections_full}}</a:t>
            </a:r>
            <a:endParaRPr lang="es-AR" sz="3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ts val="7370"/>
              </a:lnSpc>
            </a:pPr>
            <a:r>
              <a:rPr lang="es-AR" sz="3400" b="1" u="none" strike="noStrike">
                <a:solidFill>
                  <a:srgbClr val="543f3f"/>
                </a:solidFill>
                <a:effectLst/>
                <a:uFillTx/>
                <a:latin typeface="Poppins"/>
                <a:ea typeface="Montserrat Bold"/>
              </a:rPr>
              <a:t>{{title}}</a:t>
            </a:r>
            <a:endParaRPr lang="es-AR" sz="3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ts val="2268"/>
              </a:lnSpc>
            </a:pPr>
            <a:r>
              <a:rPr lang="es-AR" sz="2000" b="1" u="none" spc="-300" strike="noStrike">
                <a:solidFill>
                  <a:srgbClr val="543f3f"/>
                </a:solidFill>
                <a:effectLst/>
                <a:uFillTx/>
                <a:latin typeface="Poppins"/>
                <a:ea typeface="Montserrat Bold"/>
              </a:rPr>
              <a:t>{{line}}</a:t>
            </a:r>
            <a:endParaRPr lang="es-AR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ts val="3118"/>
              </a:lnSpc>
            </a:pPr>
            <a:r>
              <a:rPr lang="es-AR" sz="2200" b="0" u="none" strike="noStrike">
                <a:solidFill>
                  <a:srgbClr val="543f3f"/>
                </a:solidFill>
                <a:effectLst/>
                <a:uFillTx/>
                <a:latin typeface="Poppins"/>
                <a:ea typeface="Montserrat Bold"/>
              </a:rPr>
              <a:t>{{body}}</a:t>
            </a:r>
            <a:endParaRPr lang="es-AR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ts val="4535"/>
              </a:lnSpc>
            </a:pPr>
            <a:r>
              <a:rPr lang="es-AR" sz="3400" b="1" u="none" strike="noStrike">
                <a:solidFill>
                  <a:srgbClr val="543f3f"/>
                </a:solidFill>
                <a:effectLst/>
                <a:uFillTx/>
                <a:latin typeface="Poppins"/>
                <a:ea typeface="Montserrat Bold"/>
              </a:rPr>
              <a:t>{{/sidebar_sections_full}}</a:t>
            </a:r>
            <a:endParaRPr lang="es-AR" sz="3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endParaRPr lang="es-AR" sz="3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endParaRPr lang="es-AR" sz="3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23</TotalTime>
  <Application>LibreOffice/25.8.4.2$Windows_X86_64 LibreOffice_project/290daaa01b999472f0c7a3890eb6a550fd74c6df</Application>
  <AppVersion>15.0000</AppVersion>
  <Words>0</Words>
  <Paragraphs>0</Paragraph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2006-08-16T00:00:00Z</dcterms:created>
  <dc:creator/>
  <dc:description/>
  <dc:identifier>DAG9kLRsMLw</dc:identifier>
  <dc:language>es-AR</dc:language>
  <cp:lastModifiedBy/>
  <dcterms:modified xsi:type="dcterms:W3CDTF">2026-03-05T13:55:04Z</dcterms:modified>
  <cp:revision>36</cp:revision>
  <dc:subject/>
  <dc:title>Plantilla_oficial_6.pptx</dc:titl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PresentationFormat">
    <vt:lpwstr>On-screen Show (4:3)</vt:lpwstr>
  </property>
</Properties>
</file>