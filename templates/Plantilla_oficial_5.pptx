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7556500" cy="10693400"/>
  <p:notesSz cx="7559675" cy="10691813"/>
  <p:embeddedFontLst>
    <p:embeddedFont>
      <p:font typeface="Montserrat"/>
      <p:regular r:id="rId4"/>
      <p:bold r:id="rId4"/>
    </p:embeddedFont>
    <p:embeddedFont>
      <p:font typeface="Microsoft YaHei"/>
      <p:regular r:id="rId5"/>
    </p:embeddedFont>
    <p:embeddedFont>
      <p:font typeface="Montserrat Medium"/>
    </p:embeddedFont>
    <p:embeddedFont>
      <p:font typeface="Montserrat Semi-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Montserrat_Regular.fntdata"/><Relationship Id="rId5" Type="http://schemas.openxmlformats.org/officeDocument/2006/relationships/font" Target="fonts/Font_2_Microsoft_YaHei_Regular.fntdata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3040" cy="114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6520" cy="58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3040" cy="467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3D46DF-D9B8-4EFA-92E9-727A626B92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1280" cy="55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1280" cy="4099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1280" cy="78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21429B-AF29-4E92-BDFF-9B731C5950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7280" cy="145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0543DA9-D69F-4348-9171-059A266CB2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4480" cy="11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4480" cy="451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54F029-D8F0-446E-B1B6-D8698D3ED2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2280" cy="583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4800" cy="583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714C9E-9B2E-40DA-92E8-9E1035829E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4480" cy="11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4480" cy="451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F8A95C-5B13-4818-BC94-81273992D0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7280" cy="13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7280" cy="148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4B63E3-E35E-4B99-87A1-6B233F3CD0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4480" cy="11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3360" cy="451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3360" cy="451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812773-2D81-4CDF-9DE4-4991997594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4480" cy="11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5160" cy="62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5160" cy="393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6600" cy="62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6600" cy="393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1B5707-139B-46AE-BFED-B6C686E858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4480" cy="11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D94743-A2B2-4309-A056-04F96C50A2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673CFA-17B2-4100-80CD-D1FF9BE77E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5422800">
            <a:off x="75960" y="-87840"/>
            <a:ext cx="2896560" cy="3052080"/>
          </a:xfrm>
          <a:prstGeom prst="rtTriangle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3"/>
          <p:cNvGrpSpPr/>
          <p:nvPr/>
        </p:nvGrpSpPr>
        <p:grpSpPr>
          <a:xfrm>
            <a:off x="560520" y="379800"/>
            <a:ext cx="1775520" cy="1775520"/>
            <a:chOff x="560520" y="379800"/>
            <a:chExt cx="1775520" cy="1775520"/>
          </a:xfrm>
        </p:grpSpPr>
        <p:sp>
          <p:nvSpPr>
            <p:cNvPr id="61" name="Freeform 4"/>
            <p:cNvSpPr/>
            <p:nvPr/>
          </p:nvSpPr>
          <p:spPr>
            <a:xfrm>
              <a:off x="560520" y="379800"/>
              <a:ext cx="1775520" cy="1775520"/>
            </a:xfrm>
            <a:custGeom>
              <a:avLst/>
              <a:gdLst>
                <a:gd name="textAreaLeft" fmla="*/ 0 w 1775520"/>
                <a:gd name="textAreaRight" fmla="*/ 1790640 w 1775520"/>
                <a:gd name="textAreaTop" fmla="*/ 0 h 1775520"/>
                <a:gd name="textAreaBottom" fmla="*/ 1790640 h 177552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TextBox 5"/>
            <p:cNvSpPr/>
            <p:nvPr/>
          </p:nvSpPr>
          <p:spPr>
            <a:xfrm>
              <a:off x="728640" y="484560"/>
              <a:ext cx="1439640" cy="150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14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63" name="AutoShape 9"/>
          <p:cNvSpPr/>
          <p:nvPr/>
        </p:nvSpPr>
        <p:spPr>
          <a:xfrm>
            <a:off x="3109680" y="552600"/>
            <a:ext cx="394848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9"/>
          <p:cNvSpPr/>
          <p:nvPr/>
        </p:nvSpPr>
        <p:spPr>
          <a:xfrm>
            <a:off x="540000" y="2340000"/>
            <a:ext cx="233280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3"/>
              </a:lnSpc>
            </a:pPr>
            <a:r>
              <a:rPr lang="en-US" sz="2400" b="1" u="none" strike="noStrike">
                <a:solidFill>
                  <a:srgbClr val="c0504d"/>
                </a:solidFill>
                <a:effectLst/>
                <a:uFillTx/>
                <a:latin typeface="Montserrat"/>
                <a:ea typeface="Montserrat Medium"/>
              </a:rPr>
              <a:t>{{name}}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78"/>
              </a:lnSpc>
            </a:pPr>
            <a:r>
              <a:rPr lang="en-US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{{title}}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653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4"/>
          <p:cNvSpPr/>
          <p:nvPr/>
        </p:nvSpPr>
        <p:spPr>
          <a:xfrm>
            <a:off x="3123360" y="696600"/>
            <a:ext cx="4263840" cy="162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61"/>
              </a:lnSpc>
            </a:pPr>
            <a:r>
              <a:rPr lang="en-US" sz="105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[[EXPERIENCE_BLOCK]]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n-US" sz="105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{{exp_1_role}} </a:t>
            </a:r>
            <a:r>
              <a:rPr lang="en-US" sz="105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 {{exp_1_company}} {{exp_1_dates}}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{{exp_1_bullets_block}}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n-US" sz="105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{{exp_2_role}} </a:t>
            </a:r>
            <a:r>
              <a:rPr lang="en-US" sz="105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 </a:t>
            </a:r>
            <a:r>
              <a:rPr lang="en-US" sz="105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{{exp_2_company}} {{exp_2_dates}}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{{exp_2_bullets_block}}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n-US" sz="105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{{exp_3_role}} </a:t>
            </a:r>
            <a:r>
              <a:rPr lang="en-US" sz="105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 {{exp_3_company}} {{exp_3_dates}}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{{exp_3_bullets_block}}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5"/>
          <p:cNvSpPr/>
          <p:nvPr/>
        </p:nvSpPr>
        <p:spPr>
          <a:xfrm>
            <a:off x="3110040" y="227520"/>
            <a:ext cx="2594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Experiencia laboral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3106080" y="5760000"/>
            <a:ext cx="38998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3110400" y="5436720"/>
            <a:ext cx="407700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6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378360" y="313200"/>
            <a:ext cx="1789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s-AR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AutoShape 8"/>
          <p:cNvSpPr/>
          <p:nvPr/>
        </p:nvSpPr>
        <p:spPr>
          <a:xfrm>
            <a:off x="326160" y="5357880"/>
            <a:ext cx="225144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1"/>
          <p:cNvSpPr/>
          <p:nvPr/>
        </p:nvSpPr>
        <p:spPr>
          <a:xfrm>
            <a:off x="326160" y="5040000"/>
            <a:ext cx="13809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Sobre mi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2"/>
          <p:cNvSpPr/>
          <p:nvPr/>
        </p:nvSpPr>
        <p:spPr>
          <a:xfrm>
            <a:off x="326160" y="5463360"/>
            <a:ext cx="2237040" cy="23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23"/>
              </a:lnSpc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{{about}}</a:t>
            </a:r>
            <a:br>
              <a:rPr sz="800"/>
            </a:b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223560" y="3744360"/>
            <a:ext cx="2652480" cy="6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600" b="1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{{#sidebar_contact}}</a:t>
            </a:r>
            <a:endParaRPr lang="es-AR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500" b="1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{{title}}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s-AR" sz="900" b="0" u="none" spc="-300" strike="noStrike">
                <a:solidFill>
                  <a:srgbClr val="c0504d"/>
                </a:solidFill>
                <a:effectLst/>
                <a:uFillTx/>
                <a:latin typeface="Montserrat"/>
                <a:ea typeface="Montserrat"/>
              </a:rPr>
              <a:t>{{line}}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600" b="1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{{/sidebar_contact}}</a:t>
            </a:r>
            <a:endParaRPr lang="es-AR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16360" y="4140360"/>
            <a:ext cx="265968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{{#contact_rows}}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701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{{text}}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{{/contact_rows}}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AutoShape 10"/>
          <p:cNvSpPr/>
          <p:nvPr/>
        </p:nvSpPr>
        <p:spPr>
          <a:xfrm>
            <a:off x="333720" y="7985160"/>
            <a:ext cx="225144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2"/>
          <p:cNvSpPr/>
          <p:nvPr/>
        </p:nvSpPr>
        <p:spPr>
          <a:xfrm>
            <a:off x="319320" y="7666560"/>
            <a:ext cx="1713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Competencias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3"/>
          <p:cNvSpPr/>
          <p:nvPr/>
        </p:nvSpPr>
        <p:spPr>
          <a:xfrm>
            <a:off x="318600" y="7999200"/>
            <a:ext cx="225288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{{skill_1}}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{{skill_2}}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{{skill_3}}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{{skill_4}}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{{skill_5}}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{{skill_6}}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AutoShape 42"/>
          <p:cNvSpPr/>
          <p:nvPr/>
        </p:nvSpPr>
        <p:spPr>
          <a:xfrm>
            <a:off x="340920" y="9792360"/>
            <a:ext cx="225144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43"/>
          <p:cNvSpPr/>
          <p:nvPr/>
        </p:nvSpPr>
        <p:spPr>
          <a:xfrm>
            <a:off x="326160" y="9473400"/>
            <a:ext cx="1713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Informática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44"/>
          <p:cNvSpPr/>
          <p:nvPr/>
        </p:nvSpPr>
        <p:spPr>
          <a:xfrm>
            <a:off x="360000" y="9807120"/>
            <a:ext cx="225288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{{it_1}}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 Medium"/>
              </a:rPr>
              <a:t>{{it_2}}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icrosoft YaHei"/>
              </a:rPr>
              <a:t>{{it_3}}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icrosoft YaHei"/>
              </a:rPr>
              <a:t>{{it_4}}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3081960" y="7317360"/>
            <a:ext cx="4156920" cy="23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 [[SIDEBAR_BLOCK]]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{{#sidebar_sections_eduycursos}}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{{title}}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900" b="0" u="none" spc="-300" strike="noStrike">
                <a:solidFill>
                  <a:srgbClr val="c0504d"/>
                </a:solidFill>
                <a:effectLst/>
                <a:uFillTx/>
                <a:latin typeface="Montserrat"/>
                <a:ea typeface="Montserrat"/>
              </a:rPr>
              <a:t>{{line}}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{{body}}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{{/sidebar_sections_eduycursos}}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DAG7rZJGnrs</dc:identifier>
  <dc:language>es-AR</dc:language>
  <cp:lastModifiedBy/>
  <dcterms:modified xsi:type="dcterms:W3CDTF">2026-03-09T19:54:33Z</dcterms:modified>
  <cp:revision>44</cp:revision>
  <dc:subject/>
  <dc:title>Plantillas originales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