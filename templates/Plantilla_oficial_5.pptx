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Montserrat Semi-Bold"/>
    </p:embeddedFont>
    <p:embeddedFont>
      <p:font typeface="Montserrat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1D609A-6C45-4ED9-87B1-1D646F45D5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264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16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3164BD-84D6-471F-B120-51563E8BA0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81D55C-3504-4C6F-B57D-F13E554304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7640" cy="13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7640" cy="14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E54C0D-ECA3-4A7E-89ED-B8A93AAB13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D97FDD-26B3-4013-A3F2-4EFE97D03D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52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52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96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96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34B043-1CCE-4945-8AEB-F90A4FD86F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08B9E4-2284-4CCC-9614-BD316AFC80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78A7E4-DB38-4AF8-A866-42E49B4E3C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400" cy="11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88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400" cy="467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5B343F-19DB-4705-8275-0A512162E4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1640" cy="5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1640" cy="410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1640" cy="7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859476-43E9-43ED-A001-0207F91305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7640" cy="14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8394BB-BF66-4EBD-8606-40B57334BD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5600" y="-87840"/>
            <a:ext cx="2896920" cy="305244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5880" cy="1775880"/>
            <a:chOff x="560520" y="379800"/>
            <a:chExt cx="1775880" cy="177588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5880" cy="1775880"/>
            </a:xfrm>
            <a:custGeom>
              <a:avLst/>
              <a:gdLst>
                <a:gd name="textAreaLeft" fmla="*/ 0 w 1775880"/>
                <a:gd name="textAreaRight" fmla="*/ 1790640 w 1775880"/>
                <a:gd name="textAreaTop" fmla="*/ 0 h 1775880"/>
                <a:gd name="textAreaBottom" fmla="*/ 1790640 h 17758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0000" cy="15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9"/>
          <p:cNvSpPr/>
          <p:nvPr/>
        </p:nvSpPr>
        <p:spPr>
          <a:xfrm>
            <a:off x="540000" y="2340000"/>
            <a:ext cx="233316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4"/>
          <p:cNvSpPr/>
          <p:nvPr/>
        </p:nvSpPr>
        <p:spPr>
          <a:xfrm>
            <a:off x="3123360" y="552600"/>
            <a:ext cx="4264200" cy="26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[[EXPERIENCE_BLOCK]]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105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{{exp_1_company}} {{exp_1_dates}}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{{exp_2_role}} </a:t>
            </a: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05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{{exp_2_company}} {{exp_2_dates}}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{{exp_3_role}} </a:t>
            </a:r>
            <a:r>
              <a:rPr lang="en-US" sz="105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{{exp_3_company}} {{exp_3_dates}}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{{exp_3_bullets_block}}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5"/>
          <p:cNvSpPr/>
          <p:nvPr/>
        </p:nvSpPr>
        <p:spPr>
          <a:xfrm>
            <a:off x="3110040" y="227520"/>
            <a:ext cx="2594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3106080" y="5760000"/>
            <a:ext cx="39002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3110400" y="5436720"/>
            <a:ext cx="407736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378360" y="313200"/>
            <a:ext cx="1789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1"/>
          <p:cNvSpPr/>
          <p:nvPr/>
        </p:nvSpPr>
        <p:spPr>
          <a:xfrm>
            <a:off x="326160" y="5040000"/>
            <a:ext cx="1381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2"/>
          <p:cNvSpPr/>
          <p:nvPr/>
        </p:nvSpPr>
        <p:spPr>
          <a:xfrm>
            <a:off x="326160" y="5463360"/>
            <a:ext cx="223740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23560" y="3744360"/>
            <a:ext cx="265284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16360" y="4140360"/>
            <a:ext cx="266004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AutoShape 10"/>
          <p:cNvSpPr/>
          <p:nvPr/>
        </p:nvSpPr>
        <p:spPr>
          <a:xfrm>
            <a:off x="333720" y="79851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2"/>
          <p:cNvSpPr/>
          <p:nvPr/>
        </p:nvSpPr>
        <p:spPr>
          <a:xfrm>
            <a:off x="319320" y="7666560"/>
            <a:ext cx="17136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3"/>
          <p:cNvSpPr/>
          <p:nvPr/>
        </p:nvSpPr>
        <p:spPr>
          <a:xfrm>
            <a:off x="318600" y="7999200"/>
            <a:ext cx="225324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AutoShape 42"/>
          <p:cNvSpPr/>
          <p:nvPr/>
        </p:nvSpPr>
        <p:spPr>
          <a:xfrm>
            <a:off x="340920" y="97923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3"/>
          <p:cNvSpPr/>
          <p:nvPr/>
        </p:nvSpPr>
        <p:spPr>
          <a:xfrm>
            <a:off x="326160" y="9473400"/>
            <a:ext cx="17136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4"/>
          <p:cNvSpPr/>
          <p:nvPr/>
        </p:nvSpPr>
        <p:spPr>
          <a:xfrm>
            <a:off x="360000" y="9807120"/>
            <a:ext cx="225324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3081960" y="7317360"/>
            <a:ext cx="4157280" cy="238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[[SIDEBAR_BLOCK]]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2026-03-05T13:52:15Z</dcterms:modified>
  <cp:revision>43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