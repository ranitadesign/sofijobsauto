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000" cy="13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000" cy="14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BE76D4-55AD-4166-82BE-58B98BAAC2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8E2988-C59D-467B-B68E-8053B336D5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88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88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32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32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05F97A-F517-4D3B-A581-019C179778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38676E-F4CC-4DEE-912B-271EA1AED3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58746-2A4C-4B63-8AA7-0B01CAD573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76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24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760" cy="46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091120-6189-411B-B0B3-8DCD3FDD3F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000" cy="5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000" cy="41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0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AD1764-1A21-450A-B1C2-47DA693267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000" cy="14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B2308F-9D54-45E0-A87D-FE53EE3536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A51793-8D84-470B-AB8F-3DF313A907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00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52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396964-7569-4C6C-B335-FD275386F7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D28DBB-739C-44C7-8D2D-8F316DAA04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5240" y="-87840"/>
            <a:ext cx="2897280" cy="305280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6240" cy="1776240"/>
            <a:chOff x="560520" y="379800"/>
            <a:chExt cx="1776240" cy="177624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6240" cy="1776240"/>
            </a:xfrm>
            <a:custGeom>
              <a:avLst/>
              <a:gdLst>
                <a:gd name="textAreaLeft" fmla="*/ 0 w 1776240"/>
                <a:gd name="textAreaRight" fmla="*/ 1790640 w 1776240"/>
                <a:gd name="textAreaTop" fmla="*/ 0 h 1776240"/>
                <a:gd name="textAreaBottom" fmla="*/ 1790640 h 17762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0360" cy="150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540000" y="2340000"/>
            <a:ext cx="233352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4"/>
          <p:cNvSpPr/>
          <p:nvPr/>
        </p:nvSpPr>
        <p:spPr>
          <a:xfrm>
            <a:off x="3123360" y="720000"/>
            <a:ext cx="4264560" cy="521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{{exp_1_company}} {{exp_1_dates}}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{{exp_2_company}} {{exp_2_dates}}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{{exp_3_role}}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{{exp_3_company}} {{exp_3_dates}}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5"/>
          <p:cNvSpPr/>
          <p:nvPr/>
        </p:nvSpPr>
        <p:spPr>
          <a:xfrm>
            <a:off x="3110040" y="227520"/>
            <a:ext cx="25952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3106080" y="5760000"/>
            <a:ext cx="3900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3110400" y="5436720"/>
            <a:ext cx="407772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78360" y="313200"/>
            <a:ext cx="1789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1"/>
          <p:cNvSpPr/>
          <p:nvPr/>
        </p:nvSpPr>
        <p:spPr>
          <a:xfrm>
            <a:off x="326160" y="5040000"/>
            <a:ext cx="1381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2"/>
          <p:cNvSpPr/>
          <p:nvPr/>
        </p:nvSpPr>
        <p:spPr>
          <a:xfrm>
            <a:off x="326160" y="5463360"/>
            <a:ext cx="223776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23560" y="3744360"/>
            <a:ext cx="265320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16360" y="4140360"/>
            <a:ext cx="2660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319320" y="7666560"/>
            <a:ext cx="1713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3"/>
          <p:cNvSpPr/>
          <p:nvPr/>
        </p:nvSpPr>
        <p:spPr>
          <a:xfrm>
            <a:off x="318600" y="7999200"/>
            <a:ext cx="225360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3"/>
          <p:cNvSpPr/>
          <p:nvPr/>
        </p:nvSpPr>
        <p:spPr>
          <a:xfrm>
            <a:off x="326160" y="9473400"/>
            <a:ext cx="1713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4"/>
          <p:cNvSpPr/>
          <p:nvPr/>
        </p:nvSpPr>
        <p:spPr>
          <a:xfrm>
            <a:off x="360000" y="9807120"/>
            <a:ext cx="225360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2026-02-13T01:42:16Z</dcterms:modified>
  <cp:revision>42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