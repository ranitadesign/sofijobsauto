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roxima nova"/>
    </p:embeddedFont>
    <p:embeddedFont>
      <p:font typeface="Microsoft YaHei"/>
      <p:regular r:id="rId5"/>
    </p:embeddedFont>
    <p:embeddedFont>
      <p:font typeface="Poppins Bold"/>
    </p:embeddedFont>
    <p:embeddedFont>
      <p:font typeface="Poppins Italics"/>
    </p:embeddedFont>
    <p:embeddedFont>
      <p:font typeface="Montserrat"/>
      <p:regular r:id="rId6"/>
      <p:bold r:id="rId6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680" cy="5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680" cy="4105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680" cy="79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335CA9-FCA3-4B91-9B21-D64E6307A17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680" cy="14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501351-221E-4B42-BEB0-E06233779E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5A7557-AE57-4AF3-AD09-2C4FBEF0DB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68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20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FFF6FCD-1622-4137-A7B0-6DE727E1DE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D44018-FA1D-432D-81D9-C3F948FFF3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680" cy="13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680" cy="149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7ACDA7-1236-4DE5-A0C6-4A5D62AA9E4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1DC8DD-71B9-41E3-8F85-E123E2ADC7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56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56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00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00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E04445D-1FD9-4D74-B003-A27D850BED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9B414A-3EA8-493E-8E6B-5C676081F4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344613-3045-4AD2-AF4F-D0B7E1D804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440" cy="11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92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440" cy="468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C85DD0D-D64E-4294-B47E-4BEA4FB5C4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7645680"/>
            <a:ext cx="17104680" cy="17280"/>
            <a:chOff x="1225080" y="7645680"/>
            <a:chExt cx="17104680" cy="17280"/>
          </a:xfrm>
        </p:grpSpPr>
        <p:sp>
          <p:nvSpPr>
            <p:cNvPr id="60" name="Freeform 3"/>
            <p:cNvSpPr/>
            <p:nvPr/>
          </p:nvSpPr>
          <p:spPr>
            <a:xfrm>
              <a:off x="1225080" y="7645680"/>
              <a:ext cx="17104680" cy="17280"/>
            </a:xfrm>
            <a:custGeom>
              <a:avLst/>
              <a:gdLst>
                <a:gd name="textAreaLeft" fmla="*/ 0 w 17104680"/>
                <a:gd name="textAreaRight" fmla="*/ 17114400 w 171046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3"/>
          <p:cNvSpPr/>
          <p:nvPr/>
        </p:nvSpPr>
        <p:spPr>
          <a:xfrm>
            <a:off x="1225080" y="6904080"/>
            <a:ext cx="14609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2"/>
          <p:cNvSpPr/>
          <p:nvPr/>
        </p:nvSpPr>
        <p:spPr>
          <a:xfrm>
            <a:off x="1225080" y="7670520"/>
            <a:ext cx="18933840" cy="72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6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3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3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23"/>
          <p:cNvSpPr/>
          <p:nvPr/>
        </p:nvSpPr>
        <p:spPr>
          <a:xfrm>
            <a:off x="5292720" y="8102520"/>
            <a:ext cx="17738640" cy="4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6"/>
          <p:cNvSpPr/>
          <p:nvPr/>
        </p:nvSpPr>
        <p:spPr>
          <a:xfrm>
            <a:off x="5292000" y="12528000"/>
            <a:ext cx="17919360" cy="4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011600" y="284400"/>
            <a:ext cx="413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5237280" y="2507760"/>
            <a:ext cx="156790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1"/>
          <p:cNvSpPr/>
          <p:nvPr/>
        </p:nvSpPr>
        <p:spPr>
          <a:xfrm>
            <a:off x="5338800" y="50040"/>
            <a:ext cx="1535652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8"/>
          <p:cNvSpPr/>
          <p:nvPr/>
        </p:nvSpPr>
        <p:spPr>
          <a:xfrm>
            <a:off x="1225440" y="3606840"/>
            <a:ext cx="182908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4"/>
          <p:cNvGrpSpPr/>
          <p:nvPr/>
        </p:nvGrpSpPr>
        <p:grpSpPr>
          <a:xfrm>
            <a:off x="1298520" y="19143360"/>
            <a:ext cx="17105040" cy="17640"/>
            <a:chOff x="1298520" y="19143360"/>
            <a:chExt cx="17105040" cy="17640"/>
          </a:xfrm>
        </p:grpSpPr>
        <p:sp>
          <p:nvSpPr>
            <p:cNvPr id="70" name="Freeform 1"/>
            <p:cNvSpPr/>
            <p:nvPr/>
          </p:nvSpPr>
          <p:spPr>
            <a:xfrm>
              <a:off x="1298520" y="1914336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6"/>
          <p:cNvGrpSpPr/>
          <p:nvPr/>
        </p:nvGrpSpPr>
        <p:grpSpPr>
          <a:xfrm>
            <a:off x="1260720" y="23365080"/>
            <a:ext cx="17105040" cy="17640"/>
            <a:chOff x="1260720" y="23365080"/>
            <a:chExt cx="17105040" cy="17640"/>
          </a:xfrm>
        </p:grpSpPr>
        <p:sp>
          <p:nvSpPr>
            <p:cNvPr id="72" name="Freeform 7"/>
            <p:cNvSpPr/>
            <p:nvPr/>
          </p:nvSpPr>
          <p:spPr>
            <a:xfrm>
              <a:off x="1260720" y="2336508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3" name="Group 8"/>
          <p:cNvGrpSpPr/>
          <p:nvPr/>
        </p:nvGrpSpPr>
        <p:grpSpPr>
          <a:xfrm>
            <a:off x="1225800" y="21281760"/>
            <a:ext cx="17105040" cy="17640"/>
            <a:chOff x="1225800" y="21281760"/>
            <a:chExt cx="17105040" cy="17640"/>
          </a:xfrm>
        </p:grpSpPr>
        <p:sp>
          <p:nvSpPr>
            <p:cNvPr id="74" name="Freeform 9"/>
            <p:cNvSpPr/>
            <p:nvPr/>
          </p:nvSpPr>
          <p:spPr>
            <a:xfrm>
              <a:off x="1225800" y="2128176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14"/>
          <p:cNvSpPr/>
          <p:nvPr/>
        </p:nvSpPr>
        <p:spPr>
          <a:xfrm>
            <a:off x="1298520" y="18540360"/>
            <a:ext cx="65541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900360" y="19204560"/>
            <a:ext cx="1792692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6"/>
          <p:cNvSpPr/>
          <p:nvPr/>
        </p:nvSpPr>
        <p:spPr>
          <a:xfrm>
            <a:off x="1260720" y="22762080"/>
            <a:ext cx="115239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7"/>
          <p:cNvSpPr/>
          <p:nvPr/>
        </p:nvSpPr>
        <p:spPr>
          <a:xfrm>
            <a:off x="900360" y="23533920"/>
            <a:ext cx="1720692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9"/>
          <p:cNvSpPr/>
          <p:nvPr/>
        </p:nvSpPr>
        <p:spPr>
          <a:xfrm>
            <a:off x="1225800" y="20701080"/>
            <a:ext cx="65541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0"/>
          <p:cNvSpPr/>
          <p:nvPr/>
        </p:nvSpPr>
        <p:spPr>
          <a:xfrm>
            <a:off x="900360" y="21317400"/>
            <a:ext cx="1991268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9"/>
          <p:cNvSpPr/>
          <p:nvPr/>
        </p:nvSpPr>
        <p:spPr>
          <a:xfrm>
            <a:off x="5220360" y="17496360"/>
            <a:ext cx="177775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4"/>
          <p:cNvSpPr/>
          <p:nvPr/>
        </p:nvSpPr>
        <p:spPr>
          <a:xfrm>
            <a:off x="1390680" y="27376920"/>
            <a:ext cx="1927116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1"/>
          <p:cNvGrpSpPr/>
          <p:nvPr/>
        </p:nvGrpSpPr>
        <p:grpSpPr>
          <a:xfrm>
            <a:off x="1261080" y="27361440"/>
            <a:ext cx="17105040" cy="17640"/>
            <a:chOff x="1261080" y="27361440"/>
            <a:chExt cx="17105040" cy="17640"/>
          </a:xfrm>
        </p:grpSpPr>
        <p:sp>
          <p:nvSpPr>
            <p:cNvPr id="84" name="Freeform 2"/>
            <p:cNvSpPr/>
            <p:nvPr/>
          </p:nvSpPr>
          <p:spPr>
            <a:xfrm>
              <a:off x="1261080" y="2736144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1"/>
          <p:cNvSpPr/>
          <p:nvPr/>
        </p:nvSpPr>
        <p:spPr>
          <a:xfrm>
            <a:off x="1261080" y="26758440"/>
            <a:ext cx="115239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COMPETENCIAS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2026-03-09T20:01:35Z</dcterms:modified>
  <cp:revision>28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