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</p:sldIdLst>
  <p:sldSz cx="21374100" cy="30276800"/>
  <p:notesSz cx="7559675" cy="10691813"/>
  <p:embeddedFontLst>
    <p:embeddedFont>
      <p:font typeface="Poppins"/>
      <p:regular r:id="rId4"/>
      <p:bold r:id="rId4"/>
    </p:embeddedFont>
    <p:embeddedFont>
      <p:font typeface="Montserrat"/>
    </p:embeddedFont>
    <p:embeddedFont>
      <p:font typeface="Microsoft YaHei"/>
      <p:regular r:id="rId5"/>
    </p:embeddedFont>
    <p:embeddedFont>
      <p:font typeface="Poppins Italics"/>
    </p:embeddedFont>
    <p:embeddedFont>
      <p:font typeface="Poppins Bold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font" Target="fonts/Font_1_Poppins_Regular.fntdata"/><Relationship Id="rId5" Type="http://schemas.openxmlformats.org/officeDocument/2006/relationships/font" Target="fonts/Font_2_Microsoft_YaHei_Regular.fntdata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25080" cy="356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86840" cy="356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25080" cy="356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3BA6CEA-8301-4DE3-AE0C-64920EC780C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2999520" cy="1153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03000" cy="584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2999520" cy="468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25080" cy="356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86840" cy="356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25080" cy="356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F8F8728-9546-4789-945A-05BCDAE3D6E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77760" cy="55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77760" cy="4106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77760" cy="796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25080" cy="356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86840" cy="356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25080" cy="356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72FC3B6-5681-4361-8EA1-B45FA01F9D6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63760" cy="146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25080" cy="356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86840" cy="356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25080" cy="356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E1B5BA9-C333-4BE0-9879-E09D0F3F83C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0960" cy="1134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0960" cy="451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25080" cy="356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86840" cy="356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25080" cy="356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54B8943-BE08-47BA-88F5-C05F97DDD1E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48760" cy="584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1280" cy="584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25080" cy="356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86840" cy="356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25080" cy="356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78C279B-B8EC-49D1-B89B-9E0FE5375E1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0960" cy="1134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0960" cy="451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25080" cy="356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86840" cy="356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25080" cy="356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858DE41-BC6A-48E0-844C-5F7327CE70D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63760" cy="135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63760" cy="149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25080" cy="356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86840" cy="356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25080" cy="356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0FA47D5-D11A-439D-B084-133FE9F63E5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0960" cy="1134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29840" cy="451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29840" cy="451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25080" cy="356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86840" cy="356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25080" cy="356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5F07D16-B0A2-4D64-B2BF-F209973106B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0960" cy="1134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1640" cy="63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1640" cy="39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33080" cy="63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33080" cy="39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25080" cy="356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7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86840" cy="356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8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25080" cy="356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8CEC481-1661-4649-A56F-8AD98B442E5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0960" cy="1134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25080" cy="356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86840" cy="356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25080" cy="356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CABF453-9D8A-4F15-9C83-6EF7273295A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2"/>
          <p:cNvGrpSpPr/>
          <p:nvPr/>
        </p:nvGrpSpPr>
        <p:grpSpPr>
          <a:xfrm>
            <a:off x="1225080" y="7717680"/>
            <a:ext cx="17105760" cy="18360"/>
            <a:chOff x="1225080" y="7717680"/>
            <a:chExt cx="17105760" cy="18360"/>
          </a:xfrm>
        </p:grpSpPr>
        <p:sp>
          <p:nvSpPr>
            <p:cNvPr id="60" name="Freeform 3"/>
            <p:cNvSpPr/>
            <p:nvPr/>
          </p:nvSpPr>
          <p:spPr>
            <a:xfrm>
              <a:off x="1225080" y="7717680"/>
              <a:ext cx="17105760" cy="18360"/>
            </a:xfrm>
            <a:custGeom>
              <a:avLst/>
              <a:gdLst>
                <a:gd name="textAreaLeft" fmla="*/ 0 w 17105760"/>
                <a:gd name="textAreaRight" fmla="*/ 17114400 w 17105760"/>
                <a:gd name="textAreaTop" fmla="*/ 0 h 18360"/>
                <a:gd name="textAreaBottom" fmla="*/ 27000 h 18360"/>
              </a:gdLst>
              <a:ahLst/>
              <a:cxnLst/>
              <a:rect l="textAreaLeft" t="textAreaTop" r="textAreaRight" b="textAreaBottom"/>
              <a:pathLst>
                <a:path w="22819232" h="35941">
                  <a:moveTo>
                    <a:pt x="0" y="0"/>
                  </a:moveTo>
                  <a:lnTo>
                    <a:pt x="22819232" y="0"/>
                  </a:lnTo>
                  <a:lnTo>
                    <a:pt x="22819232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4b6671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1" name="TextBox 13"/>
          <p:cNvSpPr/>
          <p:nvPr/>
        </p:nvSpPr>
        <p:spPr>
          <a:xfrm>
            <a:off x="1225080" y="6976080"/>
            <a:ext cx="1461096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751"/>
              </a:lnSpc>
            </a:pPr>
            <a:r>
              <a:rPr lang="en-US" sz="3959" b="0" u="none" spc="315" strike="noStrike">
                <a:solidFill>
                  <a:srgbClr val="343434"/>
                </a:solidFill>
                <a:effectLst/>
                <a:uFillTx/>
                <a:latin typeface="Poppins"/>
                <a:ea typeface="Poppins Bold"/>
              </a:rPr>
              <a:t>EXPERIENCIA LABORAL</a:t>
            </a:r>
            <a:endParaRPr lang="es-AR" sz="39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22"/>
          <p:cNvSpPr/>
          <p:nvPr/>
        </p:nvSpPr>
        <p:spPr>
          <a:xfrm>
            <a:off x="1225080" y="8174520"/>
            <a:ext cx="18934920" cy="67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872"/>
              </a:lnSpc>
            </a:pPr>
            <a:r>
              <a:rPr lang="en-US" sz="2760" b="1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 Bold"/>
              </a:rPr>
              <a:t>{{exp_1_role}}</a:t>
            </a:r>
            <a:r>
              <a:rPr lang="en-US" sz="276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 Bold"/>
              </a:rPr>
              <a:t>  </a:t>
            </a:r>
            <a:r>
              <a:rPr lang="en-US" sz="2760" b="0" u="none" strike="noStrike">
                <a:solidFill>
                  <a:srgbClr val="1e1e1e"/>
                </a:solidFill>
                <a:effectLst/>
                <a:uFillTx/>
                <a:latin typeface="Poppins"/>
                <a:ea typeface="Poppins"/>
              </a:rPr>
              <a:t>{{exp_1_company}}   {{exp_1_dates}}</a:t>
            </a:r>
            <a:endParaRPr lang="es-AR" sz="27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7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AR" sz="2260" b="0" u="none" strike="noStrike">
                <a:solidFill>
                  <a:srgbClr val="000000"/>
                </a:solidFill>
                <a:effectLst/>
                <a:uFillTx/>
                <a:latin typeface="Poppins"/>
                <a:ea typeface="Montserrat"/>
              </a:rPr>
              <a:t>{{exp_1_bullets_block}}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61"/>
              </a:lnSpc>
            </a:pP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61"/>
              </a:lnSpc>
            </a:pP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61"/>
              </a:lnSpc>
            </a:pP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966"/>
              </a:lnSpc>
            </a:pPr>
            <a:endParaRPr lang="es-AR" sz="2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872"/>
              </a:lnSpc>
            </a:pPr>
            <a:endParaRPr lang="es-AR" sz="27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872"/>
              </a:lnSpc>
            </a:pPr>
            <a:endParaRPr lang="es-AR" sz="27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61"/>
              </a:lnSpc>
            </a:pP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61"/>
              </a:lnSpc>
            </a:pP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261"/>
              </a:lnSpc>
            </a:pP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963"/>
              </a:lnSpc>
            </a:pPr>
            <a:endParaRPr lang="es-AR" sz="2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963"/>
              </a:lnSpc>
            </a:pPr>
            <a:endParaRPr lang="es-AR" sz="2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872"/>
              </a:lnSpc>
            </a:pPr>
            <a:endParaRPr lang="es-AR" sz="27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23"/>
          <p:cNvSpPr/>
          <p:nvPr/>
        </p:nvSpPr>
        <p:spPr>
          <a:xfrm>
            <a:off x="5292720" y="8174520"/>
            <a:ext cx="17739720" cy="48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872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26"/>
          <p:cNvSpPr/>
          <p:nvPr/>
        </p:nvSpPr>
        <p:spPr>
          <a:xfrm>
            <a:off x="5292000" y="12600000"/>
            <a:ext cx="17920440" cy="48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872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29"/>
          <p:cNvSpPr/>
          <p:nvPr/>
        </p:nvSpPr>
        <p:spPr>
          <a:xfrm>
            <a:off x="5220000" y="16920000"/>
            <a:ext cx="17778240" cy="48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872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1263600" y="536400"/>
            <a:ext cx="4134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{{%photo}}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10"/>
          <p:cNvSpPr/>
          <p:nvPr/>
        </p:nvSpPr>
        <p:spPr>
          <a:xfrm>
            <a:off x="5237280" y="3263760"/>
            <a:ext cx="156801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960"/>
              </a:lnSpc>
            </a:pPr>
            <a:r>
              <a:rPr lang="en-US" sz="220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{{contact_phone}} |  {{contact_email}} |  {{contact_location}} | {{licencia}}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96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11"/>
          <p:cNvSpPr/>
          <p:nvPr/>
        </p:nvSpPr>
        <p:spPr>
          <a:xfrm>
            <a:off x="5338800" y="806040"/>
            <a:ext cx="15357600" cy="211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1486"/>
              </a:lnSpc>
            </a:pPr>
            <a:r>
              <a:rPr lang="en-US" sz="7200" b="0" u="none" strike="noStrike">
                <a:solidFill>
                  <a:srgbClr val="c0504d"/>
                </a:solidFill>
                <a:effectLst/>
                <a:uFillTx/>
                <a:latin typeface="Poppins"/>
                <a:ea typeface="Poppins Bold"/>
              </a:rPr>
              <a:t>{{name}}</a:t>
            </a:r>
            <a:endParaRPr lang="es-AR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5148"/>
              </a:lnSpc>
            </a:pPr>
            <a:r>
              <a:rPr lang="en-US" sz="2600" b="0" u="none" spc="320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{{title}}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18"/>
          <p:cNvSpPr/>
          <p:nvPr/>
        </p:nvSpPr>
        <p:spPr>
          <a:xfrm>
            <a:off x="1225440" y="4326840"/>
            <a:ext cx="18291960" cy="45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55"/>
              </a:lnSpc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 Italics"/>
              </a:rPr>
              <a:t>{{about}}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0" name="Group 4"/>
          <p:cNvGrpSpPr/>
          <p:nvPr/>
        </p:nvGrpSpPr>
        <p:grpSpPr>
          <a:xfrm>
            <a:off x="1298520" y="21231000"/>
            <a:ext cx="17106120" cy="18720"/>
            <a:chOff x="1298520" y="21231000"/>
            <a:chExt cx="17106120" cy="18720"/>
          </a:xfrm>
        </p:grpSpPr>
        <p:sp>
          <p:nvSpPr>
            <p:cNvPr id="71" name="Freeform 1"/>
            <p:cNvSpPr/>
            <p:nvPr/>
          </p:nvSpPr>
          <p:spPr>
            <a:xfrm>
              <a:off x="1298520" y="21231000"/>
              <a:ext cx="17106120" cy="18720"/>
            </a:xfrm>
            <a:custGeom>
              <a:avLst/>
              <a:gdLst>
                <a:gd name="textAreaLeft" fmla="*/ 0 w 17106120"/>
                <a:gd name="textAreaRight" fmla="*/ 17114400 w 17106120"/>
                <a:gd name="textAreaTop" fmla="*/ 0 h 18720"/>
                <a:gd name="textAreaBottom" fmla="*/ 27000 h 18720"/>
              </a:gdLst>
              <a:ahLst/>
              <a:cxnLst/>
              <a:rect l="textAreaLeft" t="textAreaTop" r="textAreaRight" b="textAreaBottom"/>
              <a:pathLst>
                <a:path w="22819232" h="35941">
                  <a:moveTo>
                    <a:pt x="0" y="0"/>
                  </a:moveTo>
                  <a:lnTo>
                    <a:pt x="22819232" y="0"/>
                  </a:lnTo>
                  <a:lnTo>
                    <a:pt x="22819232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4b6671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2" name="Group 6"/>
          <p:cNvGrpSpPr/>
          <p:nvPr/>
        </p:nvGrpSpPr>
        <p:grpSpPr>
          <a:xfrm>
            <a:off x="1260720" y="26496720"/>
            <a:ext cx="17106120" cy="18720"/>
            <a:chOff x="1260720" y="26496720"/>
            <a:chExt cx="17106120" cy="18720"/>
          </a:xfrm>
        </p:grpSpPr>
        <p:sp>
          <p:nvSpPr>
            <p:cNvPr id="73" name="Freeform 7"/>
            <p:cNvSpPr/>
            <p:nvPr/>
          </p:nvSpPr>
          <p:spPr>
            <a:xfrm>
              <a:off x="1260720" y="26496720"/>
              <a:ext cx="17106120" cy="18720"/>
            </a:xfrm>
            <a:custGeom>
              <a:avLst/>
              <a:gdLst>
                <a:gd name="textAreaLeft" fmla="*/ 0 w 17106120"/>
                <a:gd name="textAreaRight" fmla="*/ 17114400 w 17106120"/>
                <a:gd name="textAreaTop" fmla="*/ 0 h 18720"/>
                <a:gd name="textAreaBottom" fmla="*/ 27000 h 18720"/>
              </a:gdLst>
              <a:ahLst/>
              <a:cxnLst/>
              <a:rect l="textAreaLeft" t="textAreaTop" r="textAreaRight" b="textAreaBottom"/>
              <a:pathLst>
                <a:path w="22819232" h="35941">
                  <a:moveTo>
                    <a:pt x="0" y="0"/>
                  </a:moveTo>
                  <a:lnTo>
                    <a:pt x="22819232" y="0"/>
                  </a:lnTo>
                  <a:lnTo>
                    <a:pt x="22819232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4b6671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4" name="Group 8"/>
          <p:cNvGrpSpPr/>
          <p:nvPr/>
        </p:nvGrpSpPr>
        <p:grpSpPr>
          <a:xfrm>
            <a:off x="1225800" y="24017400"/>
            <a:ext cx="17106120" cy="18720"/>
            <a:chOff x="1225800" y="24017400"/>
            <a:chExt cx="17106120" cy="18720"/>
          </a:xfrm>
        </p:grpSpPr>
        <p:sp>
          <p:nvSpPr>
            <p:cNvPr id="75" name="Freeform 9"/>
            <p:cNvSpPr/>
            <p:nvPr/>
          </p:nvSpPr>
          <p:spPr>
            <a:xfrm>
              <a:off x="1225800" y="24017400"/>
              <a:ext cx="17106120" cy="18720"/>
            </a:xfrm>
            <a:custGeom>
              <a:avLst/>
              <a:gdLst>
                <a:gd name="textAreaLeft" fmla="*/ 0 w 17106120"/>
                <a:gd name="textAreaRight" fmla="*/ 17114400 w 17106120"/>
                <a:gd name="textAreaTop" fmla="*/ 0 h 18720"/>
                <a:gd name="textAreaBottom" fmla="*/ 27000 h 18720"/>
              </a:gdLst>
              <a:ahLst/>
              <a:cxnLst/>
              <a:rect l="textAreaLeft" t="textAreaTop" r="textAreaRight" b="textAreaBottom"/>
              <a:pathLst>
                <a:path w="22819232" h="35941">
                  <a:moveTo>
                    <a:pt x="0" y="0"/>
                  </a:moveTo>
                  <a:lnTo>
                    <a:pt x="22819232" y="0"/>
                  </a:lnTo>
                  <a:lnTo>
                    <a:pt x="22819232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4b6671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6" name="TextBox 14"/>
          <p:cNvSpPr/>
          <p:nvPr/>
        </p:nvSpPr>
        <p:spPr>
          <a:xfrm>
            <a:off x="1298520" y="20628000"/>
            <a:ext cx="655524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751"/>
              </a:lnSpc>
            </a:pPr>
            <a:r>
              <a:rPr lang="en-US" sz="3959" b="0" u="none" spc="315" strike="noStrike">
                <a:solidFill>
                  <a:srgbClr val="343434"/>
                </a:solidFill>
                <a:effectLst/>
                <a:uFillTx/>
                <a:latin typeface="Poppins"/>
                <a:ea typeface="Poppins Bold"/>
              </a:rPr>
              <a:t>EDUCACIÓN</a:t>
            </a:r>
            <a:endParaRPr lang="es-AR" sz="39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15"/>
          <p:cNvSpPr/>
          <p:nvPr/>
        </p:nvSpPr>
        <p:spPr>
          <a:xfrm>
            <a:off x="900360" y="21292200"/>
            <a:ext cx="17928000" cy="13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pc="37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{{edu_1_degree}}  {{edu_1_school}}  {{edu_1_years}}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pc="37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{{edu_2_degree}}  {{edu_2_school}}  {{edu_2_years}}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pc="37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{{edu_3_degree}}  {{edu_3_school}}  {{edu_3_years}}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16"/>
          <p:cNvSpPr/>
          <p:nvPr/>
        </p:nvSpPr>
        <p:spPr>
          <a:xfrm>
            <a:off x="1260720" y="25893720"/>
            <a:ext cx="1152504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751"/>
              </a:lnSpc>
            </a:pPr>
            <a:r>
              <a:rPr lang="en-US" sz="3959" b="0" u="none" spc="315" strike="noStrike">
                <a:solidFill>
                  <a:srgbClr val="343434"/>
                </a:solidFill>
                <a:effectLst/>
                <a:uFillTx/>
                <a:latin typeface="Poppins"/>
                <a:ea typeface="Poppins Bold"/>
              </a:rPr>
              <a:t>INFORMÁTICA E IDIOMAS</a:t>
            </a:r>
            <a:endParaRPr lang="es-AR" sz="39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17"/>
          <p:cNvSpPr/>
          <p:nvPr/>
        </p:nvSpPr>
        <p:spPr>
          <a:xfrm>
            <a:off x="900360" y="26665560"/>
            <a:ext cx="17208000" cy="361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{{it_1}}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{{it_2}}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{{it_3}}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{{it_4}}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{{idioma_1}}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{{idioma_2}}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{{idioma_3}}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555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19"/>
          <p:cNvSpPr/>
          <p:nvPr/>
        </p:nvSpPr>
        <p:spPr>
          <a:xfrm>
            <a:off x="1225800" y="23436720"/>
            <a:ext cx="655524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751"/>
              </a:lnSpc>
            </a:pPr>
            <a:r>
              <a:rPr lang="en-US" sz="3959" b="0" u="none" spc="315" strike="noStrike">
                <a:solidFill>
                  <a:srgbClr val="343434"/>
                </a:solidFill>
                <a:effectLst/>
                <a:uFillTx/>
                <a:latin typeface="Poppins"/>
                <a:ea typeface="Poppins Bold"/>
              </a:rPr>
              <a:t>CAPACITACIONES</a:t>
            </a:r>
            <a:endParaRPr lang="es-AR" sz="39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20"/>
          <p:cNvSpPr/>
          <p:nvPr/>
        </p:nvSpPr>
        <p:spPr>
          <a:xfrm>
            <a:off x="900360" y="24053040"/>
            <a:ext cx="19913760" cy="13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{{curso_1}}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{{curso_2}}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216000" defTabSz="914400">
              <a:lnSpc>
                <a:spcPts val="3555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60" b="0" u="none" strike="noStrike">
                <a:solidFill>
                  <a:srgbClr val="343434"/>
                </a:solidFill>
                <a:effectLst/>
                <a:uFillTx/>
                <a:latin typeface="Poppins"/>
                <a:ea typeface="Poppins"/>
              </a:rPr>
              <a:t>{{curso_3}}</a:t>
            </a:r>
            <a:endParaRPr lang="es-AR" sz="22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Application>LibreOffice/25.8.4.2$Windows_X86_64 LibreOffice_project/290daaa01b999472f0c7a3890eb6a550fd74c6df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DAG9ksXom68</dc:identifier>
  <dc:language>es-AR</dc:language>
  <cp:lastModifiedBy/>
  <dcterms:modified xsi:type="dcterms:W3CDTF">2026-02-14T18:29:41Z</dcterms:modified>
  <cp:revision>25</cp:revision>
  <dc:subject/>
  <dc:title>Plantilla_oficial_12.pptx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