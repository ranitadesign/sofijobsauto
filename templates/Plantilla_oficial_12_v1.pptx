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presProps.xml" ContentType="application/vnd.openxmlformats-officedocument.presentationml.presProps+xml"/>
  <Override PartName="/ppt/slides/slide1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embedTrueTypeFonts="1">
  <p:sldMasterIdLst>
    <p:sldMasterId id="2147483648" r:id="rId2"/>
  </p:sldMasterIdLst>
  <p:sldIdLst>
    <p:sldId id="256" r:id="rId3"/>
  </p:sldIdLst>
  <p:sldSz cx="21374100" cy="30276800"/>
  <p:notesSz cx="7559675" cy="10691813"/>
  <p:embeddedFontLst>
    <p:embeddedFont>
      <p:font typeface="Lato"/>
    </p:embeddedFont>
    <p:embeddedFont>
      <p:font typeface="Montserrat"/>
    </p:embeddedFont>
    <p:embeddedFont>
      <p:font typeface="Poppins Bold"/>
    </p:embeddedFont>
    <p:embeddedFont>
      <p:font typeface="Poppins"/>
      <p:regular r:id="rId4"/>
      <p:bold r:id="rId4"/>
    </p:embeddedFont>
    <p:embeddedFont>
      <p:font typeface="Microsoft YaHei"/>
      <p:regular r:id="rId5"/>
    </p:embeddedFont>
    <p:embeddedFont>
      <p:font typeface="Poppins Italics"/>
    </p:embeddedFont>
  </p:embeddedFon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font" Target="fonts/Font_1_Poppins_Regular.fntdata"/><Relationship Id="rId5" Type="http://schemas.openxmlformats.org/officeDocument/2006/relationships/font" Target="fonts/Font_2_Microsoft_YaHei_Regular.fntdata"/><Relationship Id="rId6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65920" cy="1355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65920" cy="1493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2724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8900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2724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29772F1-6152-4162-B334-2A13C8F721B9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3120" cy="1136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2000" cy="4519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2000" cy="4519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PlaceHolder 4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2724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5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8900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" name="PlaceHolder 6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2724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33FCD0B-8B90-474C-92CA-D47BDFDF0D39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3120" cy="1136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3800" cy="63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3800" cy="3944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35240" cy="63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35240" cy="3944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PlaceHolder 6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2724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7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8900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8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2724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E482F40-8D20-4AC9-91A1-78E8526D6C10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3120" cy="1136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2724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8900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2724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92A23DA-6A0B-4B11-B6A7-10B840FD92C6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PlaceHolder 1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2724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" name="PlaceHolder 2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8900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" name="PlaceHolder 3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2724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A522AD3-2197-4512-B31B-E900FDAC1467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1680" cy="1155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05160" cy="5846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1680" cy="468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PlaceHolder 4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2724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" name="PlaceHolder 5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8900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" name="PlaceHolder 6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2724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26EB696-7FE7-4DED-A2E4-398CF8BFB829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79920" cy="560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79920" cy="4108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Pulse para editar el formato de texto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Segundo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Tercer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Cuarto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Quinto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Sexto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Séptimo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79920" cy="798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2724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8900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2724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B6FC382-891C-4BD6-853E-3A5A031FFCE5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65920" cy="1463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2724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8900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4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2724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2841E494-91BA-4F64-9E62-833B48AFD91B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3120" cy="1136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3120" cy="4519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2724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4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8900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" name="PlaceHolder 5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2724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A807736A-736A-4EDD-96E6-0EB6E6CF19F9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0920" cy="5844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3440" cy="5844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2724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" name="PlaceHolder 4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8900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5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2724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58C17E7E-E353-44E0-ACED-F9FB50769A97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3120" cy="1136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3120" cy="4519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PlaceHolder 3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2724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PlaceHolder 4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8900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5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2724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56B7B8A5-E904-4BE3-8DAA-3D9ADBEBEA83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9" name="Group 2"/>
          <p:cNvGrpSpPr/>
          <p:nvPr/>
        </p:nvGrpSpPr>
        <p:grpSpPr>
          <a:xfrm>
            <a:off x="1225080" y="7717680"/>
            <a:ext cx="17107920" cy="20520"/>
            <a:chOff x="1225080" y="7717680"/>
            <a:chExt cx="17107920" cy="20520"/>
          </a:xfrm>
        </p:grpSpPr>
        <p:sp>
          <p:nvSpPr>
            <p:cNvPr id="60" name="Freeform 3"/>
            <p:cNvSpPr/>
            <p:nvPr/>
          </p:nvSpPr>
          <p:spPr>
            <a:xfrm>
              <a:off x="1225080" y="7717680"/>
              <a:ext cx="17107920" cy="20520"/>
            </a:xfrm>
            <a:custGeom>
              <a:avLst/>
              <a:gdLst>
                <a:gd name="textAreaLeft" fmla="*/ 0 w 17107920"/>
                <a:gd name="textAreaRight" fmla="*/ 17114400 w 17107920"/>
                <a:gd name="textAreaTop" fmla="*/ 0 h 20520"/>
                <a:gd name="textAreaBottom" fmla="*/ 27000 h 20520"/>
              </a:gdLst>
              <a:ahLst/>
              <a:cxnLst/>
              <a:rect l="textAreaLeft" t="textAreaTop" r="textAreaRight" b="textAreaBottom"/>
              <a:pathLst>
                <a:path w="22819232" h="35941">
                  <a:moveTo>
                    <a:pt x="0" y="0"/>
                  </a:moveTo>
                  <a:lnTo>
                    <a:pt x="22819232" y="0"/>
                  </a:lnTo>
                  <a:lnTo>
                    <a:pt x="22819232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4b6671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61" name="Group 4"/>
          <p:cNvGrpSpPr/>
          <p:nvPr/>
        </p:nvGrpSpPr>
        <p:grpSpPr>
          <a:xfrm>
            <a:off x="1298160" y="21395880"/>
            <a:ext cx="17107920" cy="20520"/>
            <a:chOff x="1298160" y="21395880"/>
            <a:chExt cx="17107920" cy="20520"/>
          </a:xfrm>
        </p:grpSpPr>
        <p:sp>
          <p:nvSpPr>
            <p:cNvPr id="62" name="Freeform 5"/>
            <p:cNvSpPr/>
            <p:nvPr/>
          </p:nvSpPr>
          <p:spPr>
            <a:xfrm>
              <a:off x="1298160" y="21395880"/>
              <a:ext cx="17107920" cy="20520"/>
            </a:xfrm>
            <a:custGeom>
              <a:avLst/>
              <a:gdLst>
                <a:gd name="textAreaLeft" fmla="*/ 0 w 17107920"/>
                <a:gd name="textAreaRight" fmla="*/ 17114400 w 17107920"/>
                <a:gd name="textAreaTop" fmla="*/ 0 h 20520"/>
                <a:gd name="textAreaBottom" fmla="*/ 27000 h 20520"/>
              </a:gdLst>
              <a:ahLst/>
              <a:cxnLst/>
              <a:rect l="textAreaLeft" t="textAreaTop" r="textAreaRight" b="textAreaBottom"/>
              <a:pathLst>
                <a:path w="22819232" h="35941">
                  <a:moveTo>
                    <a:pt x="0" y="0"/>
                  </a:moveTo>
                  <a:lnTo>
                    <a:pt x="22819232" y="0"/>
                  </a:lnTo>
                  <a:lnTo>
                    <a:pt x="22819232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4b6671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63" name="Group 6"/>
          <p:cNvGrpSpPr/>
          <p:nvPr/>
        </p:nvGrpSpPr>
        <p:grpSpPr>
          <a:xfrm>
            <a:off x="1260360" y="26496720"/>
            <a:ext cx="17107920" cy="20520"/>
            <a:chOff x="1260360" y="26496720"/>
            <a:chExt cx="17107920" cy="20520"/>
          </a:xfrm>
        </p:grpSpPr>
        <p:sp>
          <p:nvSpPr>
            <p:cNvPr id="64" name="Freeform 7"/>
            <p:cNvSpPr/>
            <p:nvPr/>
          </p:nvSpPr>
          <p:spPr>
            <a:xfrm>
              <a:off x="1260360" y="26496720"/>
              <a:ext cx="17107920" cy="20520"/>
            </a:xfrm>
            <a:custGeom>
              <a:avLst/>
              <a:gdLst>
                <a:gd name="textAreaLeft" fmla="*/ 0 w 17107920"/>
                <a:gd name="textAreaRight" fmla="*/ 17114400 w 17107920"/>
                <a:gd name="textAreaTop" fmla="*/ 0 h 20520"/>
                <a:gd name="textAreaBottom" fmla="*/ 27000 h 20520"/>
              </a:gdLst>
              <a:ahLst/>
              <a:cxnLst/>
              <a:rect l="textAreaLeft" t="textAreaTop" r="textAreaRight" b="textAreaBottom"/>
              <a:pathLst>
                <a:path w="22819232" h="35941">
                  <a:moveTo>
                    <a:pt x="0" y="0"/>
                  </a:moveTo>
                  <a:lnTo>
                    <a:pt x="22819232" y="0"/>
                  </a:lnTo>
                  <a:lnTo>
                    <a:pt x="22819232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4b6671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65" name="Group 8"/>
          <p:cNvGrpSpPr/>
          <p:nvPr/>
        </p:nvGrpSpPr>
        <p:grpSpPr>
          <a:xfrm>
            <a:off x="1225440" y="24017400"/>
            <a:ext cx="17107920" cy="20520"/>
            <a:chOff x="1225440" y="24017400"/>
            <a:chExt cx="17107920" cy="20520"/>
          </a:xfrm>
        </p:grpSpPr>
        <p:sp>
          <p:nvSpPr>
            <p:cNvPr id="66" name="Freeform 9"/>
            <p:cNvSpPr/>
            <p:nvPr/>
          </p:nvSpPr>
          <p:spPr>
            <a:xfrm>
              <a:off x="1225440" y="24017400"/>
              <a:ext cx="17107920" cy="20520"/>
            </a:xfrm>
            <a:custGeom>
              <a:avLst/>
              <a:gdLst>
                <a:gd name="textAreaLeft" fmla="*/ 0 w 17107920"/>
                <a:gd name="textAreaRight" fmla="*/ 17114400 w 17107920"/>
                <a:gd name="textAreaTop" fmla="*/ 0 h 20520"/>
                <a:gd name="textAreaBottom" fmla="*/ 27000 h 20520"/>
              </a:gdLst>
              <a:ahLst/>
              <a:cxnLst/>
              <a:rect l="textAreaLeft" t="textAreaTop" r="textAreaRight" b="textAreaBottom"/>
              <a:pathLst>
                <a:path w="22819232" h="35941">
                  <a:moveTo>
                    <a:pt x="0" y="0"/>
                  </a:moveTo>
                  <a:lnTo>
                    <a:pt x="22819232" y="0"/>
                  </a:lnTo>
                  <a:lnTo>
                    <a:pt x="22819232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4b6671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67" name="TextBox 10"/>
          <p:cNvSpPr/>
          <p:nvPr/>
        </p:nvSpPr>
        <p:spPr>
          <a:xfrm>
            <a:off x="5236920" y="3263400"/>
            <a:ext cx="1568196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960"/>
              </a:lnSpc>
            </a:pPr>
            <a:r>
              <a:rPr lang="en-US" sz="2200" b="0" u="none" strike="noStrike">
                <a:solidFill>
                  <a:srgbClr val="343434"/>
                </a:solidFill>
                <a:effectLst/>
                <a:uFillTx/>
                <a:latin typeface="Lato"/>
                <a:ea typeface="Poppins"/>
              </a:rPr>
              <a:t>+{{contact_phone}} |  {{contact_email}} |  {{contact_location}} | Licencia de conducir</a:t>
            </a: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96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TextBox 11"/>
          <p:cNvSpPr/>
          <p:nvPr/>
        </p:nvSpPr>
        <p:spPr>
          <a:xfrm>
            <a:off x="5338440" y="805680"/>
            <a:ext cx="15359400" cy="145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11486"/>
              </a:lnSpc>
            </a:pPr>
            <a:r>
              <a:rPr lang="en-US" sz="8210" b="0" u="none" strike="noStrike">
                <a:solidFill>
                  <a:srgbClr val="c0504d"/>
                </a:solidFill>
                <a:effectLst/>
                <a:uFillTx/>
                <a:latin typeface="Montserrat"/>
                <a:ea typeface="Poppins Bold"/>
              </a:rPr>
              <a:t>{{name}}</a:t>
            </a:r>
            <a:endParaRPr lang="es-AR" sz="82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TextBox 12"/>
          <p:cNvSpPr/>
          <p:nvPr/>
        </p:nvSpPr>
        <p:spPr>
          <a:xfrm>
            <a:off x="5400000" y="2336400"/>
            <a:ext cx="12106800" cy="65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5148"/>
              </a:lnSpc>
            </a:pPr>
            <a:r>
              <a:rPr lang="en-US" sz="2600" b="0" u="none" spc="320" strike="noStrike">
                <a:solidFill>
                  <a:srgbClr val="343434"/>
                </a:solidFill>
                <a:effectLst/>
                <a:uFillTx/>
                <a:latin typeface="Lato"/>
                <a:ea typeface="Poppins"/>
              </a:rPr>
              <a:t>{{title}}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TextBox 13"/>
          <p:cNvSpPr/>
          <p:nvPr/>
        </p:nvSpPr>
        <p:spPr>
          <a:xfrm>
            <a:off x="1225080" y="6976080"/>
            <a:ext cx="14613120" cy="60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751"/>
              </a:lnSpc>
            </a:pPr>
            <a:r>
              <a:rPr lang="en-US" sz="3959" b="0" u="none" spc="315" strike="noStrike">
                <a:solidFill>
                  <a:srgbClr val="343434"/>
                </a:solidFill>
                <a:effectLst/>
                <a:uFillTx/>
                <a:latin typeface="Montserrat"/>
                <a:ea typeface="Poppins Bold"/>
              </a:rPr>
              <a:t>EXPERIENCIA LABORAL</a:t>
            </a:r>
            <a:endParaRPr lang="es-AR" sz="395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TextBox 14"/>
          <p:cNvSpPr/>
          <p:nvPr/>
        </p:nvSpPr>
        <p:spPr>
          <a:xfrm>
            <a:off x="1298160" y="20792880"/>
            <a:ext cx="6557040" cy="60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751"/>
              </a:lnSpc>
            </a:pPr>
            <a:r>
              <a:rPr lang="en-US" sz="3959" b="0" u="none" spc="315" strike="noStrike">
                <a:solidFill>
                  <a:srgbClr val="343434"/>
                </a:solidFill>
                <a:effectLst/>
                <a:uFillTx/>
                <a:latin typeface="Montserrat"/>
                <a:ea typeface="Poppins Bold"/>
              </a:rPr>
              <a:t>EDUCACIÓN</a:t>
            </a:r>
            <a:endParaRPr lang="es-AR" sz="395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TextBox 15"/>
          <p:cNvSpPr/>
          <p:nvPr/>
        </p:nvSpPr>
        <p:spPr>
          <a:xfrm>
            <a:off x="900000" y="21457080"/>
            <a:ext cx="17929800" cy="13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720000" indent="-216000" defTabSz="914400">
              <a:lnSpc>
                <a:spcPts val="355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pc="37" strike="noStrike">
                <a:solidFill>
                  <a:srgbClr val="343434"/>
                </a:solidFill>
                <a:effectLst/>
                <a:uFillTx/>
                <a:latin typeface="Lato"/>
                <a:ea typeface="Poppins"/>
              </a:rPr>
              <a:t>{{edu_1_degree}}  {{edu_1_school}}  {{edu_1_years}}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20000" indent="-216000" defTabSz="914400">
              <a:lnSpc>
                <a:spcPts val="355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pc="37" strike="noStrike">
                <a:solidFill>
                  <a:srgbClr val="343434"/>
                </a:solidFill>
                <a:effectLst/>
                <a:uFillTx/>
                <a:latin typeface="Lato"/>
                <a:ea typeface="Poppins"/>
              </a:rPr>
              <a:t>{{edu_2_degree}}  {{edu_2_school}}  {{edu_2_years}}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20000" indent="-216000" defTabSz="914400">
              <a:lnSpc>
                <a:spcPts val="355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pc="37" strike="noStrike">
                <a:solidFill>
                  <a:srgbClr val="343434"/>
                </a:solidFill>
                <a:effectLst/>
                <a:uFillTx/>
                <a:latin typeface="Lato"/>
                <a:ea typeface="Poppins"/>
              </a:rPr>
              <a:t>{{edu_3_degree}}  {{edu_3_school}}  {{edu_3_years}}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TextBox 16"/>
          <p:cNvSpPr/>
          <p:nvPr/>
        </p:nvSpPr>
        <p:spPr>
          <a:xfrm>
            <a:off x="1260360" y="25893720"/>
            <a:ext cx="11526840" cy="60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751"/>
              </a:lnSpc>
            </a:pPr>
            <a:r>
              <a:rPr lang="en-US" sz="3959" b="0" u="none" spc="315" strike="noStrike">
                <a:solidFill>
                  <a:srgbClr val="343434"/>
                </a:solidFill>
                <a:effectLst/>
                <a:uFillTx/>
                <a:latin typeface="Montserrat"/>
                <a:ea typeface="Poppins Bold"/>
              </a:rPr>
              <a:t>INFORMÁTICA E IDIOMAS</a:t>
            </a:r>
            <a:endParaRPr lang="es-AR" sz="395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TextBox 17"/>
          <p:cNvSpPr/>
          <p:nvPr/>
        </p:nvSpPr>
        <p:spPr>
          <a:xfrm>
            <a:off x="900000" y="26665560"/>
            <a:ext cx="17209800" cy="361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720000" indent="-216000" defTabSz="914400">
              <a:lnSpc>
                <a:spcPts val="355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Lato"/>
                <a:ea typeface="Poppins"/>
              </a:rPr>
              <a:t>{{it_1}}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20000" indent="-216000" defTabSz="914400">
              <a:lnSpc>
                <a:spcPts val="355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Lato"/>
                <a:ea typeface="Poppins"/>
              </a:rPr>
              <a:t>{{it_2}}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20000" indent="-216000" defTabSz="914400">
              <a:lnSpc>
                <a:spcPts val="355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Lato"/>
                <a:ea typeface="Poppins"/>
              </a:rPr>
              <a:t>{{it_3}}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20000" indent="-216000" defTabSz="914400">
              <a:lnSpc>
                <a:spcPts val="355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Lato"/>
                <a:ea typeface="Poppins"/>
              </a:rPr>
              <a:t>{{it_4}}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20000" indent="-216000" defTabSz="914400">
              <a:lnSpc>
                <a:spcPts val="355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Lato"/>
                <a:ea typeface="Poppins"/>
              </a:rPr>
              <a:t>{{idioma_1}}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20000" indent="-216000" defTabSz="914400">
              <a:lnSpc>
                <a:spcPts val="355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Lato"/>
                <a:ea typeface="Poppins"/>
              </a:rPr>
              <a:t>{{idioma_2}}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20000" indent="-216000" defTabSz="914400">
              <a:lnSpc>
                <a:spcPts val="355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Lato"/>
                <a:ea typeface="Poppins"/>
              </a:rPr>
              <a:t>{{idioma_3}}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555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TextBox 18"/>
          <p:cNvSpPr/>
          <p:nvPr/>
        </p:nvSpPr>
        <p:spPr>
          <a:xfrm>
            <a:off x="1225080" y="4326480"/>
            <a:ext cx="18293760" cy="45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555"/>
              </a:lnSpc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Lato"/>
                <a:ea typeface="Poppins Italics"/>
              </a:rPr>
              <a:t>{{about}}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TextBox 19"/>
          <p:cNvSpPr/>
          <p:nvPr/>
        </p:nvSpPr>
        <p:spPr>
          <a:xfrm>
            <a:off x="1225440" y="23436720"/>
            <a:ext cx="6557040" cy="60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751"/>
              </a:lnSpc>
            </a:pPr>
            <a:r>
              <a:rPr lang="en-US" sz="3959" b="0" u="none" spc="315" strike="noStrike">
                <a:solidFill>
                  <a:srgbClr val="343434"/>
                </a:solidFill>
                <a:effectLst/>
                <a:uFillTx/>
                <a:latin typeface="Montserrat"/>
                <a:ea typeface="Poppins Bold"/>
              </a:rPr>
              <a:t>CAPACITACIONES</a:t>
            </a:r>
            <a:endParaRPr lang="es-AR" sz="395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TextBox 20"/>
          <p:cNvSpPr/>
          <p:nvPr/>
        </p:nvSpPr>
        <p:spPr>
          <a:xfrm>
            <a:off x="900000" y="24053040"/>
            <a:ext cx="19915560" cy="13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720000" indent="-216000" defTabSz="914400">
              <a:lnSpc>
                <a:spcPts val="355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Lato"/>
                <a:ea typeface="Poppins"/>
              </a:rPr>
              <a:t>{{curso_1}}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20000" indent="-216000" defTabSz="914400">
              <a:lnSpc>
                <a:spcPts val="355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Lato"/>
                <a:ea typeface="Poppins"/>
              </a:rPr>
              <a:t>{{curso_2}}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20000" indent="-216000" defTabSz="914400">
              <a:lnSpc>
                <a:spcPts val="355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Lato"/>
                <a:ea typeface="Poppins"/>
              </a:rPr>
              <a:t>{{curso_3}}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TextBox 22"/>
          <p:cNvSpPr/>
          <p:nvPr/>
        </p:nvSpPr>
        <p:spPr>
          <a:xfrm>
            <a:off x="1225080" y="8174520"/>
            <a:ext cx="21288240" cy="676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872"/>
              </a:lnSpc>
            </a:pPr>
            <a:r>
              <a:rPr lang="en-US" sz="2760" b="1" u="none" strike="noStrike">
                <a:solidFill>
                  <a:srgbClr val="1e1e1e"/>
                </a:solidFill>
                <a:effectLst/>
                <a:uFillTx/>
                <a:latin typeface="Montserrat"/>
                <a:ea typeface="Poppins Bold"/>
              </a:rPr>
              <a:t>{{exp_1_role}}</a:t>
            </a:r>
            <a:r>
              <a:rPr lang="en-US" sz="2760" b="0" u="none" strike="noStrike">
                <a:solidFill>
                  <a:srgbClr val="1e1e1e"/>
                </a:solidFill>
                <a:effectLst/>
                <a:uFillTx/>
                <a:latin typeface="Poppins Bold"/>
                <a:ea typeface="Poppins Bold"/>
              </a:rPr>
              <a:t>  </a:t>
            </a:r>
            <a:r>
              <a:rPr lang="en-US" sz="2760" b="0" u="none" strike="noStrike">
                <a:solidFill>
                  <a:srgbClr val="1e1e1e"/>
                </a:solidFill>
                <a:effectLst/>
                <a:uFillTx/>
                <a:latin typeface="Lato"/>
                <a:ea typeface="Poppins"/>
              </a:rPr>
              <a:t>{{exp_1_company}}   {{exp_1_dates}}</a:t>
            </a:r>
            <a:endParaRPr lang="es-AR" sz="27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7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s-AR" sz="2500" b="0" u="none" strike="noStrike">
                <a:solidFill>
                  <a:srgbClr val="000000"/>
                </a:solidFill>
                <a:effectLst/>
                <a:uFillTx/>
                <a:latin typeface="Lato"/>
                <a:ea typeface="Montserrat"/>
              </a:rPr>
              <a:t>{{exp_1_bullets_block}}</a:t>
            </a: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261"/>
              </a:lnSpc>
            </a:pP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261"/>
              </a:lnSpc>
            </a:pP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261"/>
              </a:lnSpc>
            </a:pP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966"/>
              </a:lnSpc>
            </a:pPr>
            <a:endParaRPr lang="es-AR" sz="2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872"/>
              </a:lnSpc>
            </a:pPr>
            <a:endParaRPr lang="es-AR" sz="27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872"/>
              </a:lnSpc>
            </a:pPr>
            <a:endParaRPr lang="es-AR" sz="27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261"/>
              </a:lnSpc>
            </a:pP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261"/>
              </a:lnSpc>
            </a:pP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261"/>
              </a:lnSpc>
            </a:pP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963"/>
              </a:lnSpc>
            </a:pPr>
            <a:endParaRPr lang="es-AR" sz="2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963"/>
              </a:lnSpc>
            </a:pPr>
            <a:endParaRPr lang="es-AR" sz="2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872"/>
              </a:lnSpc>
            </a:pPr>
            <a:endParaRPr lang="es-AR" sz="27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TextBox 23"/>
          <p:cNvSpPr/>
          <p:nvPr/>
        </p:nvSpPr>
        <p:spPr>
          <a:xfrm>
            <a:off x="5292720" y="8174520"/>
            <a:ext cx="17741880" cy="48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872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TextBox 26"/>
          <p:cNvSpPr/>
          <p:nvPr/>
        </p:nvSpPr>
        <p:spPr>
          <a:xfrm>
            <a:off x="5292000" y="12600000"/>
            <a:ext cx="17922600" cy="48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872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TextBox 29"/>
          <p:cNvSpPr/>
          <p:nvPr/>
        </p:nvSpPr>
        <p:spPr>
          <a:xfrm>
            <a:off x="5220000" y="16920000"/>
            <a:ext cx="17780400" cy="48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872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"/>
          <p:cNvSpPr/>
          <p:nvPr/>
        </p:nvSpPr>
        <p:spPr>
          <a:xfrm>
            <a:off x="1263600" y="536400"/>
            <a:ext cx="41364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{{%photo}}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21</TotalTime>
  <Application>LibreOffice/25.8.4.2$Windows_X86_64 LibreOffice_project/290daaa01b999472f0c7a3890eb6a550fd74c6df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2006-08-16T00:00:00Z</dcterms:created>
  <dc:creator/>
  <dc:description/>
  <dc:identifier>DAG9ksXom68</dc:identifier>
  <dc:language>es-AR</dc:language>
  <cp:lastModifiedBy/>
  <dcterms:modified xsi:type="dcterms:W3CDTF">2026-01-14T16:11:30Z</dcterms:modified>
  <cp:revision>19</cp:revision>
  <dc:subject/>
  <dc:title>Plantilla_oficial_12.pptx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