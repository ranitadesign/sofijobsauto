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Now Bold"/>
    </p:embeddedFont>
    <p:embeddedFont>
      <p:font typeface="Microsoft YaHei"/>
      <p:regular r:id="rId5"/>
    </p:embeddedFont>
    <p:embeddedFont>
      <p:font typeface="Montserrat Bold"/>
    </p:embeddedFont>
    <p:embeddedFont>
      <p:font typeface="Montserrat"/>
      <p:regular r:id="rId6"/>
      <p:bold r:id="rId6"/>
    </p:embeddedFont>
    <p:embeddedFont>
      <p:font typeface="Now"/>
      <p:regular r:id="rId7"/>
      <p:bold r:id="rId7"/>
    </p:embeddedFont>
    <p:embeddedFont>
      <p:font typeface="Lato"/>
      <p:regular r:id="rId8"/>
      <p:bold r:id="rId8"/>
    </p:embeddedFont>
    <p:embeddedFont>
      <p:font typeface="Lato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Montserrat_Regular.fntdata"/><Relationship Id="rId7" Type="http://schemas.openxmlformats.org/officeDocument/2006/relationships/font" Target="fonts/Font_4_Now_Regular.fntdata"/><Relationship Id="rId8" Type="http://schemas.openxmlformats.org/officeDocument/2006/relationships/font" Target="fonts/Font_5_Lato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72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E930B07-87B2-4E42-8B37-C9D93D26102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0520" cy="135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0520" cy="148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FC8323B-6D7C-452D-8E9A-7978FC9C168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660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660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4D861D8-421F-443F-877B-FDFE2E5D67A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8400" cy="62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8400" cy="39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9840" cy="62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9840" cy="39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6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7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8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955B540-40E7-48BC-911F-5178E8E9121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1363572-FE42-45DD-A88F-763BE7E3853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E3C776C-F234-479B-853C-A157184A856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6280" cy="115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9760" cy="584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6280" cy="467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8346ADE-15FD-45E8-9AA1-1B5077CD6AE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4520" cy="55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4520" cy="4102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4520" cy="79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9332F9E-25BD-4BE5-B7FE-8024F2EEC77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0520" cy="145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1ADC6F8-A160-4A5A-A84A-A71CEEB59F7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72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C55ABD3-5D03-48B5-B942-92D8D6D6A72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5520" cy="583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8040" cy="583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27464EB-CB25-455D-A22D-A79882CF886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Freeform 2"/>
          <p:cNvSpPr/>
          <p:nvPr/>
        </p:nvSpPr>
        <p:spPr>
          <a:xfrm>
            <a:off x="-28440" y="0"/>
            <a:ext cx="7008840" cy="30301200"/>
          </a:xfrm>
          <a:custGeom>
            <a:avLst/>
            <a:gdLst>
              <a:gd name="textAreaLeft" fmla="*/ 0 w 7008840"/>
              <a:gd name="textAreaRight" fmla="*/ 7020360 w 7008840"/>
              <a:gd name="textAreaTop" fmla="*/ 0 h 30301200"/>
              <a:gd name="textAreaBottom" fmla="*/ 30312360 h 30301200"/>
            </a:gdLst>
            <a:ahLst/>
            <a:cxnLst/>
            <a:rect l="textAreaLeft" t="textAreaTop" r="textAreaRight" b="textAreaBottom"/>
            <a:pathLst>
              <a:path w="8625412" h="31806316">
                <a:moveTo>
                  <a:pt x="0" y="0"/>
                </a:moveTo>
                <a:lnTo>
                  <a:pt x="8625412" y="0"/>
                </a:lnTo>
                <a:lnTo>
                  <a:pt x="8625412" y="31806316"/>
                </a:lnTo>
                <a:lnTo>
                  <a:pt x="0" y="31806316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3"/>
          <p:cNvGrpSpPr/>
          <p:nvPr/>
        </p:nvGrpSpPr>
        <p:grpSpPr>
          <a:xfrm>
            <a:off x="7767000" y="2985480"/>
            <a:ext cx="1747800" cy="6840"/>
            <a:chOff x="7767000" y="2985480"/>
            <a:chExt cx="1747800" cy="6840"/>
          </a:xfrm>
        </p:grpSpPr>
        <p:sp>
          <p:nvSpPr>
            <p:cNvPr id="61" name="Freeform 4"/>
            <p:cNvSpPr/>
            <p:nvPr/>
          </p:nvSpPr>
          <p:spPr>
            <a:xfrm>
              <a:off x="7767000" y="2985480"/>
              <a:ext cx="1747800" cy="6840"/>
            </a:xfrm>
            <a:custGeom>
              <a:avLst/>
              <a:gdLst>
                <a:gd name="textAreaLeft" fmla="*/ 0 w 1747800"/>
                <a:gd name="textAreaRight" fmla="*/ 1759680 w 1747800"/>
                <a:gd name="textAreaTop" fmla="*/ 0 h 6840"/>
                <a:gd name="textAreaBottom" fmla="*/ 18360 h 6840"/>
              </a:gdLst>
              <a:ahLst/>
              <a:cxnLst/>
              <a:rect l="textAreaLeft" t="textAreaTop" r="textAreaRight" b="textAreaBottom"/>
              <a:pathLst>
                <a:path w="2346198" h="143764">
                  <a:moveTo>
                    <a:pt x="0" y="0"/>
                  </a:moveTo>
                  <a:lnTo>
                    <a:pt x="2346198" y="0"/>
                  </a:lnTo>
                  <a:lnTo>
                    <a:pt x="2346198" y="143764"/>
                  </a:lnTo>
                  <a:lnTo>
                    <a:pt x="0" y="143764"/>
                  </a:lnTo>
                  <a:close/>
                </a:path>
              </a:pathLst>
            </a:custGeom>
            <a:solidFill>
              <a:srgbClr val="c4c4b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6640" bIns="-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2" name="Group 17"/>
          <p:cNvGrpSpPr/>
          <p:nvPr/>
        </p:nvGrpSpPr>
        <p:grpSpPr>
          <a:xfrm>
            <a:off x="7649640" y="8439480"/>
            <a:ext cx="12508920" cy="18720"/>
            <a:chOff x="7649640" y="8439480"/>
            <a:chExt cx="12508920" cy="18720"/>
          </a:xfrm>
        </p:grpSpPr>
        <p:sp>
          <p:nvSpPr>
            <p:cNvPr id="63" name="Freeform 18"/>
            <p:cNvSpPr/>
            <p:nvPr/>
          </p:nvSpPr>
          <p:spPr>
            <a:xfrm>
              <a:off x="7649640" y="8439480"/>
              <a:ext cx="12508920" cy="18720"/>
            </a:xfrm>
            <a:custGeom>
              <a:avLst/>
              <a:gdLst>
                <a:gd name="textAreaLeft" fmla="*/ 0 w 12508920"/>
                <a:gd name="textAreaRight" fmla="*/ 12520800 w 12508920"/>
                <a:gd name="textAreaTop" fmla="*/ 0 h 18720"/>
                <a:gd name="textAreaBottom" fmla="*/ 30600 h 18720"/>
              </a:gdLst>
              <a:ahLst/>
              <a:cxnLst/>
              <a:rect l="textAreaLeft" t="textAreaTop" r="textAreaRight" b="textAreaBottom"/>
              <a:pathLst>
                <a:path w="16694277" h="40640">
                  <a:moveTo>
                    <a:pt x="16525239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94277" y="40640"/>
                  </a:lnTo>
                  <a:lnTo>
                    <a:pt x="16694277" y="0"/>
                  </a:lnTo>
                  <a:close/>
                </a:path>
              </a:pathLst>
            </a:custGeom>
            <a:solidFill>
              <a:srgbClr val="c4c4b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4" name="Group 19"/>
          <p:cNvGrpSpPr/>
          <p:nvPr/>
        </p:nvGrpSpPr>
        <p:grpSpPr>
          <a:xfrm>
            <a:off x="7825680" y="4489200"/>
            <a:ext cx="12477240" cy="18720"/>
            <a:chOff x="7825680" y="4489200"/>
            <a:chExt cx="12477240" cy="18720"/>
          </a:xfrm>
        </p:grpSpPr>
        <p:sp>
          <p:nvSpPr>
            <p:cNvPr id="65" name="Freeform 20"/>
            <p:cNvSpPr/>
            <p:nvPr/>
          </p:nvSpPr>
          <p:spPr>
            <a:xfrm>
              <a:off x="7825680" y="4489200"/>
              <a:ext cx="12477240" cy="18720"/>
            </a:xfrm>
            <a:custGeom>
              <a:avLst/>
              <a:gdLst>
                <a:gd name="textAreaLeft" fmla="*/ 0 w 12477240"/>
                <a:gd name="textAreaRight" fmla="*/ 12489120 w 12477240"/>
                <a:gd name="textAreaTop" fmla="*/ 0 h 18720"/>
                <a:gd name="textAreaBottom" fmla="*/ 30600 h 18720"/>
              </a:gdLst>
              <a:ahLst/>
              <a:cxnLst/>
              <a:rect l="textAreaLeft" t="textAreaTop" r="textAreaRight" b="textAreaBottom"/>
              <a:pathLst>
                <a:path w="16652239" h="40640">
                  <a:moveTo>
                    <a:pt x="16483076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52239" y="40640"/>
                  </a:lnTo>
                  <a:lnTo>
                    <a:pt x="16652239" y="0"/>
                  </a:lnTo>
                  <a:close/>
                </a:path>
              </a:pathLst>
            </a:custGeom>
            <a:solidFill>
              <a:srgbClr val="c4c4b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6" name="Group 21"/>
          <p:cNvGrpSpPr/>
          <p:nvPr/>
        </p:nvGrpSpPr>
        <p:grpSpPr>
          <a:xfrm>
            <a:off x="7507440" y="9081360"/>
            <a:ext cx="36000" cy="19648080"/>
            <a:chOff x="7507440" y="9081360"/>
            <a:chExt cx="36000" cy="19648080"/>
          </a:xfrm>
        </p:grpSpPr>
        <p:sp>
          <p:nvSpPr>
            <p:cNvPr id="67" name="Freeform 22"/>
            <p:cNvSpPr/>
            <p:nvPr/>
          </p:nvSpPr>
          <p:spPr>
            <a:xfrm rot="5400000">
              <a:off x="-2298600" y="18887400"/>
              <a:ext cx="19648080" cy="36000"/>
            </a:xfrm>
            <a:custGeom>
              <a:avLst/>
              <a:gdLst>
                <a:gd name="textAreaLeft" fmla="*/ 0 w 19648080"/>
                <a:gd name="textAreaRight" fmla="*/ 19659960 w 19648080"/>
                <a:gd name="textAreaTop" fmla="*/ 0 h 36000"/>
                <a:gd name="textAreaBottom" fmla="*/ 47880 h 36000"/>
              </a:gdLst>
              <a:ahLst/>
              <a:cxnLst/>
              <a:rect l="textAreaLeft" t="textAreaTop" r="textAreaRight" b="textAreaBottom"/>
              <a:pathLst>
                <a:path w="26213308" h="63754">
                  <a:moveTo>
                    <a:pt x="25947751" y="0"/>
                  </a:moveTo>
                  <a:lnTo>
                    <a:pt x="0" y="0"/>
                  </a:lnTo>
                  <a:lnTo>
                    <a:pt x="0" y="63754"/>
                  </a:lnTo>
                  <a:lnTo>
                    <a:pt x="26213308" y="63754"/>
                  </a:lnTo>
                  <a:lnTo>
                    <a:pt x="26213308" y="0"/>
                  </a:lnTo>
                  <a:close/>
                </a:path>
              </a:pathLst>
            </a:custGeom>
            <a:solidFill>
              <a:srgbClr val="c4c4b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880" bIns="288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8" name="TextBox 26"/>
          <p:cNvSpPr/>
          <p:nvPr/>
        </p:nvSpPr>
        <p:spPr>
          <a:xfrm>
            <a:off x="7767000" y="681120"/>
            <a:ext cx="12744360" cy="172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7645"/>
              </a:lnSpc>
            </a:pPr>
            <a:r>
              <a:rPr lang="en-US" sz="7650" b="0" u="none" strike="noStrike">
                <a:solidFill>
                  <a:srgbClr val="c0504d"/>
                </a:solidFill>
                <a:effectLst/>
                <a:uFillTx/>
                <a:latin typeface="Poppins"/>
                <a:ea typeface="Now Bold"/>
              </a:rPr>
              <a:t>{{name}}</a:t>
            </a:r>
            <a:endParaRPr lang="es-AR" sz="7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5941"/>
              </a:lnSpc>
            </a:pPr>
            <a:r>
              <a:rPr lang="en-US" sz="2800" b="0" u="none" strike="noStrike">
                <a:solidFill>
                  <a:srgbClr val="1c1c1c"/>
                </a:solidFill>
                <a:effectLst/>
                <a:uFillTx/>
                <a:latin typeface="Poppins"/>
                <a:ea typeface="Now"/>
              </a:rPr>
              <a:t>{{title}}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7"/>
          <p:cNvSpPr/>
          <p:nvPr/>
        </p:nvSpPr>
        <p:spPr>
          <a:xfrm>
            <a:off x="7767000" y="7687440"/>
            <a:ext cx="12535920" cy="70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7"/>
              </a:lnSpc>
            </a:pPr>
            <a:r>
              <a:rPr lang="en-US" sz="3959" b="0" u="none" spc="468" strike="noStrike">
                <a:solidFill>
                  <a:srgbClr val="1c1c1c"/>
                </a:solidFill>
                <a:effectLst/>
                <a:uFillTx/>
                <a:latin typeface="Poppins"/>
                <a:ea typeface="Now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38"/>
          <p:cNvSpPr/>
          <p:nvPr/>
        </p:nvSpPr>
        <p:spPr>
          <a:xfrm>
            <a:off x="7825680" y="3617640"/>
            <a:ext cx="12477240" cy="70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0" u="none" spc="468" strike="noStrike">
                <a:solidFill>
                  <a:srgbClr val="1c1c1c"/>
                </a:solidFill>
                <a:effectLst/>
                <a:uFillTx/>
                <a:latin typeface="Poppins"/>
                <a:ea typeface="Now Bold"/>
              </a:rPr>
              <a:t>Perfil Profesional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39"/>
          <p:cNvSpPr/>
          <p:nvPr/>
        </p:nvSpPr>
        <p:spPr>
          <a:xfrm>
            <a:off x="7825680" y="4489200"/>
            <a:ext cx="1247724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201"/>
              </a:lnSpc>
            </a:pPr>
            <a:r>
              <a:rPr lang="en-US" sz="2550" b="0" u="none" strike="noStrike">
                <a:solidFill>
                  <a:srgbClr val="1c1c1c"/>
                </a:solidFill>
                <a:effectLst/>
                <a:uFillTx/>
                <a:latin typeface="Poppins"/>
                <a:ea typeface="Lato"/>
              </a:rPr>
              <a:t>{{about}}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40"/>
          <p:cNvSpPr/>
          <p:nvPr/>
        </p:nvSpPr>
        <p:spPr>
          <a:xfrm>
            <a:off x="7362000" y="8772480"/>
            <a:ext cx="13173840" cy="46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686"/>
              </a:lnSpc>
              <a:buClr>
                <a:srgbClr val="c4c4be"/>
              </a:buClr>
              <a:buFont typeface="Wingdings" charset="2"/>
              <a:buChar char=""/>
            </a:pPr>
            <a:r>
              <a:rPr lang="en-US" sz="2100" b="1" u="none" strike="noStrike">
                <a:solidFill>
                  <a:srgbClr val="000000"/>
                </a:solidFill>
                <a:effectLst/>
                <a:uFillTx/>
                <a:latin typeface="Poppins"/>
                <a:ea typeface="Lato Bold"/>
              </a:rPr>
              <a:t>[[EXPERIENCE_BLOCK]] </a:t>
            </a: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oppins"/>
                <a:ea typeface="Lato Bold"/>
              </a:rPr>
              <a:t> 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686"/>
              </a:lnSpc>
              <a:buClr>
                <a:srgbClr val="c4c4be"/>
              </a:buClr>
              <a:buFont typeface="Wingdings" charset="2"/>
              <a:buChar char=""/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oppins"/>
                <a:ea typeface="Lato Bold"/>
              </a:rPr>
              <a:t>{{exp_1_role}}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oppins"/>
                <a:ea typeface="Lato Bold"/>
              </a:rPr>
              <a:t> </a:t>
            </a: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Lato"/>
              </a:rPr>
              <a:t> 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Lato"/>
              </a:rPr>
              <a:t>{{exp_1_company}}  {{exp_1_dates}} 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686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 {{exp_1_bullets_block}}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701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701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819"/>
              </a:lnSpc>
            </a:pPr>
            <a:endParaRPr lang="es-AR" sz="3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819"/>
              </a:lnSpc>
            </a:pPr>
            <a:endParaRPr lang="es-AR" sz="3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819"/>
              </a:lnSpc>
            </a:pPr>
            <a:endParaRPr lang="es-AR" sz="3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606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900360" y="891720"/>
            <a:ext cx="5034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252360" y="5389920"/>
            <a:ext cx="6331680" cy="461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ts val="4535"/>
              </a:lnSpc>
            </a:pPr>
            <a:r>
              <a:rPr lang="es-AR" sz="22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[[SIDEBAR_BLOCK]]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{{#sidebar_sections_full}}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937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268"/>
              </a:lnSpc>
            </a:pPr>
            <a:r>
              <a:rPr lang="es-AR" sz="2000" b="1" u="none" spc="-300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685"/>
              </a:lnSpc>
            </a:pPr>
            <a:r>
              <a:rPr lang="es-AR" sz="22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{{body}}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DAG9j18jp5c</dc:identifier>
  <dc:language>es-AR</dc:language>
  <cp:lastModifiedBy/>
  <dcterms:modified xsi:type="dcterms:W3CDTF">2026-03-09T19:51:44Z</dcterms:modified>
  <cp:revision>34</cp:revision>
  <dc:subject/>
  <dc:title>Plantilla_oficial_3.pptx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