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Now"/>
      <p:regular r:id="rId5"/>
      <p:bold r:id="rId5"/>
    </p:embeddedFont>
    <p:embeddedFont>
      <p:font typeface="Montserrat"/>
      <p:regular r:id="rId6"/>
      <p:bold r:id="rId6"/>
    </p:embeddedFont>
    <p:embeddedFont>
      <p:font typeface="Microsoft YaHei"/>
      <p:regular r:id="rId7"/>
    </p:embeddedFont>
    <p:embeddedFont>
      <p:font typeface="Now Bold"/>
    </p:embeddedFont>
    <p:embeddedFont>
      <p:font typeface="Lato"/>
      <p:regular r:id="rId8"/>
      <p:bold r:id="rId8"/>
    </p:embeddedFont>
    <p:embeddedFont>
      <p:font typeface="Lato Bold"/>
    </p:embeddedFont>
    <p:embeddedFont>
      <p:font typeface="Montserra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Now_Regular.fntdata"/><Relationship Id="rId6" Type="http://schemas.openxmlformats.org/officeDocument/2006/relationships/font" Target="fonts/Font_3_Montserrat_Regular.fntdata"/><Relationship Id="rId7" Type="http://schemas.openxmlformats.org/officeDocument/2006/relationships/font" Target="fonts/Font_4_Microsoft_YaHei_Regular.fntdata"/><Relationship Id="rId8" Type="http://schemas.openxmlformats.org/officeDocument/2006/relationships/font" Target="fonts/Font_5_Lato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7000" cy="115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0480" cy="584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7000" cy="468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D58AFFD-6F9B-45A5-8315-57DBD8970A2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5240" cy="55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5240" cy="4103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5240" cy="79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087F761-364B-4C1B-87C0-D3B619EA835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1240" cy="145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A616D69-7B31-41EC-96BD-7B2A057E8D8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44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AE0EB82-4EAA-4927-B79F-7EA7E4E7A1B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6240" cy="584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8760" cy="584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08423C3-FFB6-49B1-B392-C973B60F387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44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BB1E0FE-2933-4878-A266-0D830F260A2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1240" cy="13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1240" cy="148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79212C2-B4ED-4434-AB2E-2595FDAF65B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732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732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5A2A081-8223-40BD-B87D-0BD7393CD35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9120" cy="62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9120" cy="394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0560" cy="62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0560" cy="394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7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8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1FA975B-EE15-4047-85DD-23323B9AA1D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837919A-69A8-4B6A-8F95-CC142D0D859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1A75E55-CC1C-44C6-8687-34E98BB1FC2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>
            <a:off x="-28440" y="0"/>
            <a:ext cx="7009560" cy="30301920"/>
          </a:xfrm>
          <a:custGeom>
            <a:avLst/>
            <a:gdLst>
              <a:gd name="textAreaLeft" fmla="*/ 0 w 7009560"/>
              <a:gd name="textAreaRight" fmla="*/ 7020360 w 7009560"/>
              <a:gd name="textAreaTop" fmla="*/ 0 h 30301920"/>
              <a:gd name="textAreaBottom" fmla="*/ 30312360 h 30301920"/>
            </a:gdLst>
            <a:ahLst/>
            <a:cxnLst/>
            <a:rect l="textAreaLeft" t="textAreaTop" r="textAreaRight" b="textAreaBottom"/>
            <a:pathLst>
              <a:path w="8625412" h="31806316">
                <a:moveTo>
                  <a:pt x="0" y="0"/>
                </a:moveTo>
                <a:lnTo>
                  <a:pt x="8625412" y="0"/>
                </a:lnTo>
                <a:lnTo>
                  <a:pt x="8625412" y="31806316"/>
                </a:lnTo>
                <a:lnTo>
                  <a:pt x="0" y="31806316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3"/>
          <p:cNvGrpSpPr/>
          <p:nvPr/>
        </p:nvGrpSpPr>
        <p:grpSpPr>
          <a:xfrm>
            <a:off x="7767000" y="2985480"/>
            <a:ext cx="1748520" cy="7560"/>
            <a:chOff x="7767000" y="2985480"/>
            <a:chExt cx="1748520" cy="7560"/>
          </a:xfrm>
        </p:grpSpPr>
        <p:sp>
          <p:nvSpPr>
            <p:cNvPr id="61" name="Freeform 4"/>
            <p:cNvSpPr/>
            <p:nvPr/>
          </p:nvSpPr>
          <p:spPr>
            <a:xfrm>
              <a:off x="7767000" y="2985480"/>
              <a:ext cx="1748520" cy="7560"/>
            </a:xfrm>
            <a:custGeom>
              <a:avLst/>
              <a:gdLst>
                <a:gd name="textAreaLeft" fmla="*/ 0 w 1748520"/>
                <a:gd name="textAreaRight" fmla="*/ 1759680 w 1748520"/>
                <a:gd name="textAreaTop" fmla="*/ 0 h 7560"/>
                <a:gd name="textAreaBottom" fmla="*/ 18360 h 7560"/>
              </a:gdLst>
              <a:ahLst/>
              <a:cxnLst/>
              <a:rect l="textAreaLeft" t="textAreaTop" r="textAreaRight" b="textAreaBottom"/>
              <a:pathLst>
                <a:path w="2346198" h="143764">
                  <a:moveTo>
                    <a:pt x="0" y="0"/>
                  </a:moveTo>
                  <a:lnTo>
                    <a:pt x="2346198" y="0"/>
                  </a:lnTo>
                  <a:lnTo>
                    <a:pt x="2346198" y="143764"/>
                  </a:lnTo>
                  <a:lnTo>
                    <a:pt x="0" y="143764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640" bIns="-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2" name="Group 17"/>
          <p:cNvGrpSpPr/>
          <p:nvPr/>
        </p:nvGrpSpPr>
        <p:grpSpPr>
          <a:xfrm>
            <a:off x="7649640" y="8619480"/>
            <a:ext cx="12509640" cy="19440"/>
            <a:chOff x="7649640" y="8619480"/>
            <a:chExt cx="12509640" cy="19440"/>
          </a:xfrm>
        </p:grpSpPr>
        <p:sp>
          <p:nvSpPr>
            <p:cNvPr id="63" name="Freeform 18"/>
            <p:cNvSpPr/>
            <p:nvPr/>
          </p:nvSpPr>
          <p:spPr>
            <a:xfrm>
              <a:off x="7649640" y="8619480"/>
              <a:ext cx="12509640" cy="19440"/>
            </a:xfrm>
            <a:custGeom>
              <a:avLst/>
              <a:gdLst>
                <a:gd name="textAreaLeft" fmla="*/ 0 w 12509640"/>
                <a:gd name="textAreaRight" fmla="*/ 12520800 w 12509640"/>
                <a:gd name="textAreaTop" fmla="*/ 0 h 19440"/>
                <a:gd name="textAreaBottom" fmla="*/ 30600 h 19440"/>
              </a:gdLst>
              <a:ahLst/>
              <a:cxnLst/>
              <a:rect l="textAreaLeft" t="textAreaTop" r="textAreaRight" b="textAreaBottom"/>
              <a:pathLst>
                <a:path w="16694277" h="40640">
                  <a:moveTo>
                    <a:pt x="16525239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94277" y="40640"/>
                  </a:lnTo>
                  <a:lnTo>
                    <a:pt x="16694277" y="0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4" name="Group 19"/>
          <p:cNvGrpSpPr/>
          <p:nvPr/>
        </p:nvGrpSpPr>
        <p:grpSpPr>
          <a:xfrm>
            <a:off x="7825680" y="4489200"/>
            <a:ext cx="12477960" cy="19440"/>
            <a:chOff x="7825680" y="4489200"/>
            <a:chExt cx="12477960" cy="19440"/>
          </a:xfrm>
        </p:grpSpPr>
        <p:sp>
          <p:nvSpPr>
            <p:cNvPr id="65" name="Freeform 20"/>
            <p:cNvSpPr/>
            <p:nvPr/>
          </p:nvSpPr>
          <p:spPr>
            <a:xfrm>
              <a:off x="7825680" y="4489200"/>
              <a:ext cx="12477960" cy="19440"/>
            </a:xfrm>
            <a:custGeom>
              <a:avLst/>
              <a:gdLst>
                <a:gd name="textAreaLeft" fmla="*/ 0 w 12477960"/>
                <a:gd name="textAreaRight" fmla="*/ 12489120 w 12477960"/>
                <a:gd name="textAreaTop" fmla="*/ 0 h 19440"/>
                <a:gd name="textAreaBottom" fmla="*/ 30600 h 19440"/>
              </a:gdLst>
              <a:ahLst/>
              <a:cxnLst/>
              <a:rect l="textAreaLeft" t="textAreaTop" r="textAreaRight" b="textAreaBottom"/>
              <a:pathLst>
                <a:path w="16652239" h="40640">
                  <a:moveTo>
                    <a:pt x="16483076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52239" y="40640"/>
                  </a:lnTo>
                  <a:lnTo>
                    <a:pt x="16652239" y="0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6" name="Group 21"/>
          <p:cNvGrpSpPr/>
          <p:nvPr/>
        </p:nvGrpSpPr>
        <p:grpSpPr>
          <a:xfrm>
            <a:off x="7506720" y="9081360"/>
            <a:ext cx="36720" cy="19648800"/>
            <a:chOff x="7506720" y="9081360"/>
            <a:chExt cx="36720" cy="19648800"/>
          </a:xfrm>
        </p:grpSpPr>
        <p:sp>
          <p:nvSpPr>
            <p:cNvPr id="67" name="Freeform 22"/>
            <p:cNvSpPr/>
            <p:nvPr/>
          </p:nvSpPr>
          <p:spPr>
            <a:xfrm rot="5400000">
              <a:off x="-2299320" y="18887400"/>
              <a:ext cx="19648800" cy="36720"/>
            </a:xfrm>
            <a:custGeom>
              <a:avLst/>
              <a:gdLst>
                <a:gd name="textAreaLeft" fmla="*/ 0 w 19648800"/>
                <a:gd name="textAreaRight" fmla="*/ 19659960 w 19648800"/>
                <a:gd name="textAreaTop" fmla="*/ 0 h 36720"/>
                <a:gd name="textAreaBottom" fmla="*/ 47880 h 36720"/>
              </a:gdLst>
              <a:ahLst/>
              <a:cxnLst/>
              <a:rect l="textAreaLeft" t="textAreaTop" r="textAreaRight" b="textAreaBottom"/>
              <a:pathLst>
                <a:path w="26213308" h="63754">
                  <a:moveTo>
                    <a:pt x="25947751" y="0"/>
                  </a:moveTo>
                  <a:lnTo>
                    <a:pt x="0" y="0"/>
                  </a:lnTo>
                  <a:lnTo>
                    <a:pt x="0" y="63754"/>
                  </a:lnTo>
                  <a:lnTo>
                    <a:pt x="26213308" y="63754"/>
                  </a:lnTo>
                  <a:lnTo>
                    <a:pt x="26213308" y="0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880" bIns="288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8" name="TextBox 26"/>
          <p:cNvSpPr/>
          <p:nvPr/>
        </p:nvSpPr>
        <p:spPr>
          <a:xfrm>
            <a:off x="7767000" y="681120"/>
            <a:ext cx="12745080" cy="172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645"/>
              </a:lnSpc>
            </a:pPr>
            <a:r>
              <a:rPr lang="en-US" sz="765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Now Bold"/>
              </a:rPr>
              <a:t>{{name}}</a:t>
            </a:r>
            <a:endParaRPr lang="es-AR" sz="7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5941"/>
              </a:lnSpc>
            </a:pPr>
            <a:r>
              <a:rPr lang="en-US" sz="2800" b="0" u="none" strike="noStrike">
                <a:solidFill>
                  <a:srgbClr val="1c1c1c"/>
                </a:solidFill>
                <a:effectLst/>
                <a:uFillTx/>
                <a:latin typeface="Poppins"/>
                <a:ea typeface="Now"/>
              </a:rPr>
              <a:t>{{title}}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7"/>
          <p:cNvSpPr/>
          <p:nvPr/>
        </p:nvSpPr>
        <p:spPr>
          <a:xfrm>
            <a:off x="7767000" y="7687440"/>
            <a:ext cx="12536640" cy="70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7"/>
              </a:lnSpc>
            </a:pPr>
            <a:r>
              <a:rPr lang="en-US" sz="3959" b="0" u="none" spc="468" strike="noStrike">
                <a:solidFill>
                  <a:srgbClr val="1c1c1c"/>
                </a:solidFill>
                <a:effectLst/>
                <a:uFillTx/>
                <a:latin typeface="Poppins"/>
                <a:ea typeface="Now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38"/>
          <p:cNvSpPr/>
          <p:nvPr/>
        </p:nvSpPr>
        <p:spPr>
          <a:xfrm>
            <a:off x="7825680" y="3617640"/>
            <a:ext cx="1247796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0" u="none" spc="468" strike="noStrike">
                <a:solidFill>
                  <a:srgbClr val="1c1c1c"/>
                </a:solidFill>
                <a:effectLst/>
                <a:uFillTx/>
                <a:latin typeface="Poppins"/>
                <a:ea typeface="Now Bold"/>
              </a:rPr>
              <a:t>Perfil Profesional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39"/>
          <p:cNvSpPr/>
          <p:nvPr/>
        </p:nvSpPr>
        <p:spPr>
          <a:xfrm>
            <a:off x="7825680" y="4489200"/>
            <a:ext cx="1247796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201"/>
              </a:lnSpc>
            </a:pPr>
            <a:r>
              <a:rPr lang="en-US" sz="2550" b="0" u="none" strike="noStrike">
                <a:solidFill>
                  <a:srgbClr val="1c1c1c"/>
                </a:solidFill>
                <a:effectLst/>
                <a:uFillTx/>
                <a:latin typeface="Poppins"/>
                <a:ea typeface="Lato"/>
              </a:rPr>
              <a:t>{{about}}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40"/>
          <p:cNvSpPr/>
          <p:nvPr/>
        </p:nvSpPr>
        <p:spPr>
          <a:xfrm>
            <a:off x="7362000" y="8736480"/>
            <a:ext cx="13174560" cy="404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686"/>
              </a:lnSpc>
              <a:buClr>
                <a:srgbClr val="c4c4be"/>
              </a:buClr>
              <a:buFont typeface="Wingdings" charset="2"/>
              <a:buChar char=""/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Lato Bold"/>
              </a:rPr>
              <a:t> {{exp_1_role}}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Lato Bold"/>
              </a:rPr>
              <a:t> </a:t>
            </a: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Lato"/>
              </a:rPr>
              <a:t> 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Lato"/>
              </a:rPr>
              <a:t>{{exp_1_company}}  {{exp_1_dates}} 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686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 {{exp_1_bullets_block}}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701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701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819"/>
              </a:lnSpc>
            </a:pPr>
            <a:endParaRPr lang="es-AR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819"/>
              </a:lnSpc>
            </a:pPr>
            <a:endParaRPr lang="es-AR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819"/>
              </a:lnSpc>
            </a:pPr>
            <a:endParaRPr lang="es-AR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606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900360" y="891720"/>
            <a:ext cx="5035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252360" y="5760360"/>
            <a:ext cx="6332400" cy="40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937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685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DAG9j18jp5c</dc:identifier>
  <dc:language>es-AR</dc:language>
  <cp:lastModifiedBy/>
  <dcterms:modified xsi:type="dcterms:W3CDTF">2026-02-08T02:11:14Z</dcterms:modified>
  <cp:revision>32</cp:revision>
  <dc:subject/>
  <dc:title>Plantilla_oficial_3.pptx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