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Lato"/>
      <p:regular r:id="rId4"/>
      <p:bold r:id="rId4"/>
    </p:embeddedFont>
    <p:embeddedFont>
      <p:font typeface="Poppins"/>
      <p:regular r:id="rId5"/>
      <p:bold r:id="rId5"/>
    </p:embeddedFont>
    <p:embeddedFont>
      <p:font typeface="Lato Bold"/>
    </p:embeddedFont>
    <p:embeddedFont>
      <p:font typeface="Microsoft YaHei"/>
      <p:regular r:id="rId6"/>
    </p:embeddedFont>
    <p:embeddedFont>
      <p:font typeface="Now Bold"/>
    </p:embeddedFont>
    <p:embeddedFont>
      <p:font typeface="Montserrat Bold"/>
    </p:embeddedFont>
    <p:embeddedFont>
      <p:font typeface="Now"/>
      <p:regular r:id="rId7"/>
      <p:bold r:id="rId7"/>
    </p:embeddedFont>
    <p:embeddedFont>
      <p:font typeface="Montserrat"/>
      <p:regular r:id="rId8"/>
      <p:bold r:id="rId8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Lato_Regular.fntdata"/><Relationship Id="rId5" Type="http://schemas.openxmlformats.org/officeDocument/2006/relationships/font" Target="fonts/Font_2_Poppins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Now_Regular.fntdata"/><Relationship Id="rId8" Type="http://schemas.openxmlformats.org/officeDocument/2006/relationships/font" Target="fonts/Font_5_Montserrat_Regular.fntdata"/><Relationship Id="rId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4120" cy="1461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166B9A-0C21-4C93-9FF5-1B9A77B6BAB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D7CDFA-7B47-4F96-9BB9-5B19C778936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912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1640" cy="5843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472896-3F58-4267-ADCF-FFDCB93303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132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C7C6C40-4605-4F03-A663-F9D849D90DD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4120" cy="135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4120" cy="1491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A97C452-888B-4BDB-AFA0-14CF4AF7571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0200" cy="4517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852908-D8CC-4184-B8DD-3DB55C76E04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200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200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3440" cy="631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3440" cy="3943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13158E8-3465-465C-AA7B-476F6D14552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1320" cy="1134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B3394B-5DC1-44BE-9530-BDC538745D3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97343AF-1163-4E0A-9395-34FD90F0130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9880" cy="1153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3360" cy="5844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9880" cy="468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E4A215E-EF33-4B01-833B-91D0CE16995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8120" cy="5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8120" cy="4106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8120" cy="796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720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5440" cy="356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530F517-82D1-468B-A244-459C01DD31F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5.png"/><Relationship Id="rId6" Type="http://schemas.openxmlformats.org/officeDocument/2006/relationships/image" Target="../media/image6.svg"/><Relationship Id="rId7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>
            <a:off x="-28440" y="0"/>
            <a:ext cx="7012440" cy="30304800"/>
          </a:xfrm>
          <a:custGeom>
            <a:avLst/>
            <a:gdLst>
              <a:gd name="textAreaLeft" fmla="*/ 0 w 7012440"/>
              <a:gd name="textAreaRight" fmla="*/ 7020360 w 7012440"/>
              <a:gd name="textAreaTop" fmla="*/ 0 h 30304800"/>
              <a:gd name="textAreaBottom" fmla="*/ 30312360 h 30304800"/>
            </a:gdLst>
            <a:ahLst/>
            <a:cxnLst/>
            <a:rect l="textAreaLeft" t="textAreaTop" r="textAreaRight" b="textAreaBottom"/>
            <a:pathLst>
              <a:path w="8625412" h="31806316">
                <a:moveTo>
                  <a:pt x="0" y="0"/>
                </a:moveTo>
                <a:lnTo>
                  <a:pt x="8625412" y="0"/>
                </a:lnTo>
                <a:lnTo>
                  <a:pt x="8625412" y="31806316"/>
                </a:lnTo>
                <a:lnTo>
                  <a:pt x="0" y="31806316"/>
                </a:lnTo>
                <a:lnTo>
                  <a:pt x="0" y="0"/>
                </a:lnTo>
                <a:close/>
              </a:path>
            </a:pathLst>
          </a:custGeom>
          <a:solidFill>
            <a:srgbClr val="c0504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0" name="Group 3"/>
          <p:cNvGrpSpPr/>
          <p:nvPr/>
        </p:nvGrpSpPr>
        <p:grpSpPr>
          <a:xfrm>
            <a:off x="7767000" y="2985480"/>
            <a:ext cx="1751400" cy="10440"/>
            <a:chOff x="7767000" y="2985480"/>
            <a:chExt cx="1751400" cy="10440"/>
          </a:xfrm>
        </p:grpSpPr>
        <p:sp>
          <p:nvSpPr>
            <p:cNvPr id="61" name="Freeform 4"/>
            <p:cNvSpPr/>
            <p:nvPr/>
          </p:nvSpPr>
          <p:spPr>
            <a:xfrm>
              <a:off x="7767000" y="2985480"/>
              <a:ext cx="1751400" cy="10440"/>
            </a:xfrm>
            <a:custGeom>
              <a:avLst/>
              <a:gdLst>
                <a:gd name="textAreaLeft" fmla="*/ 0 w 1751400"/>
                <a:gd name="textAreaRight" fmla="*/ 1759680 w 1751400"/>
                <a:gd name="textAreaTop" fmla="*/ 0 h 10440"/>
                <a:gd name="textAreaBottom" fmla="*/ 18360 h 10440"/>
              </a:gdLst>
              <a:ahLst/>
              <a:cxnLst/>
              <a:rect l="textAreaLeft" t="textAreaTop" r="textAreaRight" b="textAreaBottom"/>
              <a:pathLst>
                <a:path w="2346198" h="143764">
                  <a:moveTo>
                    <a:pt x="0" y="0"/>
                  </a:moveTo>
                  <a:lnTo>
                    <a:pt x="2346198" y="0"/>
                  </a:lnTo>
                  <a:lnTo>
                    <a:pt x="2346198" y="143764"/>
                  </a:lnTo>
                  <a:lnTo>
                    <a:pt x="0" y="143764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26640" bIns="-2664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2" name="Freeform 5"/>
          <p:cNvSpPr/>
          <p:nvPr/>
        </p:nvSpPr>
        <p:spPr>
          <a:xfrm>
            <a:off x="619920" y="8272080"/>
            <a:ext cx="345960" cy="376560"/>
          </a:xfrm>
          <a:custGeom>
            <a:avLst/>
            <a:gdLst>
              <a:gd name="textAreaLeft" fmla="*/ 0 w 345960"/>
              <a:gd name="textAreaRight" fmla="*/ 354240 w 345960"/>
              <a:gd name="textAreaTop" fmla="*/ 0 h 376560"/>
              <a:gd name="textAreaBottom" fmla="*/ 384840 h 376560"/>
            </a:gdLst>
            <a:ahLst/>
            <a:cxnLst/>
            <a:rect l="textAreaLeft" t="textAreaTop" r="textAreaRight" b="textAreaBottom"/>
            <a:pathLst>
              <a:path w="354311" h="384829">
                <a:moveTo>
                  <a:pt x="0" y="0"/>
                </a:moveTo>
                <a:lnTo>
                  <a:pt x="354311" y="0"/>
                </a:lnTo>
                <a:lnTo>
                  <a:pt x="354311" y="384829"/>
                </a:lnTo>
                <a:lnTo>
                  <a:pt x="0" y="384829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>
            <a:off x="614160" y="9246240"/>
            <a:ext cx="357840" cy="254160"/>
          </a:xfrm>
          <a:custGeom>
            <a:avLst/>
            <a:gdLst>
              <a:gd name="textAreaLeft" fmla="*/ 0 w 357840"/>
              <a:gd name="textAreaRight" fmla="*/ 366120 w 357840"/>
              <a:gd name="textAreaTop" fmla="*/ 0 h 254160"/>
              <a:gd name="textAreaBottom" fmla="*/ 262440 h 254160"/>
            </a:gdLst>
            <a:ahLst/>
            <a:cxnLst/>
            <a:rect l="textAreaLeft" t="textAreaTop" r="textAreaRight" b="textAreaBottom"/>
            <a:pathLst>
              <a:path w="366160" h="262585">
                <a:moveTo>
                  <a:pt x="0" y="0"/>
                </a:moveTo>
                <a:lnTo>
                  <a:pt x="366160" y="0"/>
                </a:lnTo>
                <a:lnTo>
                  <a:pt x="366160" y="262585"/>
                </a:lnTo>
                <a:lnTo>
                  <a:pt x="0" y="26258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>
            <a:off x="653400" y="10054080"/>
            <a:ext cx="290880" cy="451080"/>
          </a:xfrm>
          <a:custGeom>
            <a:avLst/>
            <a:gdLst>
              <a:gd name="textAreaLeft" fmla="*/ 0 w 290880"/>
              <a:gd name="textAreaRight" fmla="*/ 299160 w 290880"/>
              <a:gd name="textAreaTop" fmla="*/ 0 h 451080"/>
              <a:gd name="textAreaBottom" fmla="*/ 459360 h 451080"/>
            </a:gdLst>
            <a:ahLst/>
            <a:cxnLst/>
            <a:rect l="textAreaLeft" t="textAreaTop" r="textAreaRight" b="textAreaBottom"/>
            <a:pathLst>
              <a:path w="299285" h="459181">
                <a:moveTo>
                  <a:pt x="0" y="0"/>
                </a:moveTo>
                <a:lnTo>
                  <a:pt x="299285" y="0"/>
                </a:lnTo>
                <a:lnTo>
                  <a:pt x="299285" y="459181"/>
                </a:lnTo>
                <a:lnTo>
                  <a:pt x="0" y="45918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17"/>
          <p:cNvGrpSpPr/>
          <p:nvPr/>
        </p:nvGrpSpPr>
        <p:grpSpPr>
          <a:xfrm>
            <a:off x="7380000" y="8619480"/>
            <a:ext cx="12512520" cy="22320"/>
            <a:chOff x="7380000" y="8619480"/>
            <a:chExt cx="12512520" cy="22320"/>
          </a:xfrm>
        </p:grpSpPr>
        <p:sp>
          <p:nvSpPr>
            <p:cNvPr id="66" name="Freeform 18"/>
            <p:cNvSpPr/>
            <p:nvPr/>
          </p:nvSpPr>
          <p:spPr>
            <a:xfrm>
              <a:off x="7380000" y="8619480"/>
              <a:ext cx="12512520" cy="22320"/>
            </a:xfrm>
            <a:custGeom>
              <a:avLst/>
              <a:gdLst>
                <a:gd name="textAreaLeft" fmla="*/ 0 w 12512520"/>
                <a:gd name="textAreaRight" fmla="*/ 12520800 w 12512520"/>
                <a:gd name="textAreaTop" fmla="*/ 0 h 22320"/>
                <a:gd name="textAreaBottom" fmla="*/ 30600 h 22320"/>
              </a:gdLst>
              <a:ahLst/>
              <a:cxnLst/>
              <a:rect l="textAreaLeft" t="textAreaTop" r="textAreaRight" b="textAreaBottom"/>
              <a:pathLst>
                <a:path w="16694277" h="40640">
                  <a:moveTo>
                    <a:pt x="16525239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94277" y="40640"/>
                  </a:lnTo>
                  <a:lnTo>
                    <a:pt x="16694277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19"/>
          <p:cNvGrpSpPr/>
          <p:nvPr/>
        </p:nvGrpSpPr>
        <p:grpSpPr>
          <a:xfrm>
            <a:off x="7825680" y="4489200"/>
            <a:ext cx="12480840" cy="22320"/>
            <a:chOff x="7825680" y="4489200"/>
            <a:chExt cx="12480840" cy="22320"/>
          </a:xfrm>
        </p:grpSpPr>
        <p:sp>
          <p:nvSpPr>
            <p:cNvPr id="68" name="Freeform 20"/>
            <p:cNvSpPr/>
            <p:nvPr/>
          </p:nvSpPr>
          <p:spPr>
            <a:xfrm>
              <a:off x="7825680" y="4489200"/>
              <a:ext cx="12480840" cy="22320"/>
            </a:xfrm>
            <a:custGeom>
              <a:avLst/>
              <a:gdLst>
                <a:gd name="textAreaLeft" fmla="*/ 0 w 12480840"/>
                <a:gd name="textAreaRight" fmla="*/ 12489120 w 12480840"/>
                <a:gd name="textAreaTop" fmla="*/ 0 h 22320"/>
                <a:gd name="textAreaBottom" fmla="*/ 30600 h 22320"/>
              </a:gdLst>
              <a:ahLst/>
              <a:cxnLst/>
              <a:rect l="textAreaLeft" t="textAreaTop" r="textAreaRight" b="textAreaBottom"/>
              <a:pathLst>
                <a:path w="16652239" h="40640">
                  <a:moveTo>
                    <a:pt x="16483076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16652239" y="40640"/>
                  </a:lnTo>
                  <a:lnTo>
                    <a:pt x="16652239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9" name="Group 21"/>
          <p:cNvGrpSpPr/>
          <p:nvPr/>
        </p:nvGrpSpPr>
        <p:grpSpPr>
          <a:xfrm>
            <a:off x="7503840" y="9081360"/>
            <a:ext cx="39600" cy="19651680"/>
            <a:chOff x="7503840" y="9081360"/>
            <a:chExt cx="39600" cy="19651680"/>
          </a:xfrm>
        </p:grpSpPr>
        <p:sp>
          <p:nvSpPr>
            <p:cNvPr id="70" name="Freeform 22"/>
            <p:cNvSpPr/>
            <p:nvPr/>
          </p:nvSpPr>
          <p:spPr>
            <a:xfrm rot="5400000">
              <a:off x="-2302200" y="18887400"/>
              <a:ext cx="19651680" cy="39600"/>
            </a:xfrm>
            <a:custGeom>
              <a:avLst/>
              <a:gdLst>
                <a:gd name="textAreaLeft" fmla="*/ 0 w 19651680"/>
                <a:gd name="textAreaRight" fmla="*/ 19659960 w 19651680"/>
                <a:gd name="textAreaTop" fmla="*/ 0 h 39600"/>
                <a:gd name="textAreaBottom" fmla="*/ 47880 h 39600"/>
              </a:gdLst>
              <a:ahLst/>
              <a:cxnLst/>
              <a:rect l="textAreaLeft" t="textAreaTop" r="textAreaRight" b="textAreaBottom"/>
              <a:pathLst>
                <a:path w="26213308" h="63754">
                  <a:moveTo>
                    <a:pt x="25947751" y="0"/>
                  </a:moveTo>
                  <a:lnTo>
                    <a:pt x="0" y="0"/>
                  </a:lnTo>
                  <a:lnTo>
                    <a:pt x="0" y="63754"/>
                  </a:lnTo>
                  <a:lnTo>
                    <a:pt x="26213308" y="63754"/>
                  </a:lnTo>
                  <a:lnTo>
                    <a:pt x="26213308" y="0"/>
                  </a:lnTo>
                  <a:close/>
                </a:path>
              </a:pathLst>
            </a:custGeom>
            <a:solidFill>
              <a:srgbClr val="c4c4be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2880" bIns="288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1" name="TextBox 26"/>
          <p:cNvSpPr/>
          <p:nvPr/>
        </p:nvSpPr>
        <p:spPr>
          <a:xfrm>
            <a:off x="7767000" y="681120"/>
            <a:ext cx="12747960" cy="97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645"/>
              </a:lnSpc>
            </a:pPr>
            <a:r>
              <a:rPr lang="en-US" sz="7650" b="0" u="none" strike="noStrike">
                <a:solidFill>
                  <a:srgbClr val="c0504d"/>
                </a:solidFill>
                <a:effectLst/>
                <a:uFillTx/>
                <a:latin typeface="Poppins"/>
                <a:ea typeface="Now Bold"/>
              </a:rPr>
              <a:t>{{name}}</a:t>
            </a:r>
            <a:endParaRPr lang="es-AR" sz="7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7"/>
          <p:cNvSpPr/>
          <p:nvPr/>
        </p:nvSpPr>
        <p:spPr>
          <a:xfrm>
            <a:off x="7767000" y="1932480"/>
            <a:ext cx="12037320" cy="75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5941"/>
              </a:lnSpc>
            </a:pPr>
            <a:r>
              <a:rPr lang="en-US" sz="3200" b="0" u="none" strike="noStrike">
                <a:solidFill>
                  <a:srgbClr val="1c1c1c"/>
                </a:solidFill>
                <a:effectLst/>
                <a:uFillTx/>
                <a:latin typeface="Lato"/>
                <a:ea typeface="Now"/>
              </a:rPr>
              <a:t>{{title}}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9"/>
          <p:cNvSpPr/>
          <p:nvPr/>
        </p:nvSpPr>
        <p:spPr>
          <a:xfrm>
            <a:off x="1260000" y="8161920"/>
            <a:ext cx="46742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960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+{{contact_phone}}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30"/>
          <p:cNvSpPr/>
          <p:nvPr/>
        </p:nvSpPr>
        <p:spPr>
          <a:xfrm>
            <a:off x="1260000" y="9060120"/>
            <a:ext cx="5874840" cy="502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57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{{contact_email}}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31"/>
          <p:cNvSpPr/>
          <p:nvPr/>
        </p:nvSpPr>
        <p:spPr>
          <a:xfrm>
            <a:off x="1105920" y="10087920"/>
            <a:ext cx="3028320" cy="40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95"/>
              </a:lnSpc>
            </a:pPr>
            <a:r>
              <a:rPr lang="en-US" sz="2830" b="0" u="none" strike="noStrike">
                <a:solidFill>
                  <a:srgbClr val="543f3f"/>
                </a:solidFill>
                <a:effectLst/>
                <a:uFillTx/>
                <a:latin typeface="Lato"/>
                <a:ea typeface="Lato"/>
              </a:rPr>
              <a:t>{{contact_location}}</a:t>
            </a:r>
            <a:endParaRPr lang="es-AR" sz="28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Box 37"/>
          <p:cNvSpPr/>
          <p:nvPr/>
        </p:nvSpPr>
        <p:spPr>
          <a:xfrm>
            <a:off x="7767000" y="7687440"/>
            <a:ext cx="12539520" cy="704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7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Experiencia Laboral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38"/>
          <p:cNvSpPr/>
          <p:nvPr/>
        </p:nvSpPr>
        <p:spPr>
          <a:xfrm>
            <a:off x="7825680" y="3617640"/>
            <a:ext cx="12480840" cy="70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5542"/>
              </a:lnSpc>
            </a:pPr>
            <a:r>
              <a:rPr lang="en-US" sz="3959" b="0" u="none" spc="468" strike="noStrike">
                <a:solidFill>
                  <a:srgbClr val="1c1c1c"/>
                </a:solidFill>
                <a:effectLst/>
                <a:uFillTx/>
                <a:latin typeface="Poppins"/>
                <a:ea typeface="Now Bold"/>
              </a:rPr>
              <a:t>Perfil Profesional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9"/>
          <p:cNvSpPr/>
          <p:nvPr/>
        </p:nvSpPr>
        <p:spPr>
          <a:xfrm>
            <a:off x="7825680" y="4489200"/>
            <a:ext cx="12480840" cy="53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01"/>
              </a:lnSpc>
            </a:pPr>
            <a:r>
              <a:rPr lang="en-US" sz="2550" b="0" u="none" strike="noStrike">
                <a:solidFill>
                  <a:srgbClr val="1c1c1c"/>
                </a:solidFill>
                <a:effectLst/>
                <a:uFillTx/>
                <a:latin typeface="Lato"/>
                <a:ea typeface="Lato"/>
              </a:rPr>
              <a:t>{{about}}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40"/>
          <p:cNvSpPr/>
          <p:nvPr/>
        </p:nvSpPr>
        <p:spPr>
          <a:xfrm>
            <a:off x="7878600" y="8892720"/>
            <a:ext cx="13177440" cy="425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686"/>
              </a:lnSpc>
            </a:pPr>
            <a:r>
              <a:rPr lang="en-US" sz="3600" b="1" u="none" strike="noStrike">
                <a:solidFill>
                  <a:srgbClr val="000000"/>
                </a:solidFill>
                <a:effectLst/>
                <a:uFillTx/>
                <a:latin typeface="Poppins"/>
                <a:ea typeface="Lato Bold"/>
              </a:rPr>
              <a:t>{{exp_1_role}} </a:t>
            </a:r>
            <a:r>
              <a:rPr lang="en-US" sz="400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 </a:t>
            </a: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Lato"/>
                <a:ea typeface="Lato"/>
              </a:rPr>
              <a:t>{{exp_1_company}}  {{exp_1_dates}} 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86"/>
              </a:lnSpc>
            </a:pPr>
            <a:r>
              <a:rPr lang="es-AR" sz="2800" b="0" u="none" strike="noStrike">
                <a:solidFill>
                  <a:srgbClr val="000000"/>
                </a:solidFill>
                <a:effectLst/>
                <a:uFillTx/>
                <a:latin typeface="Lato"/>
                <a:ea typeface="Montserrat"/>
              </a:rPr>
              <a:t>{{exp_1_bullets_block}}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701"/>
              </a:lnSpc>
            </a:pPr>
            <a:endParaRPr lang="es-AR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819"/>
              </a:lnSpc>
            </a:pPr>
            <a:endParaRPr lang="es-AR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4606"/>
              </a:lnSpc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900000" y="1255320"/>
            <a:ext cx="503748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"/>
          <p:cNvSpPr/>
          <p:nvPr/>
        </p:nvSpPr>
        <p:spPr>
          <a:xfrm>
            <a:off x="360000" y="11700000"/>
            <a:ext cx="5972760" cy="397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</a:rPr>
              <a:t>{{#sidebar_sections}}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835"/>
              </a:lnSpc>
            </a:pPr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118"/>
              </a:lnSpc>
            </a:pPr>
            <a:r>
              <a:rPr lang="es-AR" sz="3000" b="0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50"/>
              </a:lnSpc>
            </a:pPr>
            <a:endParaRPr lang="es-AR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402"/>
              </a:lnSpc>
            </a:pPr>
            <a:r>
              <a:rPr lang="es-AR" sz="22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8"/>
          <p:cNvGrpSpPr/>
          <p:nvPr/>
        </p:nvGrpSpPr>
        <p:grpSpPr>
          <a:xfrm>
            <a:off x="470520" y="7646760"/>
            <a:ext cx="5109480" cy="23040"/>
            <a:chOff x="470520" y="7646760"/>
            <a:chExt cx="5109480" cy="23040"/>
          </a:xfrm>
        </p:grpSpPr>
        <p:sp>
          <p:nvSpPr>
            <p:cNvPr id="83" name="Freeform 1"/>
            <p:cNvSpPr/>
            <p:nvPr/>
          </p:nvSpPr>
          <p:spPr>
            <a:xfrm>
              <a:off x="470520" y="7646760"/>
              <a:ext cx="5109480" cy="23040"/>
            </a:xfrm>
            <a:custGeom>
              <a:avLst/>
              <a:gdLst>
                <a:gd name="textAreaLeft" fmla="*/ 0 w 5109480"/>
                <a:gd name="textAreaRight" fmla="*/ 5117040 w 5109480"/>
                <a:gd name="textAreaTop" fmla="*/ 0 h 23040"/>
                <a:gd name="textAreaBottom" fmla="*/ 30600 h 23040"/>
              </a:gdLst>
              <a:ahLst/>
              <a:cxnLst/>
              <a:rect l="textAreaLeft" t="textAreaTop" r="textAreaRight" b="textAreaBottom"/>
              <a:pathLst>
                <a:path w="6822694" h="40640">
                  <a:moveTo>
                    <a:pt x="6653530" y="0"/>
                  </a:moveTo>
                  <a:lnTo>
                    <a:pt x="0" y="0"/>
                  </a:lnTo>
                  <a:lnTo>
                    <a:pt x="0" y="40640"/>
                  </a:lnTo>
                  <a:lnTo>
                    <a:pt x="6822694" y="40640"/>
                  </a:lnTo>
                  <a:lnTo>
                    <a:pt x="6822694" y="0"/>
                  </a:lnTo>
                  <a:close/>
                </a:path>
              </a:pathLst>
            </a:custGeom>
            <a:solidFill>
              <a:srgbClr val="543f3f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4400" bIns="-14400" anchor="t">
              <a:noAutofit/>
            </a:bodyPr>
            <a:p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"/>
          <p:cNvSpPr txBox="1"/>
          <p:nvPr/>
        </p:nvSpPr>
        <p:spPr>
          <a:xfrm>
            <a:off x="360000" y="7046280"/>
            <a:ext cx="3780000" cy="693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spAutoFit/>
          </a:bodyPr>
          <a:p>
            <a:r>
              <a:rPr lang="en-US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Contacto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DAG9j18jp5c</dc:identifier>
  <dc:language>es-AR</dc:language>
  <cp:lastModifiedBy/>
  <dcterms:modified xsi:type="dcterms:W3CDTF">2026-01-14T16:30:54Z</dcterms:modified>
  <cp:revision>24</cp:revision>
  <dc:subject/>
  <dc:title>Plantilla_oficial_3.pptx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