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Lato Bold"/>
    </p:embeddedFont>
    <p:embeddedFont>
      <p:font typeface="Now Bold"/>
    </p:embeddedFont>
    <p:embeddedFont>
      <p:font typeface="Montserrat"/>
      <p:regular r:id="rId6"/>
      <p:bold r:id="rId6"/>
    </p:embeddedFont>
    <p:embeddedFont>
      <p:font typeface="Now"/>
      <p:regular r:id="rId7"/>
      <p:bold r:id="rId7"/>
    </p:embeddedFont>
    <p:embeddedFont>
      <p:font typeface="Lato"/>
      <p:regular r:id="rId8"/>
      <p:bold r:id="rId8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font" Target="fonts/Font_4_Now_Regular.fntdata"/><Relationship Id="rId8" Type="http://schemas.openxmlformats.org/officeDocument/2006/relationships/font" Target="fonts/Font_5_Lato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876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8760" cy="39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20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200" cy="39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FFD886-B7D7-4928-A191-891D5AB751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FE2188-FBFA-4139-B52D-E819B18A57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804145-7BAC-4991-A211-DF2465EDEF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6640" cy="115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120" cy="58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6640" cy="46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E0C802-1EFC-4279-83F6-9A23000A28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4880" cy="55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4880" cy="41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4880" cy="79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79B0E2-24AA-43D0-8F34-98FE0F59A8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0880" cy="145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C3D4D6-1D29-4A21-9DFE-4CE80371C9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08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FCC318-8329-417D-A88E-24C3CEC44A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588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40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84F53C-B8B7-46F0-AEC8-A6903F59FC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08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FFBEF7-ECB8-4552-91CD-B6FC7AC1D8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0880" cy="13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0880" cy="148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EF59C6-AB8C-49D8-9301-74CE3E83A9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696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696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9F1A43-0995-47E1-A994-3B312D237F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-28440" y="0"/>
            <a:ext cx="7009200" cy="30301560"/>
          </a:xfrm>
          <a:custGeom>
            <a:avLst/>
            <a:gdLst>
              <a:gd name="textAreaLeft" fmla="*/ 0 w 7009200"/>
              <a:gd name="textAreaRight" fmla="*/ 7020360 w 7009200"/>
              <a:gd name="textAreaTop" fmla="*/ 0 h 30301560"/>
              <a:gd name="textAreaBottom" fmla="*/ 30312360 h 30301560"/>
            </a:gdLst>
            <a:ahLst/>
            <a:cxnLst/>
            <a:rect l="textAreaLeft" t="textAreaTop" r="textAreaRight" b="textAreaBottom"/>
            <a:pathLst>
              <a:path w="8625412" h="31806316">
                <a:moveTo>
                  <a:pt x="0" y="0"/>
                </a:moveTo>
                <a:lnTo>
                  <a:pt x="8625412" y="0"/>
                </a:lnTo>
                <a:lnTo>
                  <a:pt x="8625412" y="31806316"/>
                </a:lnTo>
                <a:lnTo>
                  <a:pt x="0" y="31806316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7767000" y="2985480"/>
            <a:ext cx="1748160" cy="7200"/>
            <a:chOff x="7767000" y="2985480"/>
            <a:chExt cx="1748160" cy="7200"/>
          </a:xfrm>
        </p:grpSpPr>
        <p:sp>
          <p:nvSpPr>
            <p:cNvPr id="61" name="Freeform 4"/>
            <p:cNvSpPr/>
            <p:nvPr/>
          </p:nvSpPr>
          <p:spPr>
            <a:xfrm>
              <a:off x="7767000" y="2985480"/>
              <a:ext cx="1748160" cy="7200"/>
            </a:xfrm>
            <a:custGeom>
              <a:avLst/>
              <a:gdLst>
                <a:gd name="textAreaLeft" fmla="*/ 0 w 1748160"/>
                <a:gd name="textAreaRight" fmla="*/ 1759680 w 1748160"/>
                <a:gd name="textAreaTop" fmla="*/ 0 h 7200"/>
                <a:gd name="textAreaBottom" fmla="*/ 18360 h 7200"/>
              </a:gdLst>
              <a:ahLst/>
              <a:cxnLst/>
              <a:rect l="textAreaLeft" t="textAreaTop" r="textAreaRight" b="textAreaBottom"/>
              <a:pathLst>
                <a:path w="2346198" h="143764">
                  <a:moveTo>
                    <a:pt x="0" y="0"/>
                  </a:moveTo>
                  <a:lnTo>
                    <a:pt x="2346198" y="0"/>
                  </a:lnTo>
                  <a:lnTo>
                    <a:pt x="2346198" y="143764"/>
                  </a:lnTo>
                  <a:lnTo>
                    <a:pt x="0" y="143764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roup 17"/>
          <p:cNvGrpSpPr/>
          <p:nvPr/>
        </p:nvGrpSpPr>
        <p:grpSpPr>
          <a:xfrm>
            <a:off x="7649640" y="8619480"/>
            <a:ext cx="12509280" cy="19080"/>
            <a:chOff x="7649640" y="8619480"/>
            <a:chExt cx="12509280" cy="19080"/>
          </a:xfrm>
        </p:grpSpPr>
        <p:sp>
          <p:nvSpPr>
            <p:cNvPr id="63" name="Freeform 18"/>
            <p:cNvSpPr/>
            <p:nvPr/>
          </p:nvSpPr>
          <p:spPr>
            <a:xfrm>
              <a:off x="7649640" y="8619480"/>
              <a:ext cx="12509280" cy="19080"/>
            </a:xfrm>
            <a:custGeom>
              <a:avLst/>
              <a:gdLst>
                <a:gd name="textAreaLeft" fmla="*/ 0 w 12509280"/>
                <a:gd name="textAreaRight" fmla="*/ 12520800 w 12509280"/>
                <a:gd name="textAreaTop" fmla="*/ 0 h 19080"/>
                <a:gd name="textAreaBottom" fmla="*/ 30600 h 1908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19"/>
          <p:cNvGrpSpPr/>
          <p:nvPr/>
        </p:nvGrpSpPr>
        <p:grpSpPr>
          <a:xfrm>
            <a:off x="7825680" y="4489200"/>
            <a:ext cx="12477600" cy="19080"/>
            <a:chOff x="7825680" y="4489200"/>
            <a:chExt cx="12477600" cy="19080"/>
          </a:xfrm>
        </p:grpSpPr>
        <p:sp>
          <p:nvSpPr>
            <p:cNvPr id="65" name="Freeform 20"/>
            <p:cNvSpPr/>
            <p:nvPr/>
          </p:nvSpPr>
          <p:spPr>
            <a:xfrm>
              <a:off x="7825680" y="4489200"/>
              <a:ext cx="12477600" cy="19080"/>
            </a:xfrm>
            <a:custGeom>
              <a:avLst/>
              <a:gdLst>
                <a:gd name="textAreaLeft" fmla="*/ 0 w 12477600"/>
                <a:gd name="textAreaRight" fmla="*/ 12489120 w 12477600"/>
                <a:gd name="textAreaTop" fmla="*/ 0 h 19080"/>
                <a:gd name="textAreaBottom" fmla="*/ 30600 h 1908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21"/>
          <p:cNvGrpSpPr/>
          <p:nvPr/>
        </p:nvGrpSpPr>
        <p:grpSpPr>
          <a:xfrm>
            <a:off x="7507080" y="9081360"/>
            <a:ext cx="36360" cy="19648440"/>
            <a:chOff x="7507080" y="9081360"/>
            <a:chExt cx="36360" cy="19648440"/>
          </a:xfrm>
        </p:grpSpPr>
        <p:sp>
          <p:nvSpPr>
            <p:cNvPr id="67" name="Freeform 22"/>
            <p:cNvSpPr/>
            <p:nvPr/>
          </p:nvSpPr>
          <p:spPr>
            <a:xfrm rot="5400000">
              <a:off x="-2298960" y="18887400"/>
              <a:ext cx="19648440" cy="36360"/>
            </a:xfrm>
            <a:custGeom>
              <a:avLst/>
              <a:gdLst>
                <a:gd name="textAreaLeft" fmla="*/ 0 w 19648440"/>
                <a:gd name="textAreaRight" fmla="*/ 19659960 w 19648440"/>
                <a:gd name="textAreaTop" fmla="*/ 0 h 36360"/>
                <a:gd name="textAreaBottom" fmla="*/ 47880 h 36360"/>
              </a:gdLst>
              <a:ahLst/>
              <a:cxnLst/>
              <a:rect l="textAreaLeft" t="textAreaTop" r="textAreaRight" b="textAreaBottom"/>
              <a:pathLst>
                <a:path w="26213308" h="63754">
                  <a:moveTo>
                    <a:pt x="25947751" y="0"/>
                  </a:moveTo>
                  <a:lnTo>
                    <a:pt x="0" y="0"/>
                  </a:lnTo>
                  <a:lnTo>
                    <a:pt x="0" y="63754"/>
                  </a:lnTo>
                  <a:lnTo>
                    <a:pt x="26213308" y="63754"/>
                  </a:lnTo>
                  <a:lnTo>
                    <a:pt x="26213308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26"/>
          <p:cNvSpPr/>
          <p:nvPr/>
        </p:nvSpPr>
        <p:spPr>
          <a:xfrm>
            <a:off x="7767000" y="681120"/>
            <a:ext cx="12744720" cy="17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645"/>
              </a:lnSpc>
            </a:pPr>
            <a:r>
              <a:rPr lang="en-US" sz="765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5941"/>
              </a:lnSpc>
            </a:pPr>
            <a:r>
              <a:rPr lang="en-US" sz="28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Now"/>
              </a:rPr>
              <a:t>{{title}}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7"/>
          <p:cNvSpPr/>
          <p:nvPr/>
        </p:nvSpPr>
        <p:spPr>
          <a:xfrm>
            <a:off x="7767000" y="7687440"/>
            <a:ext cx="1253628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959" b="0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8"/>
          <p:cNvSpPr/>
          <p:nvPr/>
        </p:nvSpPr>
        <p:spPr>
          <a:xfrm>
            <a:off x="7825680" y="3617640"/>
            <a:ext cx="124776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0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9"/>
          <p:cNvSpPr/>
          <p:nvPr/>
        </p:nvSpPr>
        <p:spPr>
          <a:xfrm>
            <a:off x="7825680" y="4489200"/>
            <a:ext cx="124776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0"/>
          <p:cNvSpPr/>
          <p:nvPr/>
        </p:nvSpPr>
        <p:spPr>
          <a:xfrm>
            <a:off x="7362000" y="8736480"/>
            <a:ext cx="13174200" cy="46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68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[[EXPERIENCE_BLOCK]]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 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8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{{exp_1_role}}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{{exp_1_company}}  {{exp_1_dates}} 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86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 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00360" y="891720"/>
            <a:ext cx="5034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52360" y="5389920"/>
            <a:ext cx="6332040" cy="46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22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DAG9j18jp5c</dc:identifier>
  <dc:language>es-AR</dc:language>
  <cp:lastModifiedBy/>
  <dcterms:modified xsi:type="dcterms:W3CDTF">2026-03-05T01:03:17Z</dcterms:modified>
  <cp:revision>33</cp:revision>
  <dc:subject/>
  <dc:title>Plantilla_oficial_3.pptx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