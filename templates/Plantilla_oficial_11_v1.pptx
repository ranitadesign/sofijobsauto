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icrosoft YaHei"/>
      <p:regular r:id="rId5"/>
    </p:embeddedFont>
    <p:embeddedFont>
      <p:font typeface="Poppins Bold"/>
    </p:embeddedFont>
    <p:embeddedFont>
      <p:font typeface="Garet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72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72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16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16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0345D6-85A3-46D9-810E-FD027B785C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E74F7C-DF82-425A-AA5C-0E3D1ABE10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F438E8-2B83-41BB-975D-302EE592A8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600" cy="115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08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600" cy="46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FA0239-56CC-4BA2-8965-E45F6F4A15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840" cy="5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840" cy="410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840" cy="79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74C7D0-F778-4D6C-BA5B-1ACF5AFB5F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840" cy="14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1C98F0-2685-4DD2-A5D2-CDE601CE16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EB985A-B082-4927-964E-864609CF32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84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36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DF7E78-3F4E-43F5-9F99-22FADF1DF6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E4E19F-28DC-4B81-9A7C-D407FBC985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840" cy="13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840" cy="14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20BB3A-CD85-42ED-A967-68B78CFD5C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0FE774-63D8-4E1A-894F-DF4CC9617C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1"/>
          <p:cNvGrpSpPr/>
          <p:nvPr/>
        </p:nvGrpSpPr>
        <p:grpSpPr>
          <a:xfrm>
            <a:off x="1213920" y="8439480"/>
            <a:ext cx="18952560" cy="19440"/>
            <a:chOff x="1213920" y="8439480"/>
            <a:chExt cx="18952560" cy="19440"/>
          </a:xfrm>
        </p:grpSpPr>
        <p:sp>
          <p:nvSpPr>
            <p:cNvPr id="60" name="Freeform 22"/>
            <p:cNvSpPr/>
            <p:nvPr/>
          </p:nvSpPr>
          <p:spPr>
            <a:xfrm>
              <a:off x="1213920" y="8439480"/>
              <a:ext cx="18952560" cy="19440"/>
            </a:xfrm>
            <a:custGeom>
              <a:avLst/>
              <a:gdLst>
                <a:gd name="textAreaLeft" fmla="*/ 0 w 18952560"/>
                <a:gd name="textAreaRight" fmla="*/ 18960120 w 18952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23"/>
          <p:cNvSpPr/>
          <p:nvPr/>
        </p:nvSpPr>
        <p:spPr>
          <a:xfrm>
            <a:off x="1213920" y="7920000"/>
            <a:ext cx="1895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13920" y="8388000"/>
            <a:ext cx="18952560" cy="58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27"/>
          <p:cNvGrpSpPr/>
          <p:nvPr/>
        </p:nvGrpSpPr>
        <p:grpSpPr>
          <a:xfrm>
            <a:off x="1065960" y="21547080"/>
            <a:ext cx="18953640" cy="20520"/>
            <a:chOff x="1065960" y="21547080"/>
            <a:chExt cx="18953640" cy="20520"/>
          </a:xfrm>
        </p:grpSpPr>
        <p:sp>
          <p:nvSpPr>
            <p:cNvPr id="64" name="Freeform 28"/>
            <p:cNvSpPr/>
            <p:nvPr/>
          </p:nvSpPr>
          <p:spPr>
            <a:xfrm>
              <a:off x="1065960" y="2154708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29"/>
          <p:cNvSpPr/>
          <p:nvPr/>
        </p:nvSpPr>
        <p:spPr>
          <a:xfrm>
            <a:off x="1065960" y="2104452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32"/>
          <p:cNvGrpSpPr/>
          <p:nvPr/>
        </p:nvGrpSpPr>
        <p:grpSpPr>
          <a:xfrm>
            <a:off x="1080000" y="24479280"/>
            <a:ext cx="18953640" cy="20520"/>
            <a:chOff x="1080000" y="24479280"/>
            <a:chExt cx="18953640" cy="20520"/>
          </a:xfrm>
        </p:grpSpPr>
        <p:sp>
          <p:nvSpPr>
            <p:cNvPr id="67" name="Freeform 33"/>
            <p:cNvSpPr/>
            <p:nvPr/>
          </p:nvSpPr>
          <p:spPr>
            <a:xfrm>
              <a:off x="1080000" y="2447928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4"/>
          <p:cNvSpPr/>
          <p:nvPr/>
        </p:nvSpPr>
        <p:spPr>
          <a:xfrm>
            <a:off x="1065960" y="24712200"/>
            <a:ext cx="1927224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5"/>
          <p:cNvSpPr/>
          <p:nvPr/>
        </p:nvSpPr>
        <p:spPr>
          <a:xfrm>
            <a:off x="1080000" y="2394000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916920" y="852480"/>
            <a:ext cx="1955268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4"/>
          <p:cNvSpPr/>
          <p:nvPr/>
        </p:nvSpPr>
        <p:spPr>
          <a:xfrm>
            <a:off x="7200000" y="4158360"/>
            <a:ext cx="435240" cy="450720"/>
          </a:xfrm>
          <a:custGeom>
            <a:avLst/>
            <a:gdLst>
              <a:gd name="textAreaLeft" fmla="*/ 0 w 435240"/>
              <a:gd name="textAreaRight" fmla="*/ 441720 w 435240"/>
              <a:gd name="textAreaTop" fmla="*/ 0 h 450720"/>
              <a:gd name="textAreaBottom" fmla="*/ 457200 h 4507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5"/>
          <p:cNvSpPr/>
          <p:nvPr/>
        </p:nvSpPr>
        <p:spPr>
          <a:xfrm>
            <a:off x="7366320" y="4283640"/>
            <a:ext cx="102600" cy="226800"/>
          </a:xfrm>
          <a:custGeom>
            <a:avLst/>
            <a:gdLst>
              <a:gd name="textAreaLeft" fmla="*/ 0 w 102600"/>
              <a:gd name="textAreaRight" fmla="*/ 109080 w 102600"/>
              <a:gd name="textAreaTop" fmla="*/ 0 h 226800"/>
              <a:gd name="textAreaBottom" fmla="*/ 233280 h 22680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7838640" y="4140000"/>
            <a:ext cx="34747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7"/>
          <p:cNvSpPr/>
          <p:nvPr/>
        </p:nvSpPr>
        <p:spPr>
          <a:xfrm>
            <a:off x="916920" y="4149720"/>
            <a:ext cx="435240" cy="450720"/>
          </a:xfrm>
          <a:custGeom>
            <a:avLst/>
            <a:gdLst>
              <a:gd name="textAreaLeft" fmla="*/ 0 w 435240"/>
              <a:gd name="textAreaRight" fmla="*/ 441720 w 435240"/>
              <a:gd name="textAreaTop" fmla="*/ 0 h 450720"/>
              <a:gd name="textAreaBottom" fmla="*/ 457200 h 4507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Freeform 8"/>
          <p:cNvSpPr/>
          <p:nvPr/>
        </p:nvSpPr>
        <p:spPr>
          <a:xfrm>
            <a:off x="1036080" y="4296240"/>
            <a:ext cx="208440" cy="184320"/>
          </a:xfrm>
          <a:custGeom>
            <a:avLst/>
            <a:gdLst>
              <a:gd name="textAreaLeft" fmla="*/ 0 w 208440"/>
              <a:gd name="textAreaRight" fmla="*/ 214920 w 208440"/>
              <a:gd name="textAreaTop" fmla="*/ 0 h 184320"/>
              <a:gd name="textAreaBottom" fmla="*/ 190800 h 18432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9"/>
          <p:cNvSpPr/>
          <p:nvPr/>
        </p:nvSpPr>
        <p:spPr>
          <a:xfrm>
            <a:off x="1555560" y="4140000"/>
            <a:ext cx="52801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Freeform 10"/>
          <p:cNvSpPr/>
          <p:nvPr/>
        </p:nvSpPr>
        <p:spPr>
          <a:xfrm>
            <a:off x="11805120" y="4162320"/>
            <a:ext cx="446760" cy="446760"/>
          </a:xfrm>
          <a:custGeom>
            <a:avLst/>
            <a:gdLst>
              <a:gd name="textAreaLeft" fmla="*/ 0 w 446760"/>
              <a:gd name="textAreaRight" fmla="*/ 453240 w 446760"/>
              <a:gd name="textAreaTop" fmla="*/ 0 h 446760"/>
              <a:gd name="textAreaBottom" fmla="*/ 453240 h 44676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1"/>
          <p:cNvSpPr/>
          <p:nvPr/>
        </p:nvSpPr>
        <p:spPr>
          <a:xfrm>
            <a:off x="12474000" y="4086720"/>
            <a:ext cx="4498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12"/>
          <p:cNvGrpSpPr/>
          <p:nvPr/>
        </p:nvGrpSpPr>
        <p:grpSpPr>
          <a:xfrm>
            <a:off x="1260000" y="5782320"/>
            <a:ext cx="18953640" cy="20520"/>
            <a:chOff x="1260000" y="5782320"/>
            <a:chExt cx="18953640" cy="20520"/>
          </a:xfrm>
        </p:grpSpPr>
        <p:sp>
          <p:nvSpPr>
            <p:cNvPr id="80" name="Freeform 13"/>
            <p:cNvSpPr/>
            <p:nvPr/>
          </p:nvSpPr>
          <p:spPr>
            <a:xfrm>
              <a:off x="1260000" y="578232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14"/>
          <p:cNvSpPr/>
          <p:nvPr/>
        </p:nvSpPr>
        <p:spPr>
          <a:xfrm>
            <a:off x="1203480" y="5847480"/>
            <a:ext cx="18953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5"/>
          <p:cNvSpPr/>
          <p:nvPr/>
        </p:nvSpPr>
        <p:spPr>
          <a:xfrm>
            <a:off x="1203480" y="522000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1"/>
          <p:cNvSpPr/>
          <p:nvPr/>
        </p:nvSpPr>
        <p:spPr>
          <a:xfrm>
            <a:off x="1066320" y="21749760"/>
            <a:ext cx="1909224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1065960" y="28382760"/>
            <a:ext cx="18951840" cy="18720"/>
            <a:chOff x="1065960" y="28382760"/>
            <a:chExt cx="18951840" cy="18720"/>
          </a:xfrm>
        </p:grpSpPr>
        <p:sp>
          <p:nvSpPr>
            <p:cNvPr id="85" name="Freeform 1"/>
            <p:cNvSpPr/>
            <p:nvPr/>
          </p:nvSpPr>
          <p:spPr>
            <a:xfrm>
              <a:off x="1065960" y="2838276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5"/>
          <p:cNvSpPr/>
          <p:nvPr/>
        </p:nvSpPr>
        <p:spPr>
          <a:xfrm>
            <a:off x="1036080" y="28791000"/>
            <a:ext cx="6343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7740000" y="28800360"/>
            <a:ext cx="6119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1065960" y="2788020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6"/>
          <p:cNvSpPr/>
          <p:nvPr/>
        </p:nvSpPr>
        <p:spPr>
          <a:xfrm>
            <a:off x="14427000" y="28791000"/>
            <a:ext cx="5552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2026-03-05T15:35:21Z</dcterms:modified>
  <cp:revision>22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