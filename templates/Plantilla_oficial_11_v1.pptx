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</p:embeddedFont>
    <p:embeddedFont>
      <p:font typeface="Lato"/>
      <p:regular r:id="rId5"/>
      <p:bold r:id="rId5"/>
    </p:embeddedFont>
    <p:embeddedFont>
      <p:font typeface="Proxima nova"/>
      <p:regular r:id="rId6"/>
    </p:embeddedFont>
    <p:embeddedFont>
      <p:font typeface="Microsoft YaHei"/>
    </p:embeddedFont>
    <p:embeddedFont>
      <p:font typeface="Proxima Nova"/>
      <p:regular r:id="rId6"/>
    </p:embeddedFont>
    <p:embeddedFont>
      <p:font typeface="Montserrat"/>
      <p:regular r:id="rId7"/>
    </p:embeddedFont>
    <p:embeddedFont>
      <p:font typeface="Poppins Bold"/>
    </p:embeddedFont>
    <p:embeddedFont>
      <p:font typeface="Garet"/>
      <p:regular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Proxima_nova_Regular.fntdata"/><Relationship Id="rId7" Type="http://schemas.openxmlformats.org/officeDocument/2006/relationships/font" Target="fonts/Font_4_Montserrat_Regular.fntdata"/><Relationship Id="rId8" Type="http://schemas.openxmlformats.org/officeDocument/2006/relationships/font" Target="fonts/Font_5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54B346-4604-41C7-99A7-4618E3C941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480" cy="135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480" cy="149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561C0F-A759-4677-AB94-F82850018B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34312C-7008-4616-9AF2-19B027A3B9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36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36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380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380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40ECD9-F39D-49B0-9CA6-49A9E36036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7E6509-B3FA-4CED-9155-5D83BD24F4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6D1792-BD37-4B8B-A5C6-2EFC6C2E0A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240" cy="115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372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240" cy="468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531B17-D923-47B4-AF66-49E0987717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480" cy="5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480" cy="4106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480" cy="79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D4069F-E2F5-4AD7-A4EE-B2E0332AD6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480" cy="14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22B723-80A0-4973-AAA3-9079AA0923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D203CB-26D0-4FFE-87E8-ACA3BE3E64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48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00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8CBDBE-D16E-452B-943B-A3A3F3FB98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1"/>
          <p:cNvGrpSpPr/>
          <p:nvPr/>
        </p:nvGrpSpPr>
        <p:grpSpPr>
          <a:xfrm>
            <a:off x="1213920" y="8439480"/>
            <a:ext cx="18952200" cy="19080"/>
            <a:chOff x="1213920" y="8439480"/>
            <a:chExt cx="18952200" cy="19080"/>
          </a:xfrm>
        </p:grpSpPr>
        <p:sp>
          <p:nvSpPr>
            <p:cNvPr id="60" name="Freeform 22"/>
            <p:cNvSpPr/>
            <p:nvPr/>
          </p:nvSpPr>
          <p:spPr>
            <a:xfrm>
              <a:off x="1213920" y="843948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23"/>
          <p:cNvSpPr/>
          <p:nvPr/>
        </p:nvSpPr>
        <p:spPr>
          <a:xfrm>
            <a:off x="1213920" y="79200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5"/>
          <p:cNvSpPr/>
          <p:nvPr/>
        </p:nvSpPr>
        <p:spPr>
          <a:xfrm>
            <a:off x="1213920" y="8388000"/>
            <a:ext cx="18952200" cy="58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"/>
          <p:cNvSpPr/>
          <p:nvPr/>
        </p:nvSpPr>
        <p:spPr>
          <a:xfrm>
            <a:off x="916920" y="852480"/>
            <a:ext cx="1955232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4"/>
          <p:cNvSpPr/>
          <p:nvPr/>
        </p:nvSpPr>
        <p:spPr>
          <a:xfrm>
            <a:off x="7200000" y="4158360"/>
            <a:ext cx="434880" cy="450360"/>
          </a:xfrm>
          <a:custGeom>
            <a:avLst/>
            <a:gdLst>
              <a:gd name="textAreaLeft" fmla="*/ 0 w 434880"/>
              <a:gd name="textAreaRight" fmla="*/ 441720 w 434880"/>
              <a:gd name="textAreaTop" fmla="*/ 0 h 450360"/>
              <a:gd name="textAreaBottom" fmla="*/ 457200 h 4503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5"/>
          <p:cNvSpPr/>
          <p:nvPr/>
        </p:nvSpPr>
        <p:spPr>
          <a:xfrm>
            <a:off x="7366320" y="4283640"/>
            <a:ext cx="102240" cy="226440"/>
          </a:xfrm>
          <a:custGeom>
            <a:avLst/>
            <a:gdLst>
              <a:gd name="textAreaLeft" fmla="*/ 0 w 102240"/>
              <a:gd name="textAreaRight" fmla="*/ 109080 w 102240"/>
              <a:gd name="textAreaTop" fmla="*/ 0 h 226440"/>
              <a:gd name="textAreaBottom" fmla="*/ 233280 h 22644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7838640" y="4140000"/>
            <a:ext cx="34743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7"/>
          <p:cNvSpPr/>
          <p:nvPr/>
        </p:nvSpPr>
        <p:spPr>
          <a:xfrm>
            <a:off x="916920" y="4149720"/>
            <a:ext cx="434880" cy="450360"/>
          </a:xfrm>
          <a:custGeom>
            <a:avLst/>
            <a:gdLst>
              <a:gd name="textAreaLeft" fmla="*/ 0 w 434880"/>
              <a:gd name="textAreaRight" fmla="*/ 441720 w 434880"/>
              <a:gd name="textAreaTop" fmla="*/ 0 h 450360"/>
              <a:gd name="textAreaBottom" fmla="*/ 457200 h 4503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8"/>
          <p:cNvSpPr/>
          <p:nvPr/>
        </p:nvSpPr>
        <p:spPr>
          <a:xfrm>
            <a:off x="1036080" y="4296240"/>
            <a:ext cx="208080" cy="183960"/>
          </a:xfrm>
          <a:custGeom>
            <a:avLst/>
            <a:gdLst>
              <a:gd name="textAreaLeft" fmla="*/ 0 w 208080"/>
              <a:gd name="textAreaRight" fmla="*/ 214920 w 208080"/>
              <a:gd name="textAreaTop" fmla="*/ 0 h 183960"/>
              <a:gd name="textAreaBottom" fmla="*/ 190800 h 18396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1555560" y="4140000"/>
            <a:ext cx="52797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10"/>
          <p:cNvSpPr/>
          <p:nvPr/>
        </p:nvSpPr>
        <p:spPr>
          <a:xfrm>
            <a:off x="11805120" y="4162320"/>
            <a:ext cx="446400" cy="446400"/>
          </a:xfrm>
          <a:custGeom>
            <a:avLst/>
            <a:gdLst>
              <a:gd name="textAreaLeft" fmla="*/ 0 w 446400"/>
              <a:gd name="textAreaRight" fmla="*/ 453240 w 446400"/>
              <a:gd name="textAreaTop" fmla="*/ 0 h 446400"/>
              <a:gd name="textAreaBottom" fmla="*/ 453240 h 44640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2474000" y="4086720"/>
            <a:ext cx="44978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Group 12"/>
          <p:cNvGrpSpPr/>
          <p:nvPr/>
        </p:nvGrpSpPr>
        <p:grpSpPr>
          <a:xfrm>
            <a:off x="1260000" y="5782320"/>
            <a:ext cx="18953280" cy="20160"/>
            <a:chOff x="1260000" y="5782320"/>
            <a:chExt cx="18953280" cy="20160"/>
          </a:xfrm>
        </p:grpSpPr>
        <p:sp>
          <p:nvSpPr>
            <p:cNvPr id="73" name="Freeform 13"/>
            <p:cNvSpPr/>
            <p:nvPr/>
          </p:nvSpPr>
          <p:spPr>
            <a:xfrm>
              <a:off x="1260000" y="578232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TextBox 14"/>
          <p:cNvSpPr/>
          <p:nvPr/>
        </p:nvSpPr>
        <p:spPr>
          <a:xfrm>
            <a:off x="1203480" y="5847480"/>
            <a:ext cx="189532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5"/>
          <p:cNvSpPr/>
          <p:nvPr/>
        </p:nvSpPr>
        <p:spPr>
          <a:xfrm>
            <a:off x="1203480" y="522000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7"/>
          <p:cNvGrpSpPr/>
          <p:nvPr/>
        </p:nvGrpSpPr>
        <p:grpSpPr>
          <a:xfrm>
            <a:off x="1066320" y="19567440"/>
            <a:ext cx="18953280" cy="20160"/>
            <a:chOff x="1066320" y="19567440"/>
            <a:chExt cx="18953280" cy="20160"/>
          </a:xfrm>
        </p:grpSpPr>
        <p:sp>
          <p:nvSpPr>
            <p:cNvPr id="77" name="Freeform 1"/>
            <p:cNvSpPr/>
            <p:nvPr/>
          </p:nvSpPr>
          <p:spPr>
            <a:xfrm>
              <a:off x="1066320" y="195674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29"/>
          <p:cNvSpPr/>
          <p:nvPr/>
        </p:nvSpPr>
        <p:spPr>
          <a:xfrm>
            <a:off x="1066320" y="1906488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2"/>
          <p:cNvGrpSpPr/>
          <p:nvPr/>
        </p:nvGrpSpPr>
        <p:grpSpPr>
          <a:xfrm>
            <a:off x="1080360" y="27107640"/>
            <a:ext cx="18953280" cy="20160"/>
            <a:chOff x="1080360" y="27107640"/>
            <a:chExt cx="18953280" cy="20160"/>
          </a:xfrm>
        </p:grpSpPr>
        <p:sp>
          <p:nvSpPr>
            <p:cNvPr id="80" name="Freeform 33"/>
            <p:cNvSpPr/>
            <p:nvPr/>
          </p:nvSpPr>
          <p:spPr>
            <a:xfrm>
              <a:off x="1080360" y="271076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4"/>
          <p:cNvSpPr/>
          <p:nvPr/>
        </p:nvSpPr>
        <p:spPr>
          <a:xfrm>
            <a:off x="1066320" y="27304560"/>
            <a:ext cx="1927188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5"/>
          <p:cNvSpPr/>
          <p:nvPr/>
        </p:nvSpPr>
        <p:spPr>
          <a:xfrm>
            <a:off x="1080360" y="2660436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0"/>
          <p:cNvSpPr/>
          <p:nvPr/>
        </p:nvSpPr>
        <p:spPr>
          <a:xfrm>
            <a:off x="1066680" y="2059848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1"/>
          <p:cNvSpPr/>
          <p:nvPr/>
        </p:nvSpPr>
        <p:spPr>
          <a:xfrm>
            <a:off x="1066680" y="19589760"/>
            <a:ext cx="1909188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2"/>
          <p:cNvSpPr/>
          <p:nvPr/>
        </p:nvSpPr>
        <p:spPr>
          <a:xfrm>
            <a:off x="6972840" y="20657880"/>
            <a:ext cx="598176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86" name="TextBox 43"/>
          <p:cNvSpPr/>
          <p:nvPr/>
        </p:nvSpPr>
        <p:spPr>
          <a:xfrm>
            <a:off x="7920720" y="19769760"/>
            <a:ext cx="5577480" cy="90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4"/>
          <p:cNvSpPr/>
          <p:nvPr/>
        </p:nvSpPr>
        <p:spPr>
          <a:xfrm>
            <a:off x="14040360" y="2068596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5"/>
          <p:cNvSpPr/>
          <p:nvPr/>
        </p:nvSpPr>
        <p:spPr>
          <a:xfrm>
            <a:off x="14760360" y="1976976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1066680" y="21763800"/>
            <a:ext cx="18953280" cy="20160"/>
            <a:chOff x="1066680" y="21763800"/>
            <a:chExt cx="18953280" cy="20160"/>
          </a:xfrm>
        </p:grpSpPr>
        <p:sp>
          <p:nvSpPr>
            <p:cNvPr id="90" name="Freeform 2"/>
            <p:cNvSpPr/>
            <p:nvPr/>
          </p:nvSpPr>
          <p:spPr>
            <a:xfrm>
              <a:off x="1066680" y="2176380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1"/>
          <p:cNvSpPr/>
          <p:nvPr/>
        </p:nvSpPr>
        <p:spPr>
          <a:xfrm>
            <a:off x="1066680" y="2126124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1067040" y="2279484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1067040" y="21858120"/>
            <a:ext cx="19091880" cy="11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</p:txBody>
      </p:sp>
      <p:sp>
        <p:nvSpPr>
          <p:cNvPr id="94" name="TextBox 8"/>
          <p:cNvSpPr/>
          <p:nvPr/>
        </p:nvSpPr>
        <p:spPr>
          <a:xfrm>
            <a:off x="14040720" y="2288232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14760720" y="2196612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" name="Group 2"/>
          <p:cNvGrpSpPr/>
          <p:nvPr/>
        </p:nvGrpSpPr>
        <p:grpSpPr>
          <a:xfrm>
            <a:off x="1067040" y="23636160"/>
            <a:ext cx="18953280" cy="20160"/>
            <a:chOff x="1067040" y="23636160"/>
            <a:chExt cx="18953280" cy="20160"/>
          </a:xfrm>
        </p:grpSpPr>
        <p:sp>
          <p:nvSpPr>
            <p:cNvPr id="97" name="Freeform 3"/>
            <p:cNvSpPr/>
            <p:nvPr/>
          </p:nvSpPr>
          <p:spPr>
            <a:xfrm>
              <a:off x="1067040" y="2363616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5"/>
          <p:cNvSpPr/>
          <p:nvPr/>
        </p:nvSpPr>
        <p:spPr>
          <a:xfrm>
            <a:off x="1067040" y="2309760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1067400" y="2553120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2"/>
          <p:cNvSpPr/>
          <p:nvPr/>
        </p:nvSpPr>
        <p:spPr>
          <a:xfrm>
            <a:off x="1067400" y="23652720"/>
            <a:ext cx="1909188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</p:txBody>
      </p:sp>
      <p:sp>
        <p:nvSpPr>
          <p:cNvPr id="101" name="TextBox 13"/>
          <p:cNvSpPr/>
          <p:nvPr/>
        </p:nvSpPr>
        <p:spPr>
          <a:xfrm>
            <a:off x="14041080" y="2561868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6"/>
          <p:cNvSpPr/>
          <p:nvPr/>
        </p:nvSpPr>
        <p:spPr>
          <a:xfrm>
            <a:off x="14761080" y="2470248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2026-03-08T20:43:05Z</dcterms:modified>
  <cp:revision>23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