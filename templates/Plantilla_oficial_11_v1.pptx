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roxima nova"/>
    </p:embeddedFon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Proxima Nova"/>
    </p:embeddedFont>
    <p:embeddedFont>
      <p:font typeface="Garet"/>
      <p:regular r:id="rId8"/>
      <p:bold r:id="rId8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font" Target="fonts/Font_5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120" cy="146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7FE7F0-689C-40E6-BDC7-168D7E0E47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32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0B484A-0D16-4EC0-B7B2-858ED060D6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12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164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592E69-EA8E-409B-97D0-63B30A7A90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32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BAD9B9-9A2A-40B3-A3F4-CCE88F843A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120" cy="135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120" cy="149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A76841-FCF9-49E2-8D86-99C937F50B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20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20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9CABA7-26C7-4074-915F-5690942708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000" cy="63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000" cy="394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440" cy="63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440" cy="394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54CAFF-6DAA-4EC8-A8D6-1E46DBB204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C3151B-E8B2-43B6-A5DD-26EFF798AC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2B403A-4FF1-443F-B637-0A44312185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9880" cy="115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36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9880" cy="468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F743CA-F23D-4F88-975C-ACD0CA915E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120" cy="5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120" cy="4106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120" cy="79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0FD57B-B3F4-4C0B-8CF4-979E5D20D0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1"/>
          <p:cNvGrpSpPr/>
          <p:nvPr/>
        </p:nvGrpSpPr>
        <p:grpSpPr>
          <a:xfrm>
            <a:off x="1213920" y="8439480"/>
            <a:ext cx="18951840" cy="18720"/>
            <a:chOff x="1213920" y="8439480"/>
            <a:chExt cx="18951840" cy="18720"/>
          </a:xfrm>
        </p:grpSpPr>
        <p:sp>
          <p:nvSpPr>
            <p:cNvPr id="60" name="Freeform 22"/>
            <p:cNvSpPr/>
            <p:nvPr/>
          </p:nvSpPr>
          <p:spPr>
            <a:xfrm>
              <a:off x="1213920" y="8439480"/>
              <a:ext cx="18951840" cy="18720"/>
            </a:xfrm>
            <a:custGeom>
              <a:avLst/>
              <a:gdLst>
                <a:gd name="textAreaLeft" fmla="*/ 0 w 18951840"/>
                <a:gd name="textAreaRight" fmla="*/ 18960120 w 18951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23"/>
          <p:cNvSpPr/>
          <p:nvPr/>
        </p:nvSpPr>
        <p:spPr>
          <a:xfrm>
            <a:off x="1213920" y="7920000"/>
            <a:ext cx="18951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5"/>
          <p:cNvSpPr/>
          <p:nvPr/>
        </p:nvSpPr>
        <p:spPr>
          <a:xfrm>
            <a:off x="1213920" y="8388000"/>
            <a:ext cx="18951840" cy="58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"/>
          <p:cNvSpPr/>
          <p:nvPr/>
        </p:nvSpPr>
        <p:spPr>
          <a:xfrm>
            <a:off x="916920" y="852480"/>
            <a:ext cx="1955196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4"/>
          <p:cNvSpPr/>
          <p:nvPr/>
        </p:nvSpPr>
        <p:spPr>
          <a:xfrm>
            <a:off x="7200000" y="415836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5"/>
          <p:cNvSpPr/>
          <p:nvPr/>
        </p:nvSpPr>
        <p:spPr>
          <a:xfrm>
            <a:off x="7366320" y="4283640"/>
            <a:ext cx="101880" cy="226080"/>
          </a:xfrm>
          <a:custGeom>
            <a:avLst/>
            <a:gdLst>
              <a:gd name="textAreaLeft" fmla="*/ 0 w 101880"/>
              <a:gd name="textAreaRight" fmla="*/ 109080 w 101880"/>
              <a:gd name="textAreaTop" fmla="*/ 0 h 226080"/>
              <a:gd name="textAreaBottom" fmla="*/ 233280 h 22608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7838640" y="4140000"/>
            <a:ext cx="3474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7"/>
          <p:cNvSpPr/>
          <p:nvPr/>
        </p:nvSpPr>
        <p:spPr>
          <a:xfrm>
            <a:off x="916920" y="414972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8"/>
          <p:cNvSpPr/>
          <p:nvPr/>
        </p:nvSpPr>
        <p:spPr>
          <a:xfrm>
            <a:off x="1036080" y="4296240"/>
            <a:ext cx="207720" cy="183600"/>
          </a:xfrm>
          <a:custGeom>
            <a:avLst/>
            <a:gdLst>
              <a:gd name="textAreaLeft" fmla="*/ 0 w 207720"/>
              <a:gd name="textAreaRight" fmla="*/ 214920 w 207720"/>
              <a:gd name="textAreaTop" fmla="*/ 0 h 183600"/>
              <a:gd name="textAreaBottom" fmla="*/ 190800 h 18360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1555560" y="4140000"/>
            <a:ext cx="5279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10"/>
          <p:cNvSpPr/>
          <p:nvPr/>
        </p:nvSpPr>
        <p:spPr>
          <a:xfrm>
            <a:off x="11805120" y="4162320"/>
            <a:ext cx="446040" cy="446040"/>
          </a:xfrm>
          <a:custGeom>
            <a:avLst/>
            <a:gdLst>
              <a:gd name="textAreaLeft" fmla="*/ 0 w 446040"/>
              <a:gd name="textAreaRight" fmla="*/ 453240 w 446040"/>
              <a:gd name="textAreaTop" fmla="*/ 0 h 446040"/>
              <a:gd name="textAreaBottom" fmla="*/ 453240 h 44604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2474000" y="4086720"/>
            <a:ext cx="44974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12"/>
          <p:cNvGrpSpPr/>
          <p:nvPr/>
        </p:nvGrpSpPr>
        <p:grpSpPr>
          <a:xfrm>
            <a:off x="1260000" y="5782320"/>
            <a:ext cx="18952920" cy="19800"/>
            <a:chOff x="1260000" y="5782320"/>
            <a:chExt cx="18952920" cy="19800"/>
          </a:xfrm>
        </p:grpSpPr>
        <p:sp>
          <p:nvSpPr>
            <p:cNvPr id="73" name="Freeform 13"/>
            <p:cNvSpPr/>
            <p:nvPr/>
          </p:nvSpPr>
          <p:spPr>
            <a:xfrm>
              <a:off x="1260000" y="578232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TextBox 14"/>
          <p:cNvSpPr/>
          <p:nvPr/>
        </p:nvSpPr>
        <p:spPr>
          <a:xfrm>
            <a:off x="1203480" y="5847480"/>
            <a:ext cx="18952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5"/>
          <p:cNvSpPr/>
          <p:nvPr/>
        </p:nvSpPr>
        <p:spPr>
          <a:xfrm>
            <a:off x="1203480" y="52200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7"/>
          <p:cNvGrpSpPr/>
          <p:nvPr/>
        </p:nvGrpSpPr>
        <p:grpSpPr>
          <a:xfrm>
            <a:off x="1066320" y="19567440"/>
            <a:ext cx="18952920" cy="19800"/>
            <a:chOff x="1066320" y="19567440"/>
            <a:chExt cx="18952920" cy="19800"/>
          </a:xfrm>
        </p:grpSpPr>
        <p:sp>
          <p:nvSpPr>
            <p:cNvPr id="77" name="Freeform 1"/>
            <p:cNvSpPr/>
            <p:nvPr/>
          </p:nvSpPr>
          <p:spPr>
            <a:xfrm>
              <a:off x="1066320" y="195674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29"/>
          <p:cNvSpPr/>
          <p:nvPr/>
        </p:nvSpPr>
        <p:spPr>
          <a:xfrm>
            <a:off x="1066320" y="1906488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2"/>
          <p:cNvGrpSpPr/>
          <p:nvPr/>
        </p:nvGrpSpPr>
        <p:grpSpPr>
          <a:xfrm>
            <a:off x="1080360" y="27107640"/>
            <a:ext cx="18952920" cy="19800"/>
            <a:chOff x="1080360" y="27107640"/>
            <a:chExt cx="18952920" cy="19800"/>
          </a:xfrm>
        </p:grpSpPr>
        <p:sp>
          <p:nvSpPr>
            <p:cNvPr id="80" name="Freeform 33"/>
            <p:cNvSpPr/>
            <p:nvPr/>
          </p:nvSpPr>
          <p:spPr>
            <a:xfrm>
              <a:off x="1080360" y="271076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4"/>
          <p:cNvSpPr/>
          <p:nvPr/>
        </p:nvSpPr>
        <p:spPr>
          <a:xfrm>
            <a:off x="1066320" y="2730456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5"/>
          <p:cNvSpPr/>
          <p:nvPr/>
        </p:nvSpPr>
        <p:spPr>
          <a:xfrm>
            <a:off x="1080360" y="26604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0"/>
          <p:cNvSpPr/>
          <p:nvPr/>
        </p:nvSpPr>
        <p:spPr>
          <a:xfrm>
            <a:off x="1066680" y="2059848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1"/>
          <p:cNvSpPr/>
          <p:nvPr/>
        </p:nvSpPr>
        <p:spPr>
          <a:xfrm>
            <a:off x="1066680" y="19589760"/>
            <a:ext cx="190915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2"/>
          <p:cNvSpPr/>
          <p:nvPr/>
        </p:nvSpPr>
        <p:spPr>
          <a:xfrm>
            <a:off x="6972840" y="20657880"/>
            <a:ext cx="598140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86" name="TextBox 43"/>
          <p:cNvSpPr/>
          <p:nvPr/>
        </p:nvSpPr>
        <p:spPr>
          <a:xfrm>
            <a:off x="7920720" y="19769760"/>
            <a:ext cx="557712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4"/>
          <p:cNvSpPr/>
          <p:nvPr/>
        </p:nvSpPr>
        <p:spPr>
          <a:xfrm>
            <a:off x="14040360" y="2068596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5"/>
          <p:cNvSpPr/>
          <p:nvPr/>
        </p:nvSpPr>
        <p:spPr>
          <a:xfrm>
            <a:off x="14760360" y="1976976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1066680" y="21763800"/>
            <a:ext cx="18952920" cy="19800"/>
            <a:chOff x="1066680" y="21763800"/>
            <a:chExt cx="18952920" cy="19800"/>
          </a:xfrm>
        </p:grpSpPr>
        <p:sp>
          <p:nvSpPr>
            <p:cNvPr id="90" name="Freeform 2"/>
            <p:cNvSpPr/>
            <p:nvPr/>
          </p:nvSpPr>
          <p:spPr>
            <a:xfrm>
              <a:off x="1066680" y="2176380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1"/>
          <p:cNvSpPr/>
          <p:nvPr/>
        </p:nvSpPr>
        <p:spPr>
          <a:xfrm>
            <a:off x="1066680" y="2126124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1067040" y="2279484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1067040" y="21858120"/>
            <a:ext cx="19091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8"/>
          <p:cNvSpPr/>
          <p:nvPr/>
        </p:nvSpPr>
        <p:spPr>
          <a:xfrm>
            <a:off x="14040720" y="2288232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14760720" y="2196612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2"/>
          <p:cNvGrpSpPr/>
          <p:nvPr/>
        </p:nvGrpSpPr>
        <p:grpSpPr>
          <a:xfrm>
            <a:off x="1067040" y="23636160"/>
            <a:ext cx="18952920" cy="19800"/>
            <a:chOff x="1067040" y="23636160"/>
            <a:chExt cx="18952920" cy="19800"/>
          </a:xfrm>
        </p:grpSpPr>
        <p:sp>
          <p:nvSpPr>
            <p:cNvPr id="97" name="Freeform 3"/>
            <p:cNvSpPr/>
            <p:nvPr/>
          </p:nvSpPr>
          <p:spPr>
            <a:xfrm>
              <a:off x="1067040" y="2363616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5"/>
          <p:cNvSpPr/>
          <p:nvPr/>
        </p:nvSpPr>
        <p:spPr>
          <a:xfrm>
            <a:off x="1067040" y="230976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1067400" y="2553120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2"/>
          <p:cNvSpPr/>
          <p:nvPr/>
        </p:nvSpPr>
        <p:spPr>
          <a:xfrm>
            <a:off x="1067400" y="23652720"/>
            <a:ext cx="1909152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3"/>
          <p:cNvSpPr/>
          <p:nvPr/>
        </p:nvSpPr>
        <p:spPr>
          <a:xfrm>
            <a:off x="14041080" y="2561868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6"/>
          <p:cNvSpPr/>
          <p:nvPr/>
        </p:nvSpPr>
        <p:spPr>
          <a:xfrm>
            <a:off x="14761080" y="2470248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2026-03-09T19:48:07Z</dcterms:modified>
  <cp:revision>24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