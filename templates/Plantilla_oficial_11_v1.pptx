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1BA5D3-4929-4D4C-8348-B96E064D1D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EAF828-425E-401C-8183-C460BE283F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8A2679-D5FA-4C3A-9D28-DC853325A0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E46BAD-5037-4404-BD54-96AD63DC00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26D643-7181-410D-99B9-60AE36322D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E5EBC7-6515-44D2-8177-FC5CE0D5A1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0E90DE-B2AF-4127-ADA0-848BF446B4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684DFE-5C4A-468F-9BB7-70BAA24DA5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537622-F174-477A-A07A-B20D9DB7A8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E4FE59-7EA8-4ED8-9482-FE436D4682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1D0B23-F0B4-4BF2-A4B5-E60A47A023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1"/>
          <p:cNvGrpSpPr/>
          <p:nvPr/>
        </p:nvGrpSpPr>
        <p:grpSpPr>
          <a:xfrm>
            <a:off x="1213920" y="8439480"/>
            <a:ext cx="18952920" cy="19800"/>
            <a:chOff x="1213920" y="8439480"/>
            <a:chExt cx="18952920" cy="19800"/>
          </a:xfrm>
        </p:grpSpPr>
        <p:sp>
          <p:nvSpPr>
            <p:cNvPr id="60" name="Freeform 22"/>
            <p:cNvSpPr/>
            <p:nvPr/>
          </p:nvSpPr>
          <p:spPr>
            <a:xfrm>
              <a:off x="1213920" y="84394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23"/>
          <p:cNvSpPr/>
          <p:nvPr/>
        </p:nvSpPr>
        <p:spPr>
          <a:xfrm>
            <a:off x="1213920" y="7920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13920" y="9000000"/>
            <a:ext cx="18952920" cy="53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27"/>
          <p:cNvGrpSpPr/>
          <p:nvPr/>
        </p:nvGrpSpPr>
        <p:grpSpPr>
          <a:xfrm>
            <a:off x="1065960" y="21547080"/>
            <a:ext cx="18954000" cy="20880"/>
            <a:chOff x="1065960" y="21547080"/>
            <a:chExt cx="18954000" cy="20880"/>
          </a:xfrm>
        </p:grpSpPr>
        <p:sp>
          <p:nvSpPr>
            <p:cNvPr id="64" name="Freeform 28"/>
            <p:cNvSpPr/>
            <p:nvPr/>
          </p:nvSpPr>
          <p:spPr>
            <a:xfrm>
              <a:off x="1065960" y="2154708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29"/>
          <p:cNvSpPr/>
          <p:nvPr/>
        </p:nvSpPr>
        <p:spPr>
          <a:xfrm>
            <a:off x="1065960" y="2104452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32"/>
          <p:cNvGrpSpPr/>
          <p:nvPr/>
        </p:nvGrpSpPr>
        <p:grpSpPr>
          <a:xfrm>
            <a:off x="1080000" y="24479280"/>
            <a:ext cx="18954000" cy="20880"/>
            <a:chOff x="1080000" y="24479280"/>
            <a:chExt cx="18954000" cy="20880"/>
          </a:xfrm>
        </p:grpSpPr>
        <p:sp>
          <p:nvSpPr>
            <p:cNvPr id="67" name="Freeform 33"/>
            <p:cNvSpPr/>
            <p:nvPr/>
          </p:nvSpPr>
          <p:spPr>
            <a:xfrm>
              <a:off x="1080000" y="2447928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4"/>
          <p:cNvSpPr/>
          <p:nvPr/>
        </p:nvSpPr>
        <p:spPr>
          <a:xfrm>
            <a:off x="1065960" y="24712200"/>
            <a:ext cx="1927260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5"/>
          <p:cNvSpPr/>
          <p:nvPr/>
        </p:nvSpPr>
        <p:spPr>
          <a:xfrm>
            <a:off x="1080000" y="2394000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916920" y="852480"/>
            <a:ext cx="1955304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4"/>
          <p:cNvSpPr/>
          <p:nvPr/>
        </p:nvSpPr>
        <p:spPr>
          <a:xfrm>
            <a:off x="7200000" y="4158360"/>
            <a:ext cx="435600" cy="451080"/>
          </a:xfrm>
          <a:custGeom>
            <a:avLst/>
            <a:gdLst>
              <a:gd name="textAreaLeft" fmla="*/ 0 w 435600"/>
              <a:gd name="textAreaRight" fmla="*/ 441720 w 435600"/>
              <a:gd name="textAreaTop" fmla="*/ 0 h 451080"/>
              <a:gd name="textAreaBottom" fmla="*/ 457200 h 4510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5"/>
          <p:cNvSpPr/>
          <p:nvPr/>
        </p:nvSpPr>
        <p:spPr>
          <a:xfrm>
            <a:off x="7366320" y="4283640"/>
            <a:ext cx="102960" cy="227160"/>
          </a:xfrm>
          <a:custGeom>
            <a:avLst/>
            <a:gdLst>
              <a:gd name="textAreaLeft" fmla="*/ 0 w 102960"/>
              <a:gd name="textAreaRight" fmla="*/ 109080 w 102960"/>
              <a:gd name="textAreaTop" fmla="*/ 0 h 227160"/>
              <a:gd name="textAreaBottom" fmla="*/ 233280 h 22716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7838640" y="4140000"/>
            <a:ext cx="3475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7"/>
          <p:cNvSpPr/>
          <p:nvPr/>
        </p:nvSpPr>
        <p:spPr>
          <a:xfrm>
            <a:off x="916920" y="4149720"/>
            <a:ext cx="435600" cy="451080"/>
          </a:xfrm>
          <a:custGeom>
            <a:avLst/>
            <a:gdLst>
              <a:gd name="textAreaLeft" fmla="*/ 0 w 435600"/>
              <a:gd name="textAreaRight" fmla="*/ 441720 w 435600"/>
              <a:gd name="textAreaTop" fmla="*/ 0 h 451080"/>
              <a:gd name="textAreaBottom" fmla="*/ 457200 h 4510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Freeform 8"/>
          <p:cNvSpPr/>
          <p:nvPr/>
        </p:nvSpPr>
        <p:spPr>
          <a:xfrm>
            <a:off x="1036080" y="4296240"/>
            <a:ext cx="208800" cy="184680"/>
          </a:xfrm>
          <a:custGeom>
            <a:avLst/>
            <a:gdLst>
              <a:gd name="textAreaLeft" fmla="*/ 0 w 208800"/>
              <a:gd name="textAreaRight" fmla="*/ 214920 w 208800"/>
              <a:gd name="textAreaTop" fmla="*/ 0 h 184680"/>
              <a:gd name="textAreaBottom" fmla="*/ 190800 h 18468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9"/>
          <p:cNvSpPr/>
          <p:nvPr/>
        </p:nvSpPr>
        <p:spPr>
          <a:xfrm>
            <a:off x="1555560" y="4140000"/>
            <a:ext cx="52804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Freeform 10"/>
          <p:cNvSpPr/>
          <p:nvPr/>
        </p:nvSpPr>
        <p:spPr>
          <a:xfrm>
            <a:off x="11805120" y="4162320"/>
            <a:ext cx="447120" cy="447120"/>
          </a:xfrm>
          <a:custGeom>
            <a:avLst/>
            <a:gdLst>
              <a:gd name="textAreaLeft" fmla="*/ 0 w 447120"/>
              <a:gd name="textAreaRight" fmla="*/ 453240 w 447120"/>
              <a:gd name="textAreaTop" fmla="*/ 0 h 447120"/>
              <a:gd name="textAreaBottom" fmla="*/ 453240 h 44712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1"/>
          <p:cNvSpPr/>
          <p:nvPr/>
        </p:nvSpPr>
        <p:spPr>
          <a:xfrm>
            <a:off x="12474000" y="4086720"/>
            <a:ext cx="4498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12"/>
          <p:cNvGrpSpPr/>
          <p:nvPr/>
        </p:nvGrpSpPr>
        <p:grpSpPr>
          <a:xfrm>
            <a:off x="1260000" y="5782320"/>
            <a:ext cx="18954000" cy="20880"/>
            <a:chOff x="1260000" y="5782320"/>
            <a:chExt cx="18954000" cy="20880"/>
          </a:xfrm>
        </p:grpSpPr>
        <p:sp>
          <p:nvSpPr>
            <p:cNvPr id="80" name="Freeform 13"/>
            <p:cNvSpPr/>
            <p:nvPr/>
          </p:nvSpPr>
          <p:spPr>
            <a:xfrm>
              <a:off x="1260000" y="578232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14"/>
          <p:cNvSpPr/>
          <p:nvPr/>
        </p:nvSpPr>
        <p:spPr>
          <a:xfrm>
            <a:off x="1203480" y="5847480"/>
            <a:ext cx="18954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5"/>
          <p:cNvSpPr/>
          <p:nvPr/>
        </p:nvSpPr>
        <p:spPr>
          <a:xfrm>
            <a:off x="1203480" y="522000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1"/>
          <p:cNvSpPr/>
          <p:nvPr/>
        </p:nvSpPr>
        <p:spPr>
          <a:xfrm>
            <a:off x="1066320" y="21749760"/>
            <a:ext cx="1909260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1065960" y="28382760"/>
            <a:ext cx="18952200" cy="19080"/>
            <a:chOff x="1065960" y="28382760"/>
            <a:chExt cx="18952200" cy="19080"/>
          </a:xfrm>
        </p:grpSpPr>
        <p:sp>
          <p:nvSpPr>
            <p:cNvPr id="85" name="Freeform 1"/>
            <p:cNvSpPr/>
            <p:nvPr/>
          </p:nvSpPr>
          <p:spPr>
            <a:xfrm>
              <a:off x="1065960" y="2838276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5"/>
          <p:cNvSpPr/>
          <p:nvPr/>
        </p:nvSpPr>
        <p:spPr>
          <a:xfrm>
            <a:off x="1036080" y="28791000"/>
            <a:ext cx="6343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7740000" y="28800360"/>
            <a:ext cx="612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1065960" y="278802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6"/>
          <p:cNvSpPr/>
          <p:nvPr/>
        </p:nvSpPr>
        <p:spPr>
          <a:xfrm>
            <a:off x="14427000" y="28791000"/>
            <a:ext cx="5553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2026-02-13T13:24:56Z</dcterms:modified>
  <cp:revision>21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