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Montserrat"/>
    </p:embeddedFont>
    <p:embeddedFont>
      <p:font typeface="Lato"/>
    </p:embeddedFont>
    <p:embeddedFont>
      <p:font typeface="Monterrat bold"/>
    </p:embeddedFont>
    <p:embeddedFont>
      <p:font typeface="Poppins Bold"/>
    </p:embeddedFont>
    <p:embeddedFont>
      <p:font typeface="Microsoft YaHei"/>
      <p:regular r:id="rId4"/>
    </p:embeddedFont>
    <p:embeddedFont>
      <p:font typeface="Poppins"/>
      <p:regular r:id="rId5"/>
      <p:bold r:id="rId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icrosoft_YaHei_Regular.fntdata"/><Relationship Id="rId5" Type="http://schemas.openxmlformats.org/officeDocument/2006/relationships/font" Target="fonts/Font_2_Poppins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3440" cy="452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3440" cy="452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F35511-D35A-405A-94B2-6A6E322D8D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5240" cy="63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5240" cy="394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6680" cy="63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6680" cy="394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AE91A1-4989-428B-80B0-E27174519B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77C725-78D9-4621-B53B-B1FA60170C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8428DC-7EC0-45A6-B546-C377274170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3120" cy="11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6600" cy="584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3120" cy="468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0DC894-220A-408C-B679-D47740C8C4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1360" cy="5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1360" cy="410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1360" cy="7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70ECA8-99E7-4432-B2F7-FD1CBB4489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7360" cy="14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942401-48AB-4653-82D9-7F35103869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4560" cy="452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CC169C-40EE-4E93-AD11-D485A91D5A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2360" cy="584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4880" cy="584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22AD19-CBB0-49A3-87E0-C834D50F6D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4560" cy="113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4560" cy="452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2E8275-724C-4C81-88FE-09D73C9E33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7360" cy="13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7360" cy="14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044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8680" cy="3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5328FE-E2F3-4EA1-A48A-B4C5945682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/>
          <p:nvPr/>
        </p:nvSpPr>
        <p:spPr>
          <a:xfrm>
            <a:off x="916920" y="852480"/>
            <a:ext cx="19554120" cy="13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98"/>
              </a:lnSpc>
            </a:pPr>
            <a:r>
              <a:rPr lang="en-US" sz="7360" b="1" u="none" strike="noStrike">
                <a:solidFill>
                  <a:srgbClr val="000000"/>
                </a:solidFill>
                <a:effectLst/>
                <a:uFillTx/>
                <a:latin typeface="Monterrat bold"/>
                <a:ea typeface="Poppins Bold"/>
              </a:rPr>
              <a:t>{{name}}</a:t>
            </a:r>
            <a:endParaRPr lang="es-AR" sz="7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916920" y="2576520"/>
            <a:ext cx="1955412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7"/>
              </a:lnSpc>
            </a:pPr>
            <a:r>
              <a:rPr lang="en-US" sz="3959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{{title}}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reeform 4"/>
          <p:cNvSpPr/>
          <p:nvPr/>
        </p:nvSpPr>
        <p:spPr>
          <a:xfrm>
            <a:off x="7200000" y="4158360"/>
            <a:ext cx="436680" cy="452160"/>
          </a:xfrm>
          <a:custGeom>
            <a:avLst/>
            <a:gdLst>
              <a:gd name="textAreaLeft" fmla="*/ 0 w 436680"/>
              <a:gd name="textAreaRight" fmla="*/ 441720 w 436680"/>
              <a:gd name="textAreaTop" fmla="*/ 0 h 452160"/>
              <a:gd name="textAreaBottom" fmla="*/ 457200 h 45216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6" y="0"/>
                </a:lnTo>
                <a:lnTo>
                  <a:pt x="441626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5"/>
          <p:cNvSpPr/>
          <p:nvPr/>
        </p:nvSpPr>
        <p:spPr>
          <a:xfrm>
            <a:off x="7366320" y="4283640"/>
            <a:ext cx="104040" cy="228240"/>
          </a:xfrm>
          <a:custGeom>
            <a:avLst/>
            <a:gdLst>
              <a:gd name="textAreaLeft" fmla="*/ 0 w 104040"/>
              <a:gd name="textAreaRight" fmla="*/ 109080 w 104040"/>
              <a:gd name="textAreaTop" fmla="*/ 0 h 228240"/>
              <a:gd name="textAreaBottom" fmla="*/ 233280 h 228240"/>
            </a:gdLst>
            <a:ahLst/>
            <a:cxnLst/>
            <a:rect l="textAreaLeft" t="textAreaTop" r="textAreaRight" b="textAreaBottom"/>
            <a:pathLst>
              <a:path w="109023" h="233210">
                <a:moveTo>
                  <a:pt x="0" y="0"/>
                </a:moveTo>
                <a:lnTo>
                  <a:pt x="109023" y="0"/>
                </a:lnTo>
                <a:lnTo>
                  <a:pt x="109023" y="233210"/>
                </a:lnTo>
                <a:lnTo>
                  <a:pt x="0" y="2332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6"/>
          <p:cNvSpPr/>
          <p:nvPr/>
        </p:nvSpPr>
        <p:spPr>
          <a:xfrm>
            <a:off x="7838640" y="4140000"/>
            <a:ext cx="34761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{{contact_number}}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reeform 7"/>
          <p:cNvSpPr/>
          <p:nvPr/>
        </p:nvSpPr>
        <p:spPr>
          <a:xfrm>
            <a:off x="916920" y="4149720"/>
            <a:ext cx="436680" cy="452160"/>
          </a:xfrm>
          <a:custGeom>
            <a:avLst/>
            <a:gdLst>
              <a:gd name="textAreaLeft" fmla="*/ 0 w 436680"/>
              <a:gd name="textAreaRight" fmla="*/ 441720 w 436680"/>
              <a:gd name="textAreaTop" fmla="*/ 0 h 452160"/>
              <a:gd name="textAreaBottom" fmla="*/ 457200 h 45216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7" y="0"/>
                </a:lnTo>
                <a:lnTo>
                  <a:pt x="441627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reeform 8"/>
          <p:cNvSpPr/>
          <p:nvPr/>
        </p:nvSpPr>
        <p:spPr>
          <a:xfrm>
            <a:off x="1036080" y="4296240"/>
            <a:ext cx="209880" cy="185760"/>
          </a:xfrm>
          <a:custGeom>
            <a:avLst/>
            <a:gdLst>
              <a:gd name="textAreaLeft" fmla="*/ 0 w 209880"/>
              <a:gd name="textAreaRight" fmla="*/ 214920 w 209880"/>
              <a:gd name="textAreaTop" fmla="*/ 0 h 185760"/>
              <a:gd name="textAreaBottom" fmla="*/ 190800 h 185760"/>
            </a:gdLst>
            <a:ahLst/>
            <a:cxnLst/>
            <a:rect l="textAreaLeft" t="textAreaTop" r="textAreaRight" b="textAreaBottom"/>
            <a:pathLst>
              <a:path w="214865" h="190643">
                <a:moveTo>
                  <a:pt x="0" y="0"/>
                </a:moveTo>
                <a:lnTo>
                  <a:pt x="214865" y="0"/>
                </a:lnTo>
                <a:lnTo>
                  <a:pt x="214865" y="190643"/>
                </a:lnTo>
                <a:lnTo>
                  <a:pt x="0" y="1906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9"/>
          <p:cNvSpPr/>
          <p:nvPr/>
        </p:nvSpPr>
        <p:spPr>
          <a:xfrm>
            <a:off x="1555560" y="4140000"/>
            <a:ext cx="52815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reeform 10"/>
          <p:cNvSpPr/>
          <p:nvPr/>
        </p:nvSpPr>
        <p:spPr>
          <a:xfrm>
            <a:off x="11805120" y="4162320"/>
            <a:ext cx="448200" cy="448200"/>
          </a:xfrm>
          <a:custGeom>
            <a:avLst/>
            <a:gdLst>
              <a:gd name="textAreaLeft" fmla="*/ 0 w 448200"/>
              <a:gd name="textAreaRight" fmla="*/ 453240 w 448200"/>
              <a:gd name="textAreaTop" fmla="*/ 0 h 448200"/>
              <a:gd name="textAreaBottom" fmla="*/ 453240 h 448200"/>
            </a:gdLst>
            <a:ahLst/>
            <a:cxnLst/>
            <a:rect l="textAreaLeft" t="textAreaTop" r="textAreaRight" b="textAreaBottom"/>
            <a:pathLst>
              <a:path w="453304" h="453304">
                <a:moveTo>
                  <a:pt x="0" y="0"/>
                </a:moveTo>
                <a:lnTo>
                  <a:pt x="453305" y="0"/>
                </a:lnTo>
                <a:lnTo>
                  <a:pt x="453305" y="453305"/>
                </a:lnTo>
                <a:lnTo>
                  <a:pt x="0" y="4533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1"/>
          <p:cNvSpPr/>
          <p:nvPr/>
        </p:nvSpPr>
        <p:spPr>
          <a:xfrm>
            <a:off x="12474000" y="4086720"/>
            <a:ext cx="44996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12"/>
          <p:cNvGrpSpPr/>
          <p:nvPr/>
        </p:nvGrpSpPr>
        <p:grpSpPr>
          <a:xfrm>
            <a:off x="1204200" y="5422320"/>
            <a:ext cx="18955080" cy="21960"/>
            <a:chOff x="1204200" y="5422320"/>
            <a:chExt cx="18955080" cy="21960"/>
          </a:xfrm>
        </p:grpSpPr>
        <p:sp>
          <p:nvSpPr>
            <p:cNvPr id="70" name="Freeform 13"/>
            <p:cNvSpPr/>
            <p:nvPr/>
          </p:nvSpPr>
          <p:spPr>
            <a:xfrm>
              <a:off x="1204200" y="5422320"/>
              <a:ext cx="18955080" cy="21960"/>
            </a:xfrm>
            <a:custGeom>
              <a:avLst/>
              <a:gdLst>
                <a:gd name="textAreaLeft" fmla="*/ 0 w 18955080"/>
                <a:gd name="textAreaRight" fmla="*/ 18960120 w 18955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TextBox 14"/>
          <p:cNvSpPr/>
          <p:nvPr/>
        </p:nvSpPr>
        <p:spPr>
          <a:xfrm>
            <a:off x="1147680" y="5487480"/>
            <a:ext cx="189550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5"/>
          <p:cNvSpPr/>
          <p:nvPr/>
        </p:nvSpPr>
        <p:spPr>
          <a:xfrm>
            <a:off x="1147680" y="4860000"/>
            <a:ext cx="18955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OBJETIVO PROFESIONAL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oup 16"/>
          <p:cNvGrpSpPr/>
          <p:nvPr/>
        </p:nvGrpSpPr>
        <p:grpSpPr>
          <a:xfrm>
            <a:off x="1065960" y="28382400"/>
            <a:ext cx="18955080" cy="21960"/>
            <a:chOff x="1065960" y="28382400"/>
            <a:chExt cx="18955080" cy="21960"/>
          </a:xfrm>
        </p:grpSpPr>
        <p:sp>
          <p:nvSpPr>
            <p:cNvPr id="74" name="Freeform 17"/>
            <p:cNvSpPr/>
            <p:nvPr/>
          </p:nvSpPr>
          <p:spPr>
            <a:xfrm>
              <a:off x="1065960" y="28382400"/>
              <a:ext cx="18955080" cy="21960"/>
            </a:xfrm>
            <a:custGeom>
              <a:avLst/>
              <a:gdLst>
                <a:gd name="textAreaLeft" fmla="*/ 0 w 18955080"/>
                <a:gd name="textAreaRight" fmla="*/ 18960120 w 18955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TextBox 18"/>
          <p:cNvSpPr/>
          <p:nvPr/>
        </p:nvSpPr>
        <p:spPr>
          <a:xfrm>
            <a:off x="1036080" y="28790640"/>
            <a:ext cx="37094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{{idioma_1}}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9"/>
          <p:cNvSpPr/>
          <p:nvPr/>
        </p:nvSpPr>
        <p:spPr>
          <a:xfrm>
            <a:off x="5850360" y="28790640"/>
            <a:ext cx="36882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{{idioma_2}}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0"/>
          <p:cNvSpPr/>
          <p:nvPr/>
        </p:nvSpPr>
        <p:spPr>
          <a:xfrm>
            <a:off x="1065960" y="27879840"/>
            <a:ext cx="18955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IDIOMAS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" name="Group 21"/>
          <p:cNvGrpSpPr/>
          <p:nvPr/>
        </p:nvGrpSpPr>
        <p:grpSpPr>
          <a:xfrm>
            <a:off x="1213920" y="8439480"/>
            <a:ext cx="18955080" cy="21960"/>
            <a:chOff x="1213920" y="8439480"/>
            <a:chExt cx="18955080" cy="21960"/>
          </a:xfrm>
        </p:grpSpPr>
        <p:sp>
          <p:nvSpPr>
            <p:cNvPr id="79" name="Freeform 22"/>
            <p:cNvSpPr/>
            <p:nvPr/>
          </p:nvSpPr>
          <p:spPr>
            <a:xfrm>
              <a:off x="1213920" y="8439480"/>
              <a:ext cx="18955080" cy="21960"/>
            </a:xfrm>
            <a:custGeom>
              <a:avLst/>
              <a:gdLst>
                <a:gd name="textAreaLeft" fmla="*/ 0 w 18955080"/>
                <a:gd name="textAreaRight" fmla="*/ 18960120 w 18955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23"/>
          <p:cNvSpPr/>
          <p:nvPr/>
        </p:nvSpPr>
        <p:spPr>
          <a:xfrm>
            <a:off x="1213920" y="7920000"/>
            <a:ext cx="18955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EXPERIENCIA PROFESIONAL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5"/>
          <p:cNvSpPr/>
          <p:nvPr/>
        </p:nvSpPr>
        <p:spPr>
          <a:xfrm>
            <a:off x="1213920" y="9000000"/>
            <a:ext cx="18955080" cy="53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{{exp_1_role}}</a:t>
            </a:r>
            <a:r>
              <a:rPr lang="en-US" sz="3600" b="0" u="none" strike="noStrike">
                <a:solidFill>
                  <a:srgbClr val="1e1e1e"/>
                </a:solidFill>
                <a:effectLst/>
                <a:uFillTx/>
                <a:latin typeface="Poppins Bold"/>
                <a:ea typeface="Poppins Bold"/>
              </a:rPr>
              <a:t>  </a:t>
            </a:r>
            <a:r>
              <a:rPr lang="en-US" sz="28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{{exp_1_company}}   {{exp_1_dates}}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27"/>
          <p:cNvGrpSpPr/>
          <p:nvPr/>
        </p:nvGrpSpPr>
        <p:grpSpPr>
          <a:xfrm>
            <a:off x="1065960" y="22008960"/>
            <a:ext cx="18955080" cy="21960"/>
            <a:chOff x="1065960" y="22008960"/>
            <a:chExt cx="18955080" cy="21960"/>
          </a:xfrm>
        </p:grpSpPr>
        <p:sp>
          <p:nvSpPr>
            <p:cNvPr id="83" name="Freeform 28"/>
            <p:cNvSpPr/>
            <p:nvPr/>
          </p:nvSpPr>
          <p:spPr>
            <a:xfrm>
              <a:off x="1065960" y="22008960"/>
              <a:ext cx="18955080" cy="21960"/>
            </a:xfrm>
            <a:custGeom>
              <a:avLst/>
              <a:gdLst>
                <a:gd name="textAreaLeft" fmla="*/ 0 w 18955080"/>
                <a:gd name="textAreaRight" fmla="*/ 18960120 w 18955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" name="TextBox 29"/>
          <p:cNvSpPr/>
          <p:nvPr/>
        </p:nvSpPr>
        <p:spPr>
          <a:xfrm>
            <a:off x="1065960" y="21506400"/>
            <a:ext cx="18955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EDUCACIÓN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Group 32"/>
          <p:cNvGrpSpPr/>
          <p:nvPr/>
        </p:nvGrpSpPr>
        <p:grpSpPr>
          <a:xfrm>
            <a:off x="1065960" y="24839280"/>
            <a:ext cx="18955080" cy="21960"/>
            <a:chOff x="1065960" y="24839280"/>
            <a:chExt cx="18955080" cy="21960"/>
          </a:xfrm>
        </p:grpSpPr>
        <p:sp>
          <p:nvSpPr>
            <p:cNvPr id="86" name="Freeform 33"/>
            <p:cNvSpPr/>
            <p:nvPr/>
          </p:nvSpPr>
          <p:spPr>
            <a:xfrm>
              <a:off x="1065960" y="24839280"/>
              <a:ext cx="18955080" cy="21960"/>
            </a:xfrm>
            <a:custGeom>
              <a:avLst/>
              <a:gdLst>
                <a:gd name="textAreaLeft" fmla="*/ 0 w 18955080"/>
                <a:gd name="textAreaRight" fmla="*/ 18960120 w 18955080"/>
                <a:gd name="textAreaTop" fmla="*/ 0 h 21960"/>
                <a:gd name="textAreaBottom" fmla="*/ 27000 h 2196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TextBox 34"/>
          <p:cNvSpPr/>
          <p:nvPr/>
        </p:nvSpPr>
        <p:spPr>
          <a:xfrm>
            <a:off x="1065960" y="25221240"/>
            <a:ext cx="480924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{{skill_1}}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{{skill_2}}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{{skill_3}}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5"/>
          <p:cNvSpPr/>
          <p:nvPr/>
        </p:nvSpPr>
        <p:spPr>
          <a:xfrm>
            <a:off x="1065960" y="24300000"/>
            <a:ext cx="18955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83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HABILIDADES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6"/>
          <p:cNvSpPr/>
          <p:nvPr/>
        </p:nvSpPr>
        <p:spPr>
          <a:xfrm>
            <a:off x="5220000" y="25221240"/>
            <a:ext cx="480924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{{skill_4}}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{{skill_5}}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{{skill_6}}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7"/>
          <p:cNvSpPr/>
          <p:nvPr/>
        </p:nvSpPr>
        <p:spPr>
          <a:xfrm>
            <a:off x="10102680" y="28790640"/>
            <a:ext cx="44758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{{idioma_3}}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0"/>
          <p:cNvSpPr/>
          <p:nvPr/>
        </p:nvSpPr>
        <p:spPr>
          <a:xfrm>
            <a:off x="1066320" y="23040000"/>
            <a:ext cx="581868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1"/>
          <p:cNvSpPr/>
          <p:nvPr/>
        </p:nvSpPr>
        <p:spPr>
          <a:xfrm>
            <a:off x="1066320" y="22211280"/>
            <a:ext cx="576936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0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{{edu_1_degree}}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18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{{edu_1_school}}  {{edu_1_years}}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2"/>
          <p:cNvSpPr/>
          <p:nvPr/>
        </p:nvSpPr>
        <p:spPr>
          <a:xfrm>
            <a:off x="6972480" y="23099400"/>
            <a:ext cx="598356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94" name="TextBox 43"/>
          <p:cNvSpPr/>
          <p:nvPr/>
        </p:nvSpPr>
        <p:spPr>
          <a:xfrm>
            <a:off x="7920360" y="22211280"/>
            <a:ext cx="503496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0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{{edu_2_degree}}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18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{{edu_2_school}}  {{edu_2_years}}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4"/>
          <p:cNvSpPr/>
          <p:nvPr/>
        </p:nvSpPr>
        <p:spPr>
          <a:xfrm>
            <a:off x="14040000" y="23127480"/>
            <a:ext cx="575388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5"/>
          <p:cNvSpPr/>
          <p:nvPr/>
        </p:nvSpPr>
        <p:spPr>
          <a:xfrm>
            <a:off x="14760000" y="22211280"/>
            <a:ext cx="57538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0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 Bold"/>
              </a:rPr>
              <a:t>{{edu_3_degree}}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r>
              <a:rPr lang="en-US" sz="1800" b="0" u="none" strike="noStrike">
                <a:solidFill>
                  <a:srgbClr val="1e1e1e"/>
                </a:solidFill>
                <a:effectLst/>
                <a:uFillTx/>
                <a:latin typeface="Lato"/>
                <a:ea typeface="Poppins"/>
              </a:rPr>
              <a:t>{{edu_3_school}}  {{edu_3_years}}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DAG9kqqhLuI</dc:identifier>
  <dc:language>es-AR</dc:language>
  <cp:lastModifiedBy/>
  <dcterms:modified xsi:type="dcterms:W3CDTF">2026-01-14T16:04:22Z</dcterms:modified>
  <cp:revision>15</cp:revision>
  <dc:subject/>
  <dc:title>Plantilla_oficial_11.pptx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