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TT Drug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TT Drug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TT_Drug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670C19-7E5A-4623-BBE0-B00F539547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5592D4-734C-4C50-B8CA-BA5A45CDB3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D3BDBE-326B-48B9-BF07-463BCB2034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EFE795-9E5F-4EA9-AE3C-55705E7E10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D47D7D-1212-4EFD-A436-B3F36016D7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32264A-EC16-4903-BAAC-D513F24658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D9BC09-4984-44A9-B065-E0F26355AD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C34218-ACB3-4F54-95D4-33EB7569A4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94EDD3-65EE-470D-8837-4C5837ECC9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19B7F6-25FD-4446-B52E-D9D30D5377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0DB2D8-A4A8-43E8-AB62-FD3BAE0FDF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360" y="7024320"/>
            <a:ext cx="8089560" cy="2274948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760" cy="5133960"/>
          </a:xfrm>
          <a:custGeom>
            <a:avLst/>
            <a:gdLst>
              <a:gd name="textAreaLeft" fmla="*/ 0 w 18023760"/>
              <a:gd name="textAreaRight" fmla="*/ 18036000 w 18023760"/>
              <a:gd name="textAreaTop" fmla="*/ 0 h 5133960"/>
              <a:gd name="textAreaBottom" fmla="*/ 5146560 h 513396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883440" y="469080"/>
            <a:ext cx="6323400" cy="6323400"/>
          </a:xfrm>
          <a:custGeom>
            <a:avLst/>
            <a:gdLst>
              <a:gd name="textAreaLeft" fmla="*/ 0 w 6323400"/>
              <a:gd name="textAreaRight" fmla="*/ 6336000 w 6323400"/>
              <a:gd name="textAreaTop" fmla="*/ 0 h 6323400"/>
              <a:gd name="textAreaBottom" fmla="*/ 6336000 h 632340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604720" y="11914200"/>
            <a:ext cx="11991240" cy="14400"/>
            <a:chOff x="8604720" y="11914200"/>
            <a:chExt cx="11991240" cy="14400"/>
          </a:xfrm>
        </p:grpSpPr>
        <p:sp>
          <p:nvSpPr>
            <p:cNvPr id="63" name="Freeform 10"/>
            <p:cNvSpPr/>
            <p:nvPr/>
          </p:nvSpPr>
          <p:spPr>
            <a:xfrm>
              <a:off x="8604720" y="11914200"/>
              <a:ext cx="11991240" cy="14400"/>
            </a:xfrm>
            <a:custGeom>
              <a:avLst/>
              <a:gdLst>
                <a:gd name="textAreaLeft" fmla="*/ 0 w 11991240"/>
                <a:gd name="textAreaRight" fmla="*/ 12003840 w 11991240"/>
                <a:gd name="textAreaTop" fmla="*/ 0 h 14400"/>
                <a:gd name="textAreaBottom" fmla="*/ 27000 h 1440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7688520" y="2306880"/>
            <a:ext cx="1368288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660520" y="7995240"/>
            <a:ext cx="11991240" cy="15840"/>
            <a:chOff x="8660520" y="7995240"/>
            <a:chExt cx="11991240" cy="15840"/>
          </a:xfrm>
        </p:grpSpPr>
        <p:sp>
          <p:nvSpPr>
            <p:cNvPr id="66" name="Freeform 31"/>
            <p:cNvSpPr/>
            <p:nvPr/>
          </p:nvSpPr>
          <p:spPr>
            <a:xfrm>
              <a:off x="8660520" y="7995240"/>
              <a:ext cx="11991240" cy="15840"/>
            </a:xfrm>
            <a:custGeom>
              <a:avLst/>
              <a:gdLst>
                <a:gd name="textAreaLeft" fmla="*/ 0 w 11991240"/>
                <a:gd name="textAreaRight" fmla="*/ 12003840 w 11991240"/>
                <a:gd name="textAreaTop" fmla="*/ 0 h 15840"/>
                <a:gd name="textAreaBottom" fmla="*/ 26640 h 1584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656200" y="8171280"/>
            <a:ext cx="119912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40000" y="7020000"/>
            <a:ext cx="12007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604720" y="11160000"/>
            <a:ext cx="67788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3"/>
          <p:cNvSpPr/>
          <p:nvPr/>
        </p:nvSpPr>
        <p:spPr>
          <a:xfrm>
            <a:off x="835560" y="1508400"/>
            <a:ext cx="34344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4"/>
          <p:cNvGrpSpPr/>
          <p:nvPr/>
        </p:nvGrpSpPr>
        <p:grpSpPr>
          <a:xfrm>
            <a:off x="8460000" y="12058200"/>
            <a:ext cx="12089160" cy="13321440"/>
            <a:chOff x="8460000" y="12058200"/>
            <a:chExt cx="12089160" cy="13321440"/>
          </a:xfrm>
        </p:grpSpPr>
        <p:sp>
          <p:nvSpPr>
            <p:cNvPr id="72" name="TextBox 45"/>
            <p:cNvSpPr/>
            <p:nvPr/>
          </p:nvSpPr>
          <p:spPr>
            <a:xfrm>
              <a:off x="8530560" y="12058200"/>
              <a:ext cx="12018600" cy="589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3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{{exp_1_company}}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}  {{exp_2_company}}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13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{{exp_3_company}}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13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{{exp_4_company}} {{exp_4_dates}}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47"/>
            <p:cNvSpPr/>
            <p:nvPr/>
          </p:nvSpPr>
          <p:spPr>
            <a:xfrm>
              <a:off x="8503200" y="14943960"/>
              <a:ext cx="12018600" cy="384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4"/>
            <p:cNvSpPr/>
            <p:nvPr/>
          </p:nvSpPr>
          <p:spPr>
            <a:xfrm>
              <a:off x="8460000" y="23706720"/>
              <a:ext cx="11991240" cy="16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"/>
          <p:cNvSpPr/>
          <p:nvPr/>
        </p:nvSpPr>
        <p:spPr>
          <a:xfrm>
            <a:off x="1800000" y="900360"/>
            <a:ext cx="4130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900000" y="6660000"/>
            <a:ext cx="6329880" cy="38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2026-02-13T13:26:30Z</dcterms:modified>
  <cp:revision>40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