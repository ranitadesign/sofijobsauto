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Montserrat"/>
      <p:regular r:id="rId5"/>
      <p:bold r:id="rId5"/>
    </p:embeddedFont>
    <p:embeddedFont>
      <p:font typeface="Lato"/>
    </p:embeddedFont>
    <p:embeddedFont>
      <p:font typeface="Microsoft YaHei"/>
      <p:regular r:id="rId6"/>
    </p:embeddedFont>
    <p:embeddedFont>
      <p:font typeface="TT Drugs"/>
      <p:regular r:id="rId7"/>
      <p:bold r:id="rId7"/>
    </p:embeddedFont>
    <p:embeddedFont>
      <p:font typeface="TT Drug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ontserrat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TT_Drugs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560" cy="113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3440" cy="45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3440" cy="45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3051A5D-7E2F-4581-9DCE-04F81FCB385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560" cy="113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5240" cy="63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5240" cy="3946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6680" cy="63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6680" cy="3946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8E0D451-8A8A-4394-86CC-D688030BDBF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560" cy="113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BB3201C-DECA-4F65-A92E-5341F68B486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FBB92FA-E8AC-443E-BA6A-B99623E2657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3120" cy="1157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6600" cy="584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3120" cy="468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55E59E9-70C7-416C-959C-6676E5DAE60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1360" cy="56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1360" cy="4109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1360" cy="79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F407186-0264-4BEB-84BE-6CB3811B707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7360" cy="1464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52DB926-AC74-4CC0-A2F4-47640D39EA4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560" cy="113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560" cy="45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92B1554-3FF4-4062-9873-1F2EA740149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2360" cy="584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4880" cy="584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6A7E4D8-C70C-4270-A10D-6FF50A674F2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560" cy="113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560" cy="4520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5DEC88-88D3-46CF-BA4B-0E0B02063CD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7360" cy="13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7360" cy="149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E0822A9-2A29-448F-B8B3-C67021D9428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png"/><Relationship Id="rId8" Type="http://schemas.openxmlformats.org/officeDocument/2006/relationships/image" Target="../media/image8.svg"/><Relationship Id="rId9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3"/>
          <p:cNvSpPr/>
          <p:nvPr/>
        </p:nvSpPr>
        <p:spPr>
          <a:xfrm>
            <a:off x="3339000" y="875880"/>
            <a:ext cx="18031320" cy="5141520"/>
          </a:xfrm>
          <a:custGeom>
            <a:avLst/>
            <a:gdLst>
              <a:gd name="textAreaLeft" fmla="*/ 0 w 18031320"/>
              <a:gd name="textAreaRight" fmla="*/ 18036000 w 18031320"/>
              <a:gd name="textAreaTop" fmla="*/ 0 h 5141520"/>
              <a:gd name="textAreaBottom" fmla="*/ 5146560 h 5141520"/>
            </a:gdLst>
            <a:ahLst/>
            <a:cxnLst/>
            <a:rect l="textAreaLeft" t="textAreaTop" r="textAreaRight" b="textAreaBottom"/>
            <a:pathLst>
              <a:path w="20694873" h="5146467">
                <a:moveTo>
                  <a:pt x="0" y="0"/>
                </a:moveTo>
                <a:lnTo>
                  <a:pt x="20694872" y="0"/>
                </a:lnTo>
                <a:lnTo>
                  <a:pt x="20694872" y="5146467"/>
                </a:lnTo>
                <a:lnTo>
                  <a:pt x="0" y="5146467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Freeform 4"/>
          <p:cNvSpPr/>
          <p:nvPr/>
        </p:nvSpPr>
        <p:spPr>
          <a:xfrm>
            <a:off x="883440" y="469080"/>
            <a:ext cx="6330960" cy="6330960"/>
          </a:xfrm>
          <a:custGeom>
            <a:avLst/>
            <a:gdLst>
              <a:gd name="textAreaLeft" fmla="*/ 0 w 6330960"/>
              <a:gd name="textAreaRight" fmla="*/ 6336000 w 6330960"/>
              <a:gd name="textAreaTop" fmla="*/ 0 h 6330960"/>
              <a:gd name="textAreaBottom" fmla="*/ 6336000 h 6330960"/>
            </a:gdLst>
            <a:ahLst/>
            <a:cxnLst/>
            <a:rect l="textAreaLeft" t="textAreaTop" r="textAreaRight" b="textAreaBottom"/>
            <a:pathLst>
              <a:path w="6335955" h="6335955">
                <a:moveTo>
                  <a:pt x="0" y="0"/>
                </a:moveTo>
                <a:lnTo>
                  <a:pt x="6335955" y="0"/>
                </a:lnTo>
                <a:lnTo>
                  <a:pt x="6335955" y="6335955"/>
                </a:lnTo>
                <a:lnTo>
                  <a:pt x="0" y="633595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1" name="Group 9"/>
          <p:cNvGrpSpPr/>
          <p:nvPr/>
        </p:nvGrpSpPr>
        <p:grpSpPr>
          <a:xfrm>
            <a:off x="8604720" y="12108240"/>
            <a:ext cx="11998800" cy="21960"/>
            <a:chOff x="8604720" y="12108240"/>
            <a:chExt cx="11998800" cy="21960"/>
          </a:xfrm>
        </p:grpSpPr>
        <p:sp>
          <p:nvSpPr>
            <p:cNvPr id="62" name="Freeform 10"/>
            <p:cNvSpPr/>
            <p:nvPr/>
          </p:nvSpPr>
          <p:spPr>
            <a:xfrm>
              <a:off x="8604720" y="12108240"/>
              <a:ext cx="11998800" cy="21960"/>
            </a:xfrm>
            <a:custGeom>
              <a:avLst/>
              <a:gdLst>
                <a:gd name="textAreaLeft" fmla="*/ 0 w 11998800"/>
                <a:gd name="textAreaRight" fmla="*/ 12003840 w 11998800"/>
                <a:gd name="textAreaTop" fmla="*/ 0 h 21960"/>
                <a:gd name="textAreaBottom" fmla="*/ 27000 h 21960"/>
              </a:gdLst>
              <a:ahLst/>
              <a:cxnLst/>
              <a:rect l="textAreaLeft" t="textAreaTop" r="textAreaRight" b="textAreaBottom"/>
              <a:pathLst>
                <a:path w="16005303" h="35941">
                  <a:moveTo>
                    <a:pt x="0" y="0"/>
                  </a:moveTo>
                  <a:lnTo>
                    <a:pt x="16005303" y="0"/>
                  </a:lnTo>
                  <a:lnTo>
                    <a:pt x="1600530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TextBox 28"/>
          <p:cNvSpPr/>
          <p:nvPr/>
        </p:nvSpPr>
        <p:spPr>
          <a:xfrm>
            <a:off x="7818120" y="3702240"/>
            <a:ext cx="13016520" cy="63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980"/>
              </a:lnSpc>
            </a:pPr>
            <a:r>
              <a:rPr lang="en-US" sz="4520" b="0" u="none" spc="227" strike="noStrike">
                <a:solidFill>
                  <a:srgbClr val="543f3f"/>
                </a:solidFill>
                <a:effectLst/>
                <a:uFillTx/>
                <a:latin typeface="Lato"/>
                <a:ea typeface="TT Drugs Bold"/>
              </a:rPr>
              <a:t>{{title}}</a:t>
            </a:r>
            <a:endParaRPr lang="es-AR" sz="45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29"/>
          <p:cNvSpPr/>
          <p:nvPr/>
        </p:nvSpPr>
        <p:spPr>
          <a:xfrm>
            <a:off x="7688520" y="2306880"/>
            <a:ext cx="13690440" cy="99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809"/>
              </a:lnSpc>
            </a:pPr>
            <a:r>
              <a:rPr lang="en-US" sz="6510" b="1" u="none" spc="519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{{name}}</a:t>
            </a:r>
            <a:endParaRPr lang="es-AR" sz="65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5" name="Group 30"/>
          <p:cNvGrpSpPr/>
          <p:nvPr/>
        </p:nvGrpSpPr>
        <p:grpSpPr>
          <a:xfrm>
            <a:off x="8698320" y="8334720"/>
            <a:ext cx="11998800" cy="30960"/>
            <a:chOff x="8698320" y="8334720"/>
            <a:chExt cx="11998800" cy="30960"/>
          </a:xfrm>
        </p:grpSpPr>
        <p:sp>
          <p:nvSpPr>
            <p:cNvPr id="66" name="Freeform 31"/>
            <p:cNvSpPr/>
            <p:nvPr/>
          </p:nvSpPr>
          <p:spPr>
            <a:xfrm>
              <a:off x="8698320" y="8334720"/>
              <a:ext cx="11998800" cy="30960"/>
            </a:xfrm>
            <a:custGeom>
              <a:avLst/>
              <a:gdLst>
                <a:gd name="textAreaLeft" fmla="*/ 0 w 11998800"/>
                <a:gd name="textAreaRight" fmla="*/ 12003840 w 11998800"/>
                <a:gd name="textAreaTop" fmla="*/ 0 h 30960"/>
                <a:gd name="textAreaBottom" fmla="*/ 36000 h 30960"/>
              </a:gdLst>
              <a:ahLst/>
              <a:cxnLst/>
              <a:rect l="textAreaLeft" t="textAreaTop" r="textAreaRight" b="textAreaBottom"/>
              <a:pathLst>
                <a:path w="16005302" h="47879">
                  <a:moveTo>
                    <a:pt x="0" y="0"/>
                  </a:moveTo>
                  <a:lnTo>
                    <a:pt x="16005302" y="0"/>
                  </a:lnTo>
                  <a:lnTo>
                    <a:pt x="1600530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" name="TextBox 32"/>
          <p:cNvSpPr/>
          <p:nvPr/>
        </p:nvSpPr>
        <p:spPr>
          <a:xfrm>
            <a:off x="8694000" y="8510760"/>
            <a:ext cx="1199880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44"/>
              </a:lnSpc>
            </a:pPr>
            <a:r>
              <a:rPr lang="en-US" sz="2550" b="0" u="none" strike="noStrike">
                <a:solidFill>
                  <a:srgbClr val="343434"/>
                </a:solidFill>
                <a:effectLst/>
                <a:uFillTx/>
                <a:latin typeface="Lato"/>
                <a:ea typeface="Poppins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33"/>
          <p:cNvSpPr/>
          <p:nvPr/>
        </p:nvSpPr>
        <p:spPr>
          <a:xfrm>
            <a:off x="8677800" y="7359480"/>
            <a:ext cx="1201500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Perfil Profesional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4"/>
          <p:cNvSpPr/>
          <p:nvPr/>
        </p:nvSpPr>
        <p:spPr>
          <a:xfrm>
            <a:off x="8604720" y="11160000"/>
            <a:ext cx="67863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Experiencia laboral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0" name="Group 35"/>
          <p:cNvGrpSpPr/>
          <p:nvPr/>
        </p:nvGrpSpPr>
        <p:grpSpPr>
          <a:xfrm>
            <a:off x="8722080" y="26986320"/>
            <a:ext cx="11998800" cy="30960"/>
            <a:chOff x="8722080" y="26986320"/>
            <a:chExt cx="11998800" cy="30960"/>
          </a:xfrm>
        </p:grpSpPr>
        <p:sp>
          <p:nvSpPr>
            <p:cNvPr id="71" name="Freeform 36"/>
            <p:cNvSpPr/>
            <p:nvPr/>
          </p:nvSpPr>
          <p:spPr>
            <a:xfrm>
              <a:off x="8722080" y="26986320"/>
              <a:ext cx="11998800" cy="30960"/>
            </a:xfrm>
            <a:custGeom>
              <a:avLst/>
              <a:gdLst>
                <a:gd name="textAreaLeft" fmla="*/ 0 w 11998800"/>
                <a:gd name="textAreaRight" fmla="*/ 12003840 w 11998800"/>
                <a:gd name="textAreaTop" fmla="*/ 0 h 30960"/>
                <a:gd name="textAreaBottom" fmla="*/ 36000 h 30960"/>
              </a:gdLst>
              <a:ahLst/>
              <a:cxnLst/>
              <a:rect l="textAreaLeft" t="textAreaTop" r="textAreaRight" b="textAreaBottom"/>
              <a:pathLst>
                <a:path w="16005302" h="47879">
                  <a:moveTo>
                    <a:pt x="0" y="0"/>
                  </a:moveTo>
                  <a:lnTo>
                    <a:pt x="16005302" y="0"/>
                  </a:lnTo>
                  <a:lnTo>
                    <a:pt x="1600530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464a4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2" name="TextBox 37"/>
          <p:cNvSpPr/>
          <p:nvPr/>
        </p:nvSpPr>
        <p:spPr>
          <a:xfrm>
            <a:off x="8731080" y="26182080"/>
            <a:ext cx="67863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TT Drugs"/>
              </a:rPr>
              <a:t>Cursos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38"/>
          <p:cNvSpPr/>
          <p:nvPr/>
        </p:nvSpPr>
        <p:spPr>
          <a:xfrm>
            <a:off x="8731080" y="27051480"/>
            <a:ext cx="11998800" cy="245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83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pc="51" strike="noStrike">
                <a:solidFill>
                  <a:srgbClr val="241d19"/>
                </a:solidFill>
                <a:effectLst/>
                <a:uFillTx/>
                <a:latin typeface="Lato"/>
                <a:ea typeface="Poppins"/>
              </a:rPr>
              <a:t>{{curso_1}}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3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pc="51" strike="noStrike">
                <a:solidFill>
                  <a:srgbClr val="241d19"/>
                </a:solidFill>
                <a:effectLst/>
                <a:uFillTx/>
                <a:latin typeface="Lato"/>
                <a:ea typeface="Poppins"/>
              </a:rPr>
              <a:t>{{curso_2}}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3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pc="51" strike="noStrike">
                <a:solidFill>
                  <a:srgbClr val="241d19"/>
                </a:solidFill>
                <a:effectLst/>
                <a:uFillTx/>
                <a:latin typeface="Lato"/>
                <a:ea typeface="Poppins"/>
              </a:rPr>
              <a:t>{{curso_3}}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3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pc="51" strike="noStrike">
                <a:solidFill>
                  <a:srgbClr val="241d19"/>
                </a:solidFill>
                <a:effectLst/>
                <a:uFillTx/>
                <a:latin typeface="Lato"/>
                <a:ea typeface="Poppins"/>
              </a:rPr>
              <a:t>{{curso_4}}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43"/>
          <p:cNvSpPr/>
          <p:nvPr/>
        </p:nvSpPr>
        <p:spPr>
          <a:xfrm>
            <a:off x="835560" y="1508400"/>
            <a:ext cx="344196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98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5" name="Group 44"/>
          <p:cNvGrpSpPr/>
          <p:nvPr/>
        </p:nvGrpSpPr>
        <p:grpSpPr>
          <a:xfrm>
            <a:off x="8661240" y="12195720"/>
            <a:ext cx="12096720" cy="13329000"/>
            <a:chOff x="8661240" y="12195720"/>
            <a:chExt cx="12096720" cy="13329000"/>
          </a:xfrm>
        </p:grpSpPr>
        <p:sp>
          <p:nvSpPr>
            <p:cNvPr id="76" name="TextBox 45"/>
            <p:cNvSpPr/>
            <p:nvPr/>
          </p:nvSpPr>
          <p:spPr>
            <a:xfrm>
              <a:off x="8731800" y="12195720"/>
              <a:ext cx="12026160" cy="9227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just" defTabSz="914400">
                <a:lnSpc>
                  <a:spcPts val="3563"/>
                </a:lnSpc>
              </a:pPr>
              <a:r>
                <a:rPr lang="en-US" sz="2200" b="1" u="none" spc="94" strike="noStrike">
                  <a:solidFill>
                    <a:srgbClr val="474747"/>
                  </a:solidFill>
                  <a:effectLst/>
                  <a:uFillTx/>
                  <a:latin typeface="Poppins"/>
                  <a:ea typeface="Poppins"/>
                </a:rPr>
                <a:t>{{exp_1_role}}</a:t>
              </a:r>
              <a:r>
                <a:rPr lang="en-US" sz="2200" b="0" u="none" spc="94" strike="noStrike">
                  <a:solidFill>
                    <a:srgbClr val="474747"/>
                  </a:solidFill>
                  <a:effectLst/>
                  <a:uFillTx/>
                  <a:latin typeface="Poppins"/>
                  <a:ea typeface="Poppins"/>
                </a:rPr>
                <a:t>  </a:t>
              </a:r>
              <a:r>
                <a:rPr lang="en-US" sz="2200" b="0" u="none" spc="94" strike="noStrike">
                  <a:solidFill>
                    <a:srgbClr val="474747"/>
                  </a:solidFill>
                  <a:effectLst/>
                  <a:uFillTx/>
                  <a:latin typeface="Lato"/>
                  <a:ea typeface="Poppins"/>
                </a:rPr>
                <a:t>{{exp_1_company}} ({{exp_1_dates}})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3"/>
                </a:lnSpc>
              </a:pP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0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{{exp_1_bullets_block}}</a:t>
              </a:r>
              <a:endPara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142"/>
                </a:lnSpc>
              </a:pPr>
              <a:r>
                <a:rPr lang="es-AR" sz="20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{{exp_1_bullets_block}}</a:t>
              </a:r>
              <a:endPara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317"/>
                </a:lnSpc>
              </a:pPr>
              <a:endParaRPr lang="es-AR" sz="17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0"/>
                </a:lnSpc>
              </a:pPr>
              <a:r>
                <a:rPr lang="en-US" sz="2200" b="1" u="none" spc="94" strike="noStrike">
                  <a:solidFill>
                    <a:srgbClr val="474747"/>
                  </a:solidFill>
                  <a:effectLst/>
                  <a:uFillTx/>
                  <a:latin typeface="Poppins"/>
                  <a:ea typeface="Poppins"/>
                </a:rPr>
                <a:t>{{exp_2_role}</a:t>
              </a:r>
              <a:r>
                <a:rPr lang="en-US" sz="2200" b="0" u="none" spc="94" strike="noStrike">
                  <a:solidFill>
                    <a:srgbClr val="474747"/>
                  </a:solidFill>
                  <a:effectLst/>
                  <a:uFillTx/>
                  <a:latin typeface="Poppins"/>
                  <a:ea typeface="Poppins"/>
                </a:rPr>
                <a:t>}  </a:t>
              </a:r>
              <a:r>
                <a:rPr lang="en-US" sz="2200" b="0" u="none" spc="94" strike="noStrike">
                  <a:solidFill>
                    <a:srgbClr val="474747"/>
                  </a:solidFill>
                  <a:effectLst/>
                  <a:uFillTx/>
                  <a:latin typeface="Lato"/>
                  <a:ea typeface="Poppins"/>
                </a:rPr>
                <a:t>{{exp_2_company}} ({{exp_2_dates}})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0"/>
                </a:lnSpc>
              </a:pP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0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{{exp_2_bullets_block}}</a:t>
              </a:r>
              <a:endPara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142"/>
                </a:lnSpc>
              </a:pPr>
              <a:endParaRPr lang="es-AR" sz="202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314"/>
                </a:lnSpc>
              </a:pPr>
              <a:endParaRPr lang="es-AR" sz="17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314"/>
                </a:lnSpc>
              </a:pPr>
              <a:r>
                <a:rPr lang="en-US" sz="2200" b="1" u="none" spc="94" strike="noStrike">
                  <a:solidFill>
                    <a:srgbClr val="474747"/>
                  </a:solidFill>
                  <a:effectLst/>
                  <a:uFillTx/>
                  <a:latin typeface="Poppins"/>
                  <a:ea typeface="Poppins"/>
                </a:rPr>
                <a:t>{{exp_3_role}}</a:t>
              </a:r>
              <a:r>
                <a:rPr lang="en-US" sz="2200" b="0" u="none" spc="94" strike="noStrike">
                  <a:solidFill>
                    <a:srgbClr val="474747"/>
                  </a:solidFill>
                  <a:effectLst/>
                  <a:uFillTx/>
                  <a:latin typeface="Poppins"/>
                  <a:ea typeface="Poppins"/>
                </a:rPr>
                <a:t>  </a:t>
              </a:r>
              <a:r>
                <a:rPr lang="en-US" sz="2200" b="0" u="none" spc="94" strike="noStrike">
                  <a:solidFill>
                    <a:srgbClr val="474747"/>
                  </a:solidFill>
                  <a:effectLst/>
                  <a:uFillTx/>
                  <a:latin typeface="Lato"/>
                  <a:ea typeface="Poppins"/>
                </a:rPr>
                <a:t>{{exp_3_company}} ({{exp_3_dates}})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314"/>
                </a:lnSpc>
              </a:pP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0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{{exp_3_bullets_block}}</a:t>
              </a:r>
              <a:endPara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</a:pP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317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0"/>
                </a:lnSpc>
              </a:pPr>
              <a:r>
                <a:rPr lang="en-US" sz="2200" b="1" u="none" spc="94" strike="noStrike">
                  <a:solidFill>
                    <a:srgbClr val="474747"/>
                  </a:solidFill>
                  <a:effectLst/>
                  <a:uFillTx/>
                  <a:latin typeface="Poppins"/>
                  <a:ea typeface="Poppins"/>
                </a:rPr>
                <a:t>{{exp_4_role}}</a:t>
              </a:r>
              <a:r>
                <a:rPr lang="en-US" sz="2200" b="0" u="none" spc="94" strike="noStrike">
                  <a:solidFill>
                    <a:srgbClr val="474747"/>
                  </a:solidFill>
                  <a:effectLst/>
                  <a:uFillTx/>
                  <a:latin typeface="Poppins"/>
                  <a:ea typeface="Poppins"/>
                </a:rPr>
                <a:t> </a:t>
              </a:r>
              <a:r>
                <a:rPr lang="en-US" sz="2200" b="0" u="none" spc="94" strike="noStrike">
                  <a:solidFill>
                    <a:srgbClr val="474747"/>
                  </a:solidFill>
                  <a:effectLst/>
                  <a:uFillTx/>
                  <a:latin typeface="Lato"/>
                  <a:ea typeface="Poppins"/>
                </a:rPr>
                <a:t> {{exp_4_company}} ({{exp_4_dates}})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0"/>
                </a:lnSpc>
              </a:pPr>
              <a:endParaRPr lang="es-AR" sz="1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0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{{exp_4_bullets_block}}</a:t>
              </a:r>
              <a:endPara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317"/>
                </a:lnSpc>
              </a:pPr>
              <a:endParaRPr lang="es-AR" sz="17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0"/>
                </a:lnSpc>
              </a:pPr>
              <a:endParaRPr lang="es-AR" sz="202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3560"/>
                </a:lnSpc>
              </a:pPr>
              <a:endParaRPr lang="es-AR" sz="202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" name="TextBox 46"/>
            <p:cNvSpPr/>
            <p:nvPr/>
          </p:nvSpPr>
          <p:spPr>
            <a:xfrm>
              <a:off x="8731800" y="12778920"/>
              <a:ext cx="11998800" cy="1680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31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TextBox 47"/>
            <p:cNvSpPr/>
            <p:nvPr/>
          </p:nvSpPr>
          <p:spPr>
            <a:xfrm>
              <a:off x="8704440" y="15081480"/>
              <a:ext cx="12026160" cy="392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just" defTabSz="914400">
                <a:lnSpc>
                  <a:spcPts val="356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" name="TextBox 54"/>
            <p:cNvSpPr/>
            <p:nvPr/>
          </p:nvSpPr>
          <p:spPr>
            <a:xfrm>
              <a:off x="8661240" y="23844240"/>
              <a:ext cx="11998800" cy="1680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31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"/>
          <p:cNvSpPr/>
          <p:nvPr/>
        </p:nvSpPr>
        <p:spPr>
          <a:xfrm>
            <a:off x="360" y="7024320"/>
            <a:ext cx="8097120" cy="22757040"/>
          </a:xfrm>
          <a:prstGeom prst="flowChartAlternate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81" name="Group 5"/>
          <p:cNvGrpSpPr/>
          <p:nvPr/>
        </p:nvGrpSpPr>
        <p:grpSpPr>
          <a:xfrm>
            <a:off x="977400" y="13469040"/>
            <a:ext cx="6436440" cy="30240"/>
            <a:chOff x="977400" y="13469040"/>
            <a:chExt cx="6436440" cy="30240"/>
          </a:xfrm>
        </p:grpSpPr>
        <p:sp>
          <p:nvSpPr>
            <p:cNvPr id="82" name="Freeform 1"/>
            <p:cNvSpPr/>
            <p:nvPr/>
          </p:nvSpPr>
          <p:spPr>
            <a:xfrm>
              <a:off x="977400" y="13469040"/>
              <a:ext cx="6436440" cy="30240"/>
            </a:xfrm>
            <a:custGeom>
              <a:avLst/>
              <a:gdLst>
                <a:gd name="textAreaLeft" fmla="*/ 0 w 6436440"/>
                <a:gd name="textAreaRight" fmla="*/ 6442200 w 6436440"/>
                <a:gd name="textAreaTop" fmla="*/ 0 h 30240"/>
                <a:gd name="textAreaBottom" fmla="*/ 36000 h 30240"/>
              </a:gdLst>
              <a:ahLst/>
              <a:cxnLst/>
              <a:rect l="textAreaLeft" t="textAreaTop" r="textAreaRight" b="textAreaBottom"/>
              <a:pathLst>
                <a:path w="8589645" h="47879">
                  <a:moveTo>
                    <a:pt x="0" y="0"/>
                  </a:moveTo>
                  <a:lnTo>
                    <a:pt x="8589645" y="0"/>
                  </a:lnTo>
                  <a:lnTo>
                    <a:pt x="8589645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3" name="TextBox 7"/>
          <p:cNvSpPr/>
          <p:nvPr/>
        </p:nvSpPr>
        <p:spPr>
          <a:xfrm>
            <a:off x="1080360" y="13680360"/>
            <a:ext cx="6475680" cy="30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487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1850" b="0" u="none" spc="-3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{{edu_1_degree}}  {{edu_1_school}}  {{edu_1_years}}</a:t>
            </a: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87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1850" b="0" u="none" spc="-3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{{edu_2_degree}}  {{edu_2_school}}  {{edu_2_years}}</a:t>
            </a: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87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1850" b="0" u="none" spc="-3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{{edu_3_degree}}  {{edu_3_school}}  {{edu_3_years}}</a:t>
            </a:r>
            <a:endParaRPr lang="es-AR" sz="1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8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8"/>
          <p:cNvSpPr/>
          <p:nvPr/>
        </p:nvSpPr>
        <p:spPr>
          <a:xfrm>
            <a:off x="972720" y="12677040"/>
            <a:ext cx="6840000" cy="61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853"/>
              </a:lnSpc>
            </a:pPr>
            <a:r>
              <a:rPr lang="en-US" sz="4050" b="0" u="none" spc="147" strike="noStrike">
                <a:solidFill>
                  <a:srgbClr val="543f3f"/>
                </a:solidFill>
                <a:effectLst/>
                <a:uFillTx/>
                <a:latin typeface="Poppins"/>
                <a:ea typeface="TT Drugs"/>
              </a:rPr>
              <a:t>Formación Académica</a:t>
            </a:r>
            <a:endParaRPr lang="es-AR" sz="4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5" name="Group 11"/>
          <p:cNvGrpSpPr/>
          <p:nvPr/>
        </p:nvGrpSpPr>
        <p:grpSpPr>
          <a:xfrm>
            <a:off x="1066320" y="17699760"/>
            <a:ext cx="6436440" cy="30240"/>
            <a:chOff x="1066320" y="17699760"/>
            <a:chExt cx="6436440" cy="30240"/>
          </a:xfrm>
        </p:grpSpPr>
        <p:sp>
          <p:nvSpPr>
            <p:cNvPr id="86" name="Freeform 12"/>
            <p:cNvSpPr/>
            <p:nvPr/>
          </p:nvSpPr>
          <p:spPr>
            <a:xfrm>
              <a:off x="1066320" y="17699760"/>
              <a:ext cx="6436440" cy="30240"/>
            </a:xfrm>
            <a:custGeom>
              <a:avLst/>
              <a:gdLst>
                <a:gd name="textAreaLeft" fmla="*/ 0 w 6436440"/>
                <a:gd name="textAreaRight" fmla="*/ 6442200 w 6436440"/>
                <a:gd name="textAreaTop" fmla="*/ 0 h 30240"/>
                <a:gd name="textAreaBottom" fmla="*/ 36000 h 30240"/>
              </a:gdLst>
              <a:ahLst/>
              <a:cxnLst/>
              <a:rect l="textAreaLeft" t="textAreaTop" r="textAreaRight" b="textAreaBottom"/>
              <a:pathLst>
                <a:path w="8589772" h="47879">
                  <a:moveTo>
                    <a:pt x="0" y="0"/>
                  </a:moveTo>
                  <a:lnTo>
                    <a:pt x="8589772" y="0"/>
                  </a:lnTo>
                  <a:lnTo>
                    <a:pt x="858977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7" name="TextBox 13"/>
          <p:cNvSpPr/>
          <p:nvPr/>
        </p:nvSpPr>
        <p:spPr>
          <a:xfrm>
            <a:off x="1064160" y="17043480"/>
            <a:ext cx="523476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66"/>
              </a:lnSpc>
            </a:pPr>
            <a:r>
              <a:rPr lang="en-US" sz="4240" b="0" u="none" spc="422" strike="noStrike">
                <a:solidFill>
                  <a:srgbClr val="543f3f"/>
                </a:solidFill>
                <a:effectLst/>
                <a:uFillTx/>
                <a:latin typeface="Poppins"/>
                <a:ea typeface="TT Drugs"/>
              </a:rPr>
              <a:t>Informática</a:t>
            </a:r>
            <a:endParaRPr lang="es-AR" sz="4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14"/>
          <p:cNvSpPr/>
          <p:nvPr/>
        </p:nvSpPr>
        <p:spPr>
          <a:xfrm>
            <a:off x="1080360" y="17885160"/>
            <a:ext cx="6475680" cy="28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43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340" b="0" u="none" spc="-3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{{it_1}}</a:t>
            </a:r>
            <a:endParaRPr lang="es-AR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43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340" b="0" u="none" spc="-3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{{it_2}}</a:t>
            </a:r>
            <a:endParaRPr lang="es-AR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43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340" b="0" u="none" spc="-3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{{it_3}}</a:t>
            </a:r>
            <a:endParaRPr lang="es-AR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43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340" b="0" u="none" spc="-3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{{it_4}}</a:t>
            </a:r>
            <a:endParaRPr lang="es-AR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3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9" name="Group 15"/>
          <p:cNvGrpSpPr/>
          <p:nvPr/>
        </p:nvGrpSpPr>
        <p:grpSpPr>
          <a:xfrm>
            <a:off x="977400" y="22056840"/>
            <a:ext cx="6436440" cy="30240"/>
            <a:chOff x="977400" y="22056840"/>
            <a:chExt cx="6436440" cy="30240"/>
          </a:xfrm>
        </p:grpSpPr>
        <p:sp>
          <p:nvSpPr>
            <p:cNvPr id="90" name="Freeform 16"/>
            <p:cNvSpPr/>
            <p:nvPr/>
          </p:nvSpPr>
          <p:spPr>
            <a:xfrm>
              <a:off x="977400" y="22056840"/>
              <a:ext cx="6436440" cy="30240"/>
            </a:xfrm>
            <a:custGeom>
              <a:avLst/>
              <a:gdLst>
                <a:gd name="textAreaLeft" fmla="*/ 0 w 6436440"/>
                <a:gd name="textAreaRight" fmla="*/ 6442200 w 6436440"/>
                <a:gd name="textAreaTop" fmla="*/ 0 h 30240"/>
                <a:gd name="textAreaBottom" fmla="*/ 36000 h 30240"/>
              </a:gdLst>
              <a:ahLst/>
              <a:cxnLst/>
              <a:rect l="textAreaLeft" t="textAreaTop" r="textAreaRight" b="textAreaBottom"/>
              <a:pathLst>
                <a:path w="8589772" h="47879">
                  <a:moveTo>
                    <a:pt x="0" y="0"/>
                  </a:moveTo>
                  <a:lnTo>
                    <a:pt x="8589772" y="0"/>
                  </a:lnTo>
                  <a:lnTo>
                    <a:pt x="858977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1" name="TextBox 17"/>
          <p:cNvSpPr/>
          <p:nvPr/>
        </p:nvSpPr>
        <p:spPr>
          <a:xfrm>
            <a:off x="972720" y="21436200"/>
            <a:ext cx="568620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69"/>
              </a:lnSpc>
            </a:pPr>
            <a:r>
              <a:rPr lang="en-US" sz="4240" b="0" u="none" spc="422" strike="noStrike">
                <a:solidFill>
                  <a:srgbClr val="543f3f"/>
                </a:solidFill>
                <a:effectLst/>
                <a:uFillTx/>
                <a:latin typeface="Poppins"/>
                <a:ea typeface="TT Drugs"/>
              </a:rPr>
              <a:t>Competencias</a:t>
            </a:r>
            <a:endParaRPr lang="es-AR" sz="4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18"/>
          <p:cNvSpPr/>
          <p:nvPr/>
        </p:nvSpPr>
        <p:spPr>
          <a:xfrm>
            <a:off x="1080360" y="22254840"/>
            <a:ext cx="6436440" cy="366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{{skill_1}}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{{skill_2}}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{{skill_3}}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{{skill_4}}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0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{{skill_5}}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{{skill_6}}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19"/>
          <p:cNvSpPr/>
          <p:nvPr/>
        </p:nvSpPr>
        <p:spPr>
          <a:xfrm>
            <a:off x="1907280" y="11113200"/>
            <a:ext cx="5608080" cy="4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13"/>
              </a:lnSpc>
            </a:pPr>
            <a:r>
              <a:rPr lang="en-US" sz="2550" b="0" u="none" spc="40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20"/>
          <p:cNvSpPr/>
          <p:nvPr/>
        </p:nvSpPr>
        <p:spPr>
          <a:xfrm>
            <a:off x="1907280" y="10251720"/>
            <a:ext cx="5468400" cy="4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13"/>
              </a:lnSpc>
            </a:pPr>
            <a:r>
              <a:rPr lang="en-US" sz="2550" b="0" u="none" spc="40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{{contact_email}}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21"/>
          <p:cNvSpPr/>
          <p:nvPr/>
        </p:nvSpPr>
        <p:spPr>
          <a:xfrm>
            <a:off x="1907280" y="9404640"/>
            <a:ext cx="3597120" cy="4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13"/>
              </a:lnSpc>
            </a:pPr>
            <a:r>
              <a:rPr lang="en-US" sz="2550" b="0" u="none" spc="40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{{contact_phone}}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Freeform 22"/>
          <p:cNvSpPr/>
          <p:nvPr/>
        </p:nvSpPr>
        <p:spPr>
          <a:xfrm>
            <a:off x="1088280" y="11073240"/>
            <a:ext cx="516240" cy="574200"/>
          </a:xfrm>
          <a:custGeom>
            <a:avLst/>
            <a:gdLst>
              <a:gd name="textAreaLeft" fmla="*/ 0 w 516240"/>
              <a:gd name="textAreaRight" fmla="*/ 522000 w 516240"/>
              <a:gd name="textAreaTop" fmla="*/ 0 h 574200"/>
              <a:gd name="textAreaBottom" fmla="*/ 579960 h 574200"/>
            </a:gdLst>
            <a:ahLst/>
            <a:cxnLst/>
            <a:rect l="textAreaLeft" t="textAreaTop" r="textAreaRight" b="textAreaBottom"/>
            <a:pathLst>
              <a:path w="522065" h="580072">
                <a:moveTo>
                  <a:pt x="0" y="0"/>
                </a:moveTo>
                <a:lnTo>
                  <a:pt x="522065" y="0"/>
                </a:lnTo>
                <a:lnTo>
                  <a:pt x="522065" y="580072"/>
                </a:lnTo>
                <a:lnTo>
                  <a:pt x="0" y="58007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Freeform 23"/>
          <p:cNvSpPr/>
          <p:nvPr/>
        </p:nvSpPr>
        <p:spPr>
          <a:xfrm>
            <a:off x="1064160" y="9379080"/>
            <a:ext cx="545760" cy="545400"/>
          </a:xfrm>
          <a:custGeom>
            <a:avLst/>
            <a:gdLst>
              <a:gd name="textAreaLeft" fmla="*/ 0 w 545760"/>
              <a:gd name="textAreaRight" fmla="*/ 551520 w 545760"/>
              <a:gd name="textAreaTop" fmla="*/ 0 h 545400"/>
              <a:gd name="textAreaBottom" fmla="*/ 551160 h 545400"/>
            </a:gdLst>
            <a:ahLst/>
            <a:cxnLst/>
            <a:rect l="textAreaLeft" t="textAreaTop" r="textAreaRight" b="textAreaBottom"/>
            <a:pathLst>
              <a:path w="551591" h="551199">
                <a:moveTo>
                  <a:pt x="0" y="0"/>
                </a:moveTo>
                <a:lnTo>
                  <a:pt x="551591" y="0"/>
                </a:lnTo>
                <a:lnTo>
                  <a:pt x="551591" y="551198"/>
                </a:lnTo>
                <a:lnTo>
                  <a:pt x="0" y="55119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Freeform 24"/>
          <p:cNvSpPr/>
          <p:nvPr/>
        </p:nvSpPr>
        <p:spPr>
          <a:xfrm>
            <a:off x="1061640" y="10223640"/>
            <a:ext cx="550440" cy="550440"/>
          </a:xfrm>
          <a:custGeom>
            <a:avLst/>
            <a:gdLst>
              <a:gd name="textAreaLeft" fmla="*/ 0 w 550440"/>
              <a:gd name="textAreaRight" fmla="*/ 556200 w 550440"/>
              <a:gd name="textAreaTop" fmla="*/ 0 h 550440"/>
              <a:gd name="textAreaBottom" fmla="*/ 556200 h 550440"/>
            </a:gdLst>
            <a:ahLst/>
            <a:cxnLst/>
            <a:rect l="textAreaLeft" t="textAreaTop" r="textAreaRight" b="textAreaBottom"/>
            <a:pathLst>
              <a:path w="556178" h="556178">
                <a:moveTo>
                  <a:pt x="0" y="0"/>
                </a:moveTo>
                <a:lnTo>
                  <a:pt x="556178" y="0"/>
                </a:lnTo>
                <a:lnTo>
                  <a:pt x="556178" y="556178"/>
                </a:lnTo>
                <a:lnTo>
                  <a:pt x="0" y="55617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9" name="Group 25"/>
          <p:cNvGrpSpPr/>
          <p:nvPr/>
        </p:nvGrpSpPr>
        <p:grpSpPr>
          <a:xfrm>
            <a:off x="993600" y="8998920"/>
            <a:ext cx="6509160" cy="30240"/>
            <a:chOff x="993600" y="8998920"/>
            <a:chExt cx="6509160" cy="30240"/>
          </a:xfrm>
        </p:grpSpPr>
        <p:sp>
          <p:nvSpPr>
            <p:cNvPr id="100" name="Freeform 26"/>
            <p:cNvSpPr/>
            <p:nvPr/>
          </p:nvSpPr>
          <p:spPr>
            <a:xfrm>
              <a:off x="993600" y="8998920"/>
              <a:ext cx="6509160" cy="30240"/>
            </a:xfrm>
            <a:custGeom>
              <a:avLst/>
              <a:gdLst>
                <a:gd name="textAreaLeft" fmla="*/ 0 w 6509160"/>
                <a:gd name="textAreaRight" fmla="*/ 6514920 w 6509160"/>
                <a:gd name="textAreaTop" fmla="*/ 0 h 30240"/>
                <a:gd name="textAreaBottom" fmla="*/ 36000 h 30240"/>
              </a:gdLst>
              <a:ahLst/>
              <a:cxnLst/>
              <a:rect l="textAreaLeft" t="textAreaTop" r="textAreaRight" b="textAreaBottom"/>
              <a:pathLst>
                <a:path w="8686673" h="47879">
                  <a:moveTo>
                    <a:pt x="0" y="0"/>
                  </a:moveTo>
                  <a:lnTo>
                    <a:pt x="8686673" y="0"/>
                  </a:lnTo>
                  <a:lnTo>
                    <a:pt x="8686673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1" name="TextBox 27"/>
          <p:cNvSpPr/>
          <p:nvPr/>
        </p:nvSpPr>
        <p:spPr>
          <a:xfrm>
            <a:off x="972720" y="8023680"/>
            <a:ext cx="497916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41"/>
              </a:lnSpc>
            </a:pPr>
            <a:r>
              <a:rPr lang="en-US" sz="425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Contacto</a:t>
            </a:r>
            <a:endParaRPr lang="es-AR" sz="4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2" name="Group 45"/>
          <p:cNvGrpSpPr/>
          <p:nvPr/>
        </p:nvGrpSpPr>
        <p:grpSpPr>
          <a:xfrm>
            <a:off x="901800" y="27378720"/>
            <a:ext cx="6436440" cy="30240"/>
            <a:chOff x="901800" y="27378720"/>
            <a:chExt cx="6436440" cy="30240"/>
          </a:xfrm>
        </p:grpSpPr>
        <p:sp>
          <p:nvSpPr>
            <p:cNvPr id="103" name="Freeform 46"/>
            <p:cNvSpPr/>
            <p:nvPr/>
          </p:nvSpPr>
          <p:spPr>
            <a:xfrm>
              <a:off x="901800" y="27378720"/>
              <a:ext cx="6436440" cy="30240"/>
            </a:xfrm>
            <a:custGeom>
              <a:avLst/>
              <a:gdLst>
                <a:gd name="textAreaLeft" fmla="*/ 0 w 6436440"/>
                <a:gd name="textAreaRight" fmla="*/ 6442200 w 6436440"/>
                <a:gd name="textAreaTop" fmla="*/ 0 h 30240"/>
                <a:gd name="textAreaBottom" fmla="*/ 36000 h 30240"/>
              </a:gdLst>
              <a:ahLst/>
              <a:cxnLst/>
              <a:rect l="textAreaLeft" t="textAreaTop" r="textAreaRight" b="textAreaBottom"/>
              <a:pathLst>
                <a:path w="8589772" h="47879">
                  <a:moveTo>
                    <a:pt x="0" y="0"/>
                  </a:moveTo>
                  <a:lnTo>
                    <a:pt x="8589772" y="0"/>
                  </a:lnTo>
                  <a:lnTo>
                    <a:pt x="8589772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4" name="TextBox 1"/>
          <p:cNvSpPr/>
          <p:nvPr/>
        </p:nvSpPr>
        <p:spPr>
          <a:xfrm>
            <a:off x="897480" y="26655480"/>
            <a:ext cx="521172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69"/>
              </a:lnSpc>
            </a:pPr>
            <a:r>
              <a:rPr lang="en-US" sz="4240" b="0" u="none" spc="422" strike="noStrike">
                <a:solidFill>
                  <a:srgbClr val="543f3f"/>
                </a:solidFill>
                <a:effectLst/>
                <a:uFillTx/>
                <a:latin typeface="Poppins"/>
                <a:ea typeface="TT Drugs Bold"/>
              </a:rPr>
              <a:t>Otros datos</a:t>
            </a:r>
            <a:endParaRPr lang="es-AR" sz="4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2"/>
          <p:cNvSpPr/>
          <p:nvPr/>
        </p:nvSpPr>
        <p:spPr>
          <a:xfrm>
            <a:off x="901800" y="27400320"/>
            <a:ext cx="6436440" cy="122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813"/>
              </a:lnSpc>
              <a:buClr>
                <a:srgbClr val="543f3f"/>
              </a:buClr>
              <a:buSzPct val="45000"/>
              <a:buFont typeface="Symbol" charset="2"/>
              <a:buChar char="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Referencias a disposición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813"/>
              </a:lnSpc>
              <a:buClr>
                <a:srgbClr val="543f3f"/>
              </a:buClr>
              <a:buSzPct val="45000"/>
              <a:buFont typeface="Symbol" charset="2"/>
              <a:buChar char=""/>
            </a:pPr>
            <a:r>
              <a:rPr lang="en-US" sz="2550" b="0" u="none" spc="-6" strike="noStrike">
                <a:solidFill>
                  <a:srgbClr val="543f3f"/>
                </a:solidFill>
                <a:effectLst/>
                <a:uFillTx/>
                <a:latin typeface="Lato"/>
                <a:ea typeface="Poppins"/>
              </a:rPr>
              <a:t>Disponibilidad full time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1800000" y="900360"/>
            <a:ext cx="41378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DAG9kLRsMLw</dc:identifier>
  <dc:language>es-AR</dc:language>
  <cp:lastModifiedBy/>
  <dcterms:modified xsi:type="dcterms:W3CDTF">2026-01-14T16:06:00Z</dcterms:modified>
  <cp:revision>15</cp:revision>
  <dc:subject/>
  <dc:title>Plantilla_oficial_6.pptx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