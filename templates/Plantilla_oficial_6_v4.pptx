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Garet"/>
      <p:regular r:id="rId5"/>
      <p:bold r:id="rId5"/>
    </p:embeddedFont>
    <p:embeddedFont>
      <p:font typeface="Montserrat Bold"/>
    </p:embeddedFont>
    <p:embeddedFont>
      <p:font typeface="Microsoft YaHei"/>
      <p:regular r:id="rId6"/>
    </p:embeddedFont>
    <p:embeddedFont>
      <p:font typeface="TT Drugs Bold"/>
    </p:embeddedFont>
    <p:embeddedFont>
      <p:font typeface="Montserrat"/>
      <p:regular r:id="rId7"/>
      <p:bold r:id="rId7"/>
    </p:embeddedFont>
    <p:embeddedFont>
      <p:font typeface="TT Drugs"/>
      <p:regular r:id="rId8"/>
      <p:bold r:id="rId8"/>
    </p:embeddedFont>
    <p:embeddedFont>
      <p:font typeface="Garet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Garet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font" Target="fonts/Font_5_TT_Drugs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08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60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6AEB97-8317-40BE-8DCC-E726BCB932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5FB4BE-AA75-4DCB-8C1E-A701BE94ED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080" cy="13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08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422D74-E6B9-46BE-87C9-CFDEA6D0D2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A5A780-89EC-4FD0-A5A1-3BAC0DB438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96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96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40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40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47058B-C715-41FA-BAC3-5DBE621D91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8B9015-0867-4B49-A2C4-7D0AC367D0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12DE18-7D43-44B2-9212-9183265C36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8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32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840" cy="467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3764F1-2E14-483E-8779-38E58C712F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080" cy="5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080" cy="41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08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A16B54-4C1F-48A4-B16B-07367FD1A8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080" cy="14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49457D-C78F-4DA7-A6B6-5A9E98C5E5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2F1C1D-B81B-46D7-9BEE-21589348EA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360" y="7024320"/>
            <a:ext cx="8088840" cy="22748760"/>
          </a:xfrm>
          <a:prstGeom prst="flowChartAlternate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3"/>
          <p:cNvSpPr/>
          <p:nvPr/>
        </p:nvSpPr>
        <p:spPr>
          <a:xfrm>
            <a:off x="3339000" y="875880"/>
            <a:ext cx="18023040" cy="5133240"/>
          </a:xfrm>
          <a:custGeom>
            <a:avLst/>
            <a:gdLst>
              <a:gd name="textAreaLeft" fmla="*/ 0 w 18023040"/>
              <a:gd name="textAreaRight" fmla="*/ 18036000 w 18023040"/>
              <a:gd name="textAreaTop" fmla="*/ 0 h 5133240"/>
              <a:gd name="textAreaBottom" fmla="*/ 5146560 h 5133240"/>
            </a:gdLst>
            <a:ahLst/>
            <a:cxnLst/>
            <a:rect l="textAreaLeft" t="textAreaTop" r="textAreaRight" b="textAreaBottom"/>
            <a:pathLst>
              <a:path w="20694873" h="5146467">
                <a:moveTo>
                  <a:pt x="0" y="0"/>
                </a:moveTo>
                <a:lnTo>
                  <a:pt x="20694872" y="0"/>
                </a:lnTo>
                <a:lnTo>
                  <a:pt x="20694872" y="5146467"/>
                </a:lnTo>
                <a:lnTo>
                  <a:pt x="0" y="5146467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4"/>
          <p:cNvSpPr/>
          <p:nvPr/>
        </p:nvSpPr>
        <p:spPr>
          <a:xfrm>
            <a:off x="883440" y="469080"/>
            <a:ext cx="6322680" cy="6322680"/>
          </a:xfrm>
          <a:custGeom>
            <a:avLst/>
            <a:gdLst>
              <a:gd name="textAreaLeft" fmla="*/ 0 w 6322680"/>
              <a:gd name="textAreaRight" fmla="*/ 6336000 w 6322680"/>
              <a:gd name="textAreaTop" fmla="*/ 0 h 6322680"/>
              <a:gd name="textAreaBottom" fmla="*/ 6336000 h 6322680"/>
            </a:gdLst>
            <a:ahLst/>
            <a:cxnLst/>
            <a:rect l="textAreaLeft" t="textAreaTop" r="textAreaRight" b="textAreaBottom"/>
            <a:pathLst>
              <a:path w="6335955" h="6335955">
                <a:moveTo>
                  <a:pt x="0" y="0"/>
                </a:moveTo>
                <a:lnTo>
                  <a:pt x="6335955" y="0"/>
                </a:lnTo>
                <a:lnTo>
                  <a:pt x="6335955" y="6335955"/>
                </a:lnTo>
                <a:lnTo>
                  <a:pt x="0" y="6335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9"/>
          <p:cNvGrpSpPr/>
          <p:nvPr/>
        </p:nvGrpSpPr>
        <p:grpSpPr>
          <a:xfrm>
            <a:off x="8604720" y="11914200"/>
            <a:ext cx="11990520" cy="13680"/>
            <a:chOff x="8604720" y="11914200"/>
            <a:chExt cx="11990520" cy="13680"/>
          </a:xfrm>
        </p:grpSpPr>
        <p:sp>
          <p:nvSpPr>
            <p:cNvPr id="63" name="Freeform 10"/>
            <p:cNvSpPr/>
            <p:nvPr/>
          </p:nvSpPr>
          <p:spPr>
            <a:xfrm>
              <a:off x="8604720" y="11914200"/>
              <a:ext cx="11990520" cy="13680"/>
            </a:xfrm>
            <a:custGeom>
              <a:avLst/>
              <a:gdLst>
                <a:gd name="textAreaLeft" fmla="*/ 0 w 11990520"/>
                <a:gd name="textAreaRight" fmla="*/ 12003840 w 11990520"/>
                <a:gd name="textAreaTop" fmla="*/ 0 h 13680"/>
                <a:gd name="textAreaBottom" fmla="*/ 27000 h 13680"/>
              </a:gdLst>
              <a:ahLst/>
              <a:cxnLst/>
              <a:rect l="textAreaLeft" t="textAreaTop" r="textAreaRight" b="textAreaBottom"/>
              <a:pathLst>
                <a:path w="16005303" h="35941">
                  <a:moveTo>
                    <a:pt x="0" y="0"/>
                  </a:moveTo>
                  <a:lnTo>
                    <a:pt x="16005303" y="0"/>
                  </a:lnTo>
                  <a:lnTo>
                    <a:pt x="1600530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TextBox 29"/>
          <p:cNvSpPr/>
          <p:nvPr/>
        </p:nvSpPr>
        <p:spPr>
          <a:xfrm>
            <a:off x="7688520" y="2306880"/>
            <a:ext cx="13682160" cy="16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809"/>
              </a:lnSpc>
            </a:pPr>
            <a:r>
              <a:rPr lang="en-US" sz="6510" b="1" u="none" spc="519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{{name}}</a:t>
            </a:r>
            <a:endParaRPr lang="es-AR" sz="6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4220" b="0" u="none" spc="227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{{title}}</a:t>
            </a:r>
            <a:endParaRPr lang="es-AR" sz="4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Group 30"/>
          <p:cNvGrpSpPr/>
          <p:nvPr/>
        </p:nvGrpSpPr>
        <p:grpSpPr>
          <a:xfrm>
            <a:off x="8660520" y="7995240"/>
            <a:ext cx="11990520" cy="15120"/>
            <a:chOff x="8660520" y="7995240"/>
            <a:chExt cx="11990520" cy="15120"/>
          </a:xfrm>
        </p:grpSpPr>
        <p:sp>
          <p:nvSpPr>
            <p:cNvPr id="66" name="Freeform 31"/>
            <p:cNvSpPr/>
            <p:nvPr/>
          </p:nvSpPr>
          <p:spPr>
            <a:xfrm>
              <a:off x="8660520" y="7995240"/>
              <a:ext cx="11990520" cy="15120"/>
            </a:xfrm>
            <a:custGeom>
              <a:avLst/>
              <a:gdLst>
                <a:gd name="textAreaLeft" fmla="*/ 0 w 11990520"/>
                <a:gd name="textAreaRight" fmla="*/ 12003840 w 11990520"/>
                <a:gd name="textAreaTop" fmla="*/ 0 h 15120"/>
                <a:gd name="textAreaBottom" fmla="*/ 26640 h 15120"/>
              </a:gdLst>
              <a:ahLst/>
              <a:cxnLst/>
              <a:rect l="textAreaLeft" t="textAreaTop" r="textAreaRight" b="textAreaBottom"/>
              <a:pathLst>
                <a:path w="16005302" h="47879">
                  <a:moveTo>
                    <a:pt x="0" y="0"/>
                  </a:moveTo>
                  <a:lnTo>
                    <a:pt x="16005302" y="0"/>
                  </a:lnTo>
                  <a:lnTo>
                    <a:pt x="1600530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32"/>
          <p:cNvSpPr/>
          <p:nvPr/>
        </p:nvSpPr>
        <p:spPr>
          <a:xfrm>
            <a:off x="8656200" y="8171280"/>
            <a:ext cx="119905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44"/>
              </a:lnSpc>
            </a:pPr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3"/>
          <p:cNvSpPr/>
          <p:nvPr/>
        </p:nvSpPr>
        <p:spPr>
          <a:xfrm>
            <a:off x="8640000" y="7020000"/>
            <a:ext cx="12006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Perfil Profesional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4"/>
          <p:cNvSpPr/>
          <p:nvPr/>
        </p:nvSpPr>
        <p:spPr>
          <a:xfrm>
            <a:off x="8604720" y="11160000"/>
            <a:ext cx="677808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Experiencia laboral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3"/>
          <p:cNvSpPr/>
          <p:nvPr/>
        </p:nvSpPr>
        <p:spPr>
          <a:xfrm>
            <a:off x="835560" y="1508400"/>
            <a:ext cx="34336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8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Group 44"/>
          <p:cNvGrpSpPr/>
          <p:nvPr/>
        </p:nvGrpSpPr>
        <p:grpSpPr>
          <a:xfrm>
            <a:off x="8362080" y="12108240"/>
            <a:ext cx="12088440" cy="13320720"/>
            <a:chOff x="8362080" y="12108240"/>
            <a:chExt cx="12088440" cy="13320720"/>
          </a:xfrm>
        </p:grpSpPr>
        <p:sp>
          <p:nvSpPr>
            <p:cNvPr id="72" name="TextBox 45"/>
            <p:cNvSpPr/>
            <p:nvPr/>
          </p:nvSpPr>
          <p:spPr>
            <a:xfrm>
              <a:off x="8432640" y="12108240"/>
              <a:ext cx="12017880" cy="604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000" b="1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[[EXPERIENCE_BLOCK]] </a:t>
              </a:r>
              <a:endParaRPr lang="es-AR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3"/>
                </a:lnSpc>
              </a:pPr>
              <a:r>
                <a:rPr lang="en-US" sz="26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{{exp_1_role}}</a:t>
              </a:r>
              <a:r>
                <a:rPr lang="en-US" sz="26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  {{exp_1_company}} {{exp_1_dates}}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850"/>
                </a:lnSpc>
              </a:pPr>
              <a:endParaRPr lang="es-AR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s-AR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142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r>
                <a:rPr lang="en-US" sz="26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{{exp_2_role}</a:t>
              </a:r>
              <a:r>
                <a:rPr lang="en-US" sz="26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}  {{exp_2_company}} {{exp_2_dates}}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{{exp_2_bullets_block}}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134"/>
                </a:lnSpc>
              </a:pPr>
              <a:endParaRPr lang="es-AR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s-AR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142"/>
                </a:lnSpc>
              </a:pPr>
              <a:endParaRPr lang="es-AR" sz="20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314"/>
                </a:lnSpc>
              </a:pPr>
              <a:r>
                <a:rPr lang="en-US" sz="26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{{exp_3_role}}</a:t>
              </a:r>
              <a:r>
                <a:rPr lang="en-US" sz="26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  {{exp_3_company}} {{exp_3_dates}}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{{exp_3_bullets_block}}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s-AR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134"/>
                </a:lnSpc>
              </a:pPr>
              <a:endParaRPr lang="es-AR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r>
                <a:rPr lang="en-US" sz="2600" b="1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{{exp_4_role}}</a:t>
              </a:r>
              <a:r>
                <a:rPr lang="en-US" sz="2600" b="0" u="none" spc="94" strike="noStrike">
                  <a:solidFill>
                    <a:srgbClr val="000000"/>
                  </a:solidFill>
                  <a:effectLst/>
                  <a:uFillTx/>
                  <a:latin typeface="Poppins"/>
                  <a:ea typeface="Poppins"/>
                </a:rPr>
                <a:t>  {{exp_4_company}} {{exp_4_dates}}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{{exp_4_bullets_block}}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317"/>
                </a:lnSpc>
              </a:pPr>
              <a:endParaRPr lang="es-AR" sz="17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endParaRPr lang="es-AR" sz="20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3560"/>
                </a:lnSpc>
              </a:pPr>
              <a:endParaRPr lang="es-AR" sz="20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47"/>
            <p:cNvSpPr/>
            <p:nvPr/>
          </p:nvSpPr>
          <p:spPr>
            <a:xfrm>
              <a:off x="8405280" y="14994000"/>
              <a:ext cx="1201788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356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54"/>
            <p:cNvSpPr/>
            <p:nvPr/>
          </p:nvSpPr>
          <p:spPr>
            <a:xfrm>
              <a:off x="8362080" y="23756760"/>
              <a:ext cx="11990520" cy="167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31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"/>
          <p:cNvSpPr/>
          <p:nvPr/>
        </p:nvSpPr>
        <p:spPr>
          <a:xfrm>
            <a:off x="1800000" y="900360"/>
            <a:ext cx="412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00000" y="6898320"/>
            <a:ext cx="6329160" cy="4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 Bold"/>
              </a:rPr>
              <a:t>[[SIDEBAR_BLOCK]]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37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118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DAG9kLRsMLw</dc:identifier>
  <dc:language>es-AR</dc:language>
  <cp:lastModifiedBy/>
  <dcterms:modified xsi:type="dcterms:W3CDTF">2026-03-09T19:55:40Z</dcterms:modified>
  <cp:revision>42</cp:revision>
  <dc:subject/>
  <dc:title>Plantilla_oficial_6.pptx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