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TT Drugs Bold"/>
    </p:embeddedFont>
    <p:embeddedFont>
      <p:font typeface="Montserrat"/>
      <p:regular r:id="rId6"/>
      <p:bold r:id="rId6"/>
    </p:embeddedFont>
    <p:embeddedFont>
      <p:font typeface="TT Drugs"/>
      <p:regular r:id="rId7"/>
      <p:bold r:id="rId7"/>
    </p:embeddedFont>
    <p:embeddedFont>
      <p:font typeface="Microsoft YaHei"/>
      <p:regular r:id="rId8"/>
    </p:embeddedFont>
    <p:embeddedFont>
      <p:font typeface="Montserra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TT_Drugs_Regular.fntdata"/><Relationship Id="rId8" Type="http://schemas.openxmlformats.org/officeDocument/2006/relationships/font" Target="fonts/Font_5_Microsoft_YaHei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E2EADE-21EC-4C43-B726-4CCBD9E0AB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DB61A1-7C31-4648-922C-01A5324276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912AD0-D84C-4885-A067-75A78E2A58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5B3AE3-CC9B-4875-9B54-6C3E2E8E3C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7203AB-883E-41F7-8D05-4FFCC30459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2561F5-4194-4AF6-93CE-46B84BD2E9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FB7AD6-0868-4D5D-ADE1-9A6A756988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3CD9BE-D9E2-4462-8ECB-F9074926C0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F44CAC-30AC-4C8A-B7BF-4CAA3CDF2A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EDE933-AEE9-4E52-B7A9-F6D7157967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04852B-0035-407E-93BF-B056E59513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360" y="7024320"/>
            <a:ext cx="8089200" cy="2274912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3400" cy="5133600"/>
          </a:xfrm>
          <a:custGeom>
            <a:avLst/>
            <a:gdLst>
              <a:gd name="textAreaLeft" fmla="*/ 0 w 18023400"/>
              <a:gd name="textAreaRight" fmla="*/ 18036000 w 18023400"/>
              <a:gd name="textAreaTop" fmla="*/ 0 h 5133600"/>
              <a:gd name="textAreaBottom" fmla="*/ 5146560 h 513360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883440" y="469080"/>
            <a:ext cx="6323040" cy="6323040"/>
          </a:xfrm>
          <a:custGeom>
            <a:avLst/>
            <a:gdLst>
              <a:gd name="textAreaLeft" fmla="*/ 0 w 6323040"/>
              <a:gd name="textAreaRight" fmla="*/ 6336000 w 6323040"/>
              <a:gd name="textAreaTop" fmla="*/ 0 h 6323040"/>
              <a:gd name="textAreaBottom" fmla="*/ 6336000 h 632304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9"/>
          <p:cNvGrpSpPr/>
          <p:nvPr/>
        </p:nvGrpSpPr>
        <p:grpSpPr>
          <a:xfrm>
            <a:off x="8604720" y="11914200"/>
            <a:ext cx="11990880" cy="14040"/>
            <a:chOff x="8604720" y="11914200"/>
            <a:chExt cx="11990880" cy="14040"/>
          </a:xfrm>
        </p:grpSpPr>
        <p:sp>
          <p:nvSpPr>
            <p:cNvPr id="63" name="Freeform 10"/>
            <p:cNvSpPr/>
            <p:nvPr/>
          </p:nvSpPr>
          <p:spPr>
            <a:xfrm>
              <a:off x="8604720" y="11914200"/>
              <a:ext cx="11990880" cy="14040"/>
            </a:xfrm>
            <a:custGeom>
              <a:avLst/>
              <a:gdLst>
                <a:gd name="textAreaLeft" fmla="*/ 0 w 11990880"/>
                <a:gd name="textAreaRight" fmla="*/ 12003840 w 11990880"/>
                <a:gd name="textAreaTop" fmla="*/ 0 h 14040"/>
                <a:gd name="textAreaBottom" fmla="*/ 27000 h 1404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7688520" y="2306880"/>
            <a:ext cx="1368252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660520" y="7995240"/>
            <a:ext cx="11990880" cy="15480"/>
            <a:chOff x="8660520" y="7995240"/>
            <a:chExt cx="11990880" cy="15480"/>
          </a:xfrm>
        </p:grpSpPr>
        <p:sp>
          <p:nvSpPr>
            <p:cNvPr id="66" name="Freeform 31"/>
            <p:cNvSpPr/>
            <p:nvPr/>
          </p:nvSpPr>
          <p:spPr>
            <a:xfrm>
              <a:off x="8660520" y="7995240"/>
              <a:ext cx="11990880" cy="15480"/>
            </a:xfrm>
            <a:custGeom>
              <a:avLst/>
              <a:gdLst>
                <a:gd name="textAreaLeft" fmla="*/ 0 w 11990880"/>
                <a:gd name="textAreaRight" fmla="*/ 12003840 w 11990880"/>
                <a:gd name="textAreaTop" fmla="*/ 0 h 15480"/>
                <a:gd name="textAreaBottom" fmla="*/ 26640 h 1548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656200" y="8171280"/>
            <a:ext cx="1199088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40000" y="7020000"/>
            <a:ext cx="12007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604720" y="11160000"/>
            <a:ext cx="6778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3"/>
          <p:cNvSpPr/>
          <p:nvPr/>
        </p:nvSpPr>
        <p:spPr>
          <a:xfrm>
            <a:off x="835560" y="1508400"/>
            <a:ext cx="343404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4"/>
          <p:cNvGrpSpPr/>
          <p:nvPr/>
        </p:nvGrpSpPr>
        <p:grpSpPr>
          <a:xfrm>
            <a:off x="8362080" y="11928240"/>
            <a:ext cx="12088800" cy="13321080"/>
            <a:chOff x="8362080" y="11928240"/>
            <a:chExt cx="12088800" cy="13321080"/>
          </a:xfrm>
        </p:grpSpPr>
        <p:sp>
          <p:nvSpPr>
            <p:cNvPr id="72" name="TextBox 45"/>
            <p:cNvSpPr/>
            <p:nvPr/>
          </p:nvSpPr>
          <p:spPr>
            <a:xfrm>
              <a:off x="8432640" y="11928240"/>
              <a:ext cx="12018240" cy="604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10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[[EXPERIENCE_BLOCK]] </a:t>
              </a:r>
              <a:endParaRPr lang="es-AR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3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{{exp_1_company}}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85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}  {{exp_2_company}}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134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{{exp_3_company}}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134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6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{{exp_4_role}}</a:t>
              </a:r>
              <a:r>
                <a:rPr lang="en-US" sz="26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{{exp_4_company}} {{exp_4_dates}}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47"/>
            <p:cNvSpPr/>
            <p:nvPr/>
          </p:nvSpPr>
          <p:spPr>
            <a:xfrm>
              <a:off x="8405280" y="14814000"/>
              <a:ext cx="12018240" cy="38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4"/>
            <p:cNvSpPr/>
            <p:nvPr/>
          </p:nvSpPr>
          <p:spPr>
            <a:xfrm>
              <a:off x="8362080" y="23576760"/>
              <a:ext cx="11990880" cy="167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"/>
          <p:cNvSpPr/>
          <p:nvPr/>
        </p:nvSpPr>
        <p:spPr>
          <a:xfrm>
            <a:off x="1800000" y="900360"/>
            <a:ext cx="4129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900000" y="6898320"/>
            <a:ext cx="6329520" cy="43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2026-03-05T00:31:34Z</dcterms:modified>
  <cp:revision>41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