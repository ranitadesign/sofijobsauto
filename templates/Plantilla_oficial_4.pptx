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</p:embeddedFont>
    <p:embeddedFont>
      <p:font typeface="Microsoft YaHei"/>
    </p:embeddedFont>
    <p:embeddedFont>
      <p:font typeface="Montserrat Bold"/>
    </p:embeddedFont>
    <p:embeddedFont>
      <p:font typeface="Poppins Bold"/>
    </p:embeddedFont>
    <p:embeddedFont>
      <p:font typeface="Poppins Italics"/>
    </p:embeddedFont>
    <p:embeddedFont>
      <p:font typeface="Montserrat"/>
      <p:regular r:id="rId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ontserrat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4040" cy="13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404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431D61-F49E-42AB-ABBC-9016A809FD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2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0120" cy="450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0120" cy="450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7A3E8F-EE34-436C-9210-9B0DB30AB8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2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1920" cy="62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1920" cy="39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3360" cy="62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3360" cy="39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E748E1-7AA7-4972-86E7-E9E875EACE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2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6786CC-8DB9-4C34-8D1B-221A5BFEE2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0E6A3B-C79E-47B4-995D-34680F4445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89800" cy="114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3280" cy="583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89800" cy="467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95DF4F-1AC0-49AC-B9DD-F14422C013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8040" cy="54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8040" cy="40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8040" cy="78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C7A385-DB01-4FEC-B7B1-26876F4ADF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4040" cy="145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567929-59D8-4E40-9A1A-A16502F4A1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2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1240" cy="450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9E95DA-9ED0-4E56-AB2D-6EFCB949A3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39040" cy="583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1560" cy="583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6ED15B-EFFD-4D3D-8383-2C9919EF68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12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1240" cy="450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712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5360" cy="34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1AB351-D05B-411B-8B22-BB86575930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0" y="0"/>
            <a:ext cx="6878160" cy="30265560"/>
            <a:chOff x="0" y="0"/>
            <a:chExt cx="6878160" cy="30265560"/>
          </a:xfrm>
        </p:grpSpPr>
        <p:sp>
          <p:nvSpPr>
            <p:cNvPr id="60" name="Freeform 3"/>
            <p:cNvSpPr/>
            <p:nvPr/>
          </p:nvSpPr>
          <p:spPr>
            <a:xfrm>
              <a:off x="0" y="0"/>
              <a:ext cx="6878160" cy="30265560"/>
            </a:xfrm>
            <a:custGeom>
              <a:avLst/>
              <a:gdLst>
                <a:gd name="textAreaLeft" fmla="*/ 0 w 6878160"/>
                <a:gd name="textAreaRight" fmla="*/ 6896520 w 6878160"/>
                <a:gd name="textAreaTop" fmla="*/ 0 h 30265560"/>
                <a:gd name="textAreaBottom" fmla="*/ 30283920 h 30265560"/>
              </a:gdLst>
              <a:ahLst/>
              <a:cxnLst/>
              <a:rect l="textAreaLeft" t="textAreaTop" r="textAreaRight" b="textAreaBottom"/>
              <a:pathLst>
                <a:path w="9195181" h="40341042">
                  <a:moveTo>
                    <a:pt x="0" y="0"/>
                  </a:moveTo>
                  <a:lnTo>
                    <a:pt x="9195181" y="0"/>
                  </a:lnTo>
                  <a:lnTo>
                    <a:pt x="9195181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7523640" y="5679720"/>
            <a:ext cx="8537760" cy="14400"/>
            <a:chOff x="7523640" y="5679720"/>
            <a:chExt cx="8537760" cy="14400"/>
          </a:xfrm>
        </p:grpSpPr>
        <p:sp>
          <p:nvSpPr>
            <p:cNvPr id="62" name="Freeform 5"/>
            <p:cNvSpPr/>
            <p:nvPr/>
          </p:nvSpPr>
          <p:spPr>
            <a:xfrm>
              <a:off x="7523640" y="5679720"/>
              <a:ext cx="8537760" cy="14400"/>
            </a:xfrm>
            <a:custGeom>
              <a:avLst/>
              <a:gdLst>
                <a:gd name="textAreaLeft" fmla="*/ 0 w 8537760"/>
                <a:gd name="textAreaRight" fmla="*/ 8556120 w 8537760"/>
                <a:gd name="textAreaTop" fmla="*/ 0 h 14400"/>
                <a:gd name="textAreaBottom" fmla="*/ 752760 h 144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6"/>
          <p:cNvGrpSpPr/>
          <p:nvPr/>
        </p:nvGrpSpPr>
        <p:grpSpPr>
          <a:xfrm>
            <a:off x="7523640" y="10098720"/>
            <a:ext cx="8537760" cy="14400"/>
            <a:chOff x="7523640" y="10098720"/>
            <a:chExt cx="8537760" cy="14400"/>
          </a:xfrm>
        </p:grpSpPr>
        <p:sp>
          <p:nvSpPr>
            <p:cNvPr id="64" name="Freeform 7"/>
            <p:cNvSpPr/>
            <p:nvPr/>
          </p:nvSpPr>
          <p:spPr>
            <a:xfrm>
              <a:off x="7523640" y="10098720"/>
              <a:ext cx="8537760" cy="14400"/>
            </a:xfrm>
            <a:custGeom>
              <a:avLst/>
              <a:gdLst>
                <a:gd name="textAreaLeft" fmla="*/ 0 w 8537760"/>
                <a:gd name="textAreaRight" fmla="*/ 8556120 w 8537760"/>
                <a:gd name="textAreaTop" fmla="*/ 0 h 14400"/>
                <a:gd name="textAreaBottom" fmla="*/ 752760 h 144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696969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28"/>
          <p:cNvSpPr/>
          <p:nvPr/>
        </p:nvSpPr>
        <p:spPr>
          <a:xfrm>
            <a:off x="7380000" y="253800"/>
            <a:ext cx="13677120" cy="26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9"/>
              </a:lnSpc>
            </a:pPr>
            <a:r>
              <a:rPr lang="en-US" sz="7200" b="1" u="none" spc="573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000" b="0" u="none" spc="507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640"/>
              </a:lnSpc>
            </a:pPr>
            <a:r>
              <a:rPr lang="en-US" sz="2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  {{contact_email}}  {{contact_location}}  {{licencia}}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1"/>
          <p:cNvSpPr/>
          <p:nvPr/>
        </p:nvSpPr>
        <p:spPr>
          <a:xfrm>
            <a:off x="7523640" y="9279360"/>
            <a:ext cx="853776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400" b="1" u="none" spc="145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2"/>
          <p:cNvSpPr/>
          <p:nvPr/>
        </p:nvSpPr>
        <p:spPr>
          <a:xfrm>
            <a:off x="7523640" y="4860000"/>
            <a:ext cx="853020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4"/>
              </a:lnSpc>
            </a:pPr>
            <a:r>
              <a:rPr lang="en-US" sz="3400" b="1" u="none" spc="145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PERFIL PROFESIONAL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3"/>
          <p:cNvSpPr/>
          <p:nvPr/>
        </p:nvSpPr>
        <p:spPr>
          <a:xfrm>
            <a:off x="7523640" y="5791320"/>
            <a:ext cx="119012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87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4"/>
          <p:cNvSpPr/>
          <p:nvPr/>
        </p:nvSpPr>
        <p:spPr>
          <a:xfrm>
            <a:off x="669960" y="1086480"/>
            <a:ext cx="2553120" cy="3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35"/>
          <p:cNvGrpSpPr/>
          <p:nvPr/>
        </p:nvGrpSpPr>
        <p:grpSpPr>
          <a:xfrm>
            <a:off x="7380000" y="10131840"/>
            <a:ext cx="13991760" cy="9935640"/>
            <a:chOff x="7380000" y="10131840"/>
            <a:chExt cx="13991760" cy="9935640"/>
          </a:xfrm>
        </p:grpSpPr>
        <p:sp>
          <p:nvSpPr>
            <p:cNvPr id="71" name="TextBox 37"/>
            <p:cNvSpPr/>
            <p:nvPr/>
          </p:nvSpPr>
          <p:spPr>
            <a:xfrm>
              <a:off x="7518240" y="10131840"/>
              <a:ext cx="12588480" cy="559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r>
                <a:rPr lang="en-US" sz="1800" b="1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[[EXPERIENCE_BLOCK]]</a:t>
              </a: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r>
                <a:rPr lang="en-US" sz="2800" b="1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{{exp_1_role}}</a:t>
              </a:r>
              <a:r>
                <a:rPr lang="en-US" sz="28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36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400" b="0" u="none" spc="65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{{exp_1_company}}  {{exp_1_dates}}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292d2d"/>
                  </a:solidFill>
                  <a:effectLst/>
                  <a:uFillTx/>
                  <a:latin typeface="Poppins"/>
                  <a:ea typeface="Montserrat"/>
                </a:rPr>
                <a:t>{{exp_1_bullets_block}}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r>
                <a:rPr lang="en-US" sz="2800" b="1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{{exp_2_role}}</a:t>
              </a:r>
              <a:r>
                <a:rPr lang="en-US" sz="28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40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400" b="0" u="none" spc="65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{{exp_2_company}}  {{exp_2_dates}}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292d2d"/>
                  </a:solidFill>
                  <a:effectLst/>
                  <a:uFillTx/>
                  <a:latin typeface="Poppins"/>
                  <a:ea typeface="Montserrat"/>
                </a:rPr>
                <a:t>{{exp_2_bullets_block}}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r>
                <a:rPr lang="en-US" sz="2800" b="1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{{exp_3_role}}</a:t>
              </a:r>
              <a:r>
                <a:rPr lang="en-US" sz="32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4000" b="0" u="none" spc="74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 </a:t>
              </a:r>
              <a:r>
                <a:rPr lang="en-US" sz="2400" b="0" u="none" spc="65" strike="noStrike">
                  <a:solidFill>
                    <a:srgbClr val="292d2d"/>
                  </a:solidFill>
                  <a:effectLst/>
                  <a:uFillTx/>
                  <a:latin typeface="Poppins"/>
                  <a:ea typeface="Poppins"/>
                </a:rPr>
                <a:t>{{exp_3_company}}  {{exp_3_dates}}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18"/>
                </a:lnSpc>
              </a:pPr>
              <a:r>
                <a:rPr lang="es-AR" sz="2200" b="0" u="none" strike="noStrike">
                  <a:solidFill>
                    <a:srgbClr val="292d2d"/>
                  </a:solidFill>
                  <a:effectLst/>
                  <a:uFillTx/>
                  <a:latin typeface="Poppins"/>
                  <a:ea typeface="Montserrat"/>
                </a:rPr>
                <a:t>{{exp_3_bullets_block}}</a:t>
              </a:r>
              <a:endParaRPr lang="es-AR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64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9"/>
                </a:lnSpc>
              </a:pP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38"/>
            <p:cNvSpPr/>
            <p:nvPr/>
          </p:nvSpPr>
          <p:spPr>
            <a:xfrm>
              <a:off x="7380000" y="10131840"/>
              <a:ext cx="13780080" cy="53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2"/>
            <p:cNvSpPr/>
            <p:nvPr/>
          </p:nvSpPr>
          <p:spPr>
            <a:xfrm>
              <a:off x="7380000" y="14008680"/>
              <a:ext cx="13991760" cy="56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56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3"/>
            <p:cNvSpPr/>
            <p:nvPr/>
          </p:nvSpPr>
          <p:spPr>
            <a:xfrm>
              <a:off x="7380000" y="14831280"/>
              <a:ext cx="12588480" cy="200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10"/>
            <p:cNvSpPr/>
            <p:nvPr/>
          </p:nvSpPr>
          <p:spPr>
            <a:xfrm>
              <a:off x="7380000" y="19532880"/>
              <a:ext cx="13780080" cy="534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TextBox 1"/>
          <p:cNvSpPr/>
          <p:nvPr/>
        </p:nvSpPr>
        <p:spPr>
          <a:xfrm>
            <a:off x="720000" y="1086480"/>
            <a:ext cx="255384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52120" y="721800"/>
            <a:ext cx="5029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27600" y="6104160"/>
            <a:ext cx="5965200" cy="42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 [[SIDEBAR_BLOCK]]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711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DAG9j3823Dw</dc:identifier>
  <dc:language>es-AR</dc:language>
  <cp:lastModifiedBy/>
  <dcterms:modified xsi:type="dcterms:W3CDTF">2026-03-05T13:46:58Z</dcterms:modified>
  <cp:revision>54</cp:revision>
  <dc:subject/>
  <dc:title>Plantilla_oficial_4.pptx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