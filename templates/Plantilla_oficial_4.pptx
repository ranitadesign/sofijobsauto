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oppins Italics"/>
    </p:embeddedFont>
    <p:embeddedFont>
      <p:font typeface="Microsoft YaHei"/>
      <p:regular r:id="rId5"/>
    </p:embeddedFont>
    <p:embeddedFont>
      <p:font typeface="Poppins Bold"/>
    </p:embeddedFont>
    <p:embeddedFont>
      <p:font typeface="Montserrat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B20B925-F8B7-446F-A2C3-4EB084FA54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189520-5EC7-4784-85FB-B3A984BC0F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0160" cy="114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3640" cy="583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0160" cy="467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8E6DB0-8F57-41DE-B046-F7525057D6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8400" cy="54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8400" cy="4096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8400" cy="7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C4E46F-1EBA-4AA8-A9CD-2C18582B8A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4400" cy="14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2BDAB1-E496-474B-A2E2-5F04C9E537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60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639927-6452-410A-B016-2711B9D297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9400" cy="583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1920" cy="583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8BC9AD-A35B-4D03-B4E7-35E8E46D32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60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F72B59-1190-41DD-BD1E-9FF24C461E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4400" cy="13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4400" cy="148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169C4A-0055-49E5-85B6-80D2A5B6F7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048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0480" cy="450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B66121-91B7-4405-96A6-839D25E0C5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600" cy="112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2280" cy="62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2280" cy="393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3720" cy="62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3720" cy="3933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748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5720" cy="34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103B57-3C9F-404E-8C88-A92033CB48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0" y="0"/>
            <a:ext cx="6878520" cy="30265920"/>
            <a:chOff x="0" y="0"/>
            <a:chExt cx="6878520" cy="30265920"/>
          </a:xfrm>
        </p:grpSpPr>
        <p:sp>
          <p:nvSpPr>
            <p:cNvPr id="60" name="Freeform 3"/>
            <p:cNvSpPr/>
            <p:nvPr/>
          </p:nvSpPr>
          <p:spPr>
            <a:xfrm>
              <a:off x="0" y="0"/>
              <a:ext cx="6878520" cy="30265920"/>
            </a:xfrm>
            <a:custGeom>
              <a:avLst/>
              <a:gdLst>
                <a:gd name="textAreaLeft" fmla="*/ 0 w 6878520"/>
                <a:gd name="textAreaRight" fmla="*/ 6896520 w 6878520"/>
                <a:gd name="textAreaTop" fmla="*/ 0 h 30265920"/>
                <a:gd name="textAreaBottom" fmla="*/ 30283920 h 3026592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23640" y="5679720"/>
            <a:ext cx="8538120" cy="360"/>
            <a:chOff x="7523640" y="5679720"/>
            <a:chExt cx="8538120" cy="360"/>
          </a:xfrm>
        </p:grpSpPr>
        <p:sp>
          <p:nvSpPr>
            <p:cNvPr id="62" name="Freeform 5"/>
            <p:cNvSpPr/>
            <p:nvPr/>
          </p:nvSpPr>
          <p:spPr>
            <a:xfrm>
              <a:off x="7523640" y="5679720"/>
              <a:ext cx="8538120" cy="360"/>
            </a:xfrm>
            <a:custGeom>
              <a:avLst/>
              <a:gdLst>
                <a:gd name="textAreaLeft" fmla="*/ 0 w 8538120"/>
                <a:gd name="textAreaRight" fmla="*/ 8556120 w 8538120"/>
                <a:gd name="textAreaTop" fmla="*/ 0 h 360"/>
                <a:gd name="textAreaBottom" fmla="*/ 1836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7523640" y="10098720"/>
            <a:ext cx="8538120" cy="360"/>
            <a:chOff x="7523640" y="10098720"/>
            <a:chExt cx="8538120" cy="360"/>
          </a:xfrm>
        </p:grpSpPr>
        <p:sp>
          <p:nvSpPr>
            <p:cNvPr id="64" name="Freeform 7"/>
            <p:cNvSpPr/>
            <p:nvPr/>
          </p:nvSpPr>
          <p:spPr>
            <a:xfrm>
              <a:off x="7523640" y="10098720"/>
              <a:ext cx="8538120" cy="360"/>
            </a:xfrm>
            <a:custGeom>
              <a:avLst/>
              <a:gdLst>
                <a:gd name="textAreaLeft" fmla="*/ 0 w 8538120"/>
                <a:gd name="textAreaRight" fmla="*/ 8556120 w 8538120"/>
                <a:gd name="textAreaTop" fmla="*/ 0 h 360"/>
                <a:gd name="textAreaBottom" fmla="*/ 18360 h 3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28"/>
          <p:cNvSpPr/>
          <p:nvPr/>
        </p:nvSpPr>
        <p:spPr>
          <a:xfrm>
            <a:off x="7380000" y="253800"/>
            <a:ext cx="1367748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1"/>
          <p:cNvSpPr/>
          <p:nvPr/>
        </p:nvSpPr>
        <p:spPr>
          <a:xfrm>
            <a:off x="7523640" y="9279360"/>
            <a:ext cx="853812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32"/>
          <p:cNvSpPr/>
          <p:nvPr/>
        </p:nvSpPr>
        <p:spPr>
          <a:xfrm>
            <a:off x="7523640" y="4860000"/>
            <a:ext cx="85305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7523640" y="5791320"/>
            <a:ext cx="1190160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669960" y="1086480"/>
            <a:ext cx="2553480" cy="38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35"/>
          <p:cNvGrpSpPr/>
          <p:nvPr/>
        </p:nvGrpSpPr>
        <p:grpSpPr>
          <a:xfrm>
            <a:off x="7380000" y="10497960"/>
            <a:ext cx="13992120" cy="9936000"/>
            <a:chOff x="7380000" y="10497960"/>
            <a:chExt cx="13992120" cy="9936000"/>
          </a:xfrm>
        </p:grpSpPr>
        <p:sp>
          <p:nvSpPr>
            <p:cNvPr id="71" name="TextBox 37"/>
            <p:cNvSpPr/>
            <p:nvPr/>
          </p:nvSpPr>
          <p:spPr>
            <a:xfrm>
              <a:off x="7518240" y="10497960"/>
              <a:ext cx="12588840" cy="5018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36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{{exp_1_company}}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{{exp_2_role}}</a:t>
              </a:r>
              <a:r>
                <a:rPr lang="en-US" sz="28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{{exp_2_company}}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r>
                <a:rPr lang="en-US" sz="2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32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4000" b="0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{{exp_3_company}} 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564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9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38"/>
            <p:cNvSpPr/>
            <p:nvPr/>
          </p:nvSpPr>
          <p:spPr>
            <a:xfrm>
              <a:off x="7380000" y="10497960"/>
              <a:ext cx="13780440" cy="53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2"/>
            <p:cNvSpPr/>
            <p:nvPr/>
          </p:nvSpPr>
          <p:spPr>
            <a:xfrm>
              <a:off x="7380000" y="14374800"/>
              <a:ext cx="13992120" cy="56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3"/>
            <p:cNvSpPr/>
            <p:nvPr/>
          </p:nvSpPr>
          <p:spPr>
            <a:xfrm>
              <a:off x="7380000" y="15197400"/>
              <a:ext cx="12588840" cy="200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10"/>
            <p:cNvSpPr/>
            <p:nvPr/>
          </p:nvSpPr>
          <p:spPr>
            <a:xfrm>
              <a:off x="7380000" y="19899000"/>
              <a:ext cx="13780440" cy="534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1"/>
          <p:cNvSpPr/>
          <p:nvPr/>
        </p:nvSpPr>
        <p:spPr>
          <a:xfrm>
            <a:off x="720000" y="1086480"/>
            <a:ext cx="2554200" cy="3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852120" y="721800"/>
            <a:ext cx="5030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327600" y="6104160"/>
            <a:ext cx="59655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2026-02-13T13:42:41Z</dcterms:modified>
  <cp:revision>53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