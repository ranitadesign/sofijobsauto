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esrrat bold"/>
    </p:embeddedFont>
    <p:embeddedFont>
      <p:font typeface="Nova"/>
    </p:embeddedFont>
    <p:embeddedFont>
      <p:font typeface="Montesrrat"/>
    </p:embeddedFont>
    <p:embeddedFont>
      <p:font typeface="Poppins"/>
      <p:regular r:id="rId4"/>
    </p:embeddedFont>
    <p:embeddedFont>
      <p:font typeface="Montserrat"/>
      <p:regular r:id="rId5"/>
    </p:embeddedFont>
    <p:embeddedFont>
      <p:font typeface="Microsoft YaHei"/>
    </p:embeddedFont>
    <p:embeddedFont>
      <p:font typeface="Poppins Italics"/>
    </p:embeddedFont>
    <p:embeddedFont>
      <p:font typeface="Poppins Bold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B8C3AF-C536-416C-B624-E924142BE4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19ACBA-4D9C-43FA-9325-B870F426C8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ED58E5-73F5-4A30-A48B-3DCCEB8712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BAEBC9-1EF6-4037-9056-70BF838155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7893A8-235F-461E-8343-8D70B7088F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FA5F60-B8AD-4CC1-B84D-A1157443ED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4A5ECF-A75A-4BDA-81AA-73ECAF0371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14FC74-0100-4E30-BE24-C830C64174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6CB5C9-E428-44EC-B178-2F991231E1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C2FB44-A763-4DDE-AA4A-180A45FB8D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3CD9E0-6AE5-4197-879E-6DEB9BD7C0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0" y="0"/>
            <a:ext cx="6885360" cy="30272760"/>
            <a:chOff x="0" y="0"/>
            <a:chExt cx="6885360" cy="30272760"/>
          </a:xfrm>
        </p:grpSpPr>
        <p:sp>
          <p:nvSpPr>
            <p:cNvPr id="60" name="Freeform 3"/>
            <p:cNvSpPr/>
            <p:nvPr/>
          </p:nvSpPr>
          <p:spPr>
            <a:xfrm>
              <a:off x="0" y="0"/>
              <a:ext cx="6885360" cy="30272760"/>
            </a:xfrm>
            <a:custGeom>
              <a:avLst/>
              <a:gdLst>
                <a:gd name="textAreaLeft" fmla="*/ 0 w 6885360"/>
                <a:gd name="textAreaRight" fmla="*/ 6896520 w 6885360"/>
                <a:gd name="textAreaTop" fmla="*/ 0 h 30272760"/>
                <a:gd name="textAreaBottom" fmla="*/ 30283920 h 3027276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7523640" y="5679720"/>
            <a:ext cx="8544960" cy="7200"/>
            <a:chOff x="7523640" y="5679720"/>
            <a:chExt cx="8544960" cy="7200"/>
          </a:xfrm>
        </p:grpSpPr>
        <p:sp>
          <p:nvSpPr>
            <p:cNvPr id="62" name="Freeform 5"/>
            <p:cNvSpPr/>
            <p:nvPr/>
          </p:nvSpPr>
          <p:spPr>
            <a:xfrm>
              <a:off x="7523640" y="5679720"/>
              <a:ext cx="8544960" cy="7200"/>
            </a:xfrm>
            <a:custGeom>
              <a:avLst/>
              <a:gdLst>
                <a:gd name="textAreaLeft" fmla="*/ 0 w 8544960"/>
                <a:gd name="textAreaRight" fmla="*/ 8556120 w 8544960"/>
                <a:gd name="textAreaTop" fmla="*/ 0 h 7200"/>
                <a:gd name="textAreaBottom" fmla="*/ 18360 h 720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7523640" y="10098720"/>
            <a:ext cx="8544960" cy="7200"/>
            <a:chOff x="7523640" y="10098720"/>
            <a:chExt cx="8544960" cy="7200"/>
          </a:xfrm>
        </p:grpSpPr>
        <p:sp>
          <p:nvSpPr>
            <p:cNvPr id="64" name="Freeform 7"/>
            <p:cNvSpPr/>
            <p:nvPr/>
          </p:nvSpPr>
          <p:spPr>
            <a:xfrm>
              <a:off x="7523640" y="10098720"/>
              <a:ext cx="8544960" cy="7200"/>
            </a:xfrm>
            <a:custGeom>
              <a:avLst/>
              <a:gdLst>
                <a:gd name="textAreaLeft" fmla="*/ 0 w 8544960"/>
                <a:gd name="textAreaRight" fmla="*/ 8556120 w 8544960"/>
                <a:gd name="textAreaTop" fmla="*/ 0 h 7200"/>
                <a:gd name="textAreaBottom" fmla="*/ 18360 h 720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28"/>
          <p:cNvSpPr/>
          <p:nvPr/>
        </p:nvSpPr>
        <p:spPr>
          <a:xfrm>
            <a:off x="7371000" y="84960"/>
            <a:ext cx="13295520" cy="14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6600" b="1" u="none" spc="573" strike="noStrike">
                <a:solidFill>
                  <a:srgbClr val="c0504d"/>
                </a:solidFill>
                <a:effectLst/>
                <a:uFillTx/>
                <a:latin typeface="Montesrrat bold"/>
                <a:ea typeface="Poppins Bold"/>
              </a:rPr>
              <a:t>{{name}}</a:t>
            </a:r>
            <a:endParaRPr lang="es-AR" sz="6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9"/>
          <p:cNvSpPr/>
          <p:nvPr/>
        </p:nvSpPr>
        <p:spPr>
          <a:xfrm>
            <a:off x="7447320" y="2870640"/>
            <a:ext cx="1239336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200" b="0" u="none" spc="507" strike="noStrike">
                <a:solidFill>
                  <a:srgbClr val="292d2d"/>
                </a:solidFill>
                <a:effectLst/>
                <a:uFillTx/>
                <a:latin typeface="Nova"/>
                <a:ea typeface="Poppi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0"/>
          <p:cNvSpPr/>
          <p:nvPr/>
        </p:nvSpPr>
        <p:spPr>
          <a:xfrm>
            <a:off x="7439760" y="3678120"/>
            <a:ext cx="13925520" cy="46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Nova"/>
                <a:ea typeface="Poppins"/>
              </a:rPr>
              <a:t>+{{contact_phone}} | {{contact_email}} | {{contact_location}} | Licencia de conducir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1"/>
          <p:cNvSpPr/>
          <p:nvPr/>
        </p:nvSpPr>
        <p:spPr>
          <a:xfrm>
            <a:off x="7523640" y="9279360"/>
            <a:ext cx="854496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959" b="0" u="none" spc="145" strike="noStrike">
                <a:solidFill>
                  <a:srgbClr val="292d2d"/>
                </a:solidFill>
                <a:effectLst/>
                <a:uFillTx/>
                <a:latin typeface="Montesrrat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2"/>
          <p:cNvSpPr/>
          <p:nvPr/>
        </p:nvSpPr>
        <p:spPr>
          <a:xfrm>
            <a:off x="7523640" y="4860000"/>
            <a:ext cx="85374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959" b="0" u="none" spc="145" strike="noStrike">
                <a:solidFill>
                  <a:srgbClr val="292d2d"/>
                </a:solidFill>
                <a:effectLst/>
                <a:uFillTx/>
                <a:latin typeface="Montesrrat"/>
                <a:ea typeface="Poppins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3"/>
          <p:cNvSpPr/>
          <p:nvPr/>
        </p:nvSpPr>
        <p:spPr>
          <a:xfrm>
            <a:off x="7523640" y="5791320"/>
            <a:ext cx="1190844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Nova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4"/>
          <p:cNvSpPr/>
          <p:nvPr/>
        </p:nvSpPr>
        <p:spPr>
          <a:xfrm>
            <a:off x="669960" y="1086480"/>
            <a:ext cx="25603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35"/>
          <p:cNvGrpSpPr/>
          <p:nvPr/>
        </p:nvGrpSpPr>
        <p:grpSpPr>
          <a:xfrm>
            <a:off x="7380000" y="9653760"/>
            <a:ext cx="13852800" cy="10787040"/>
            <a:chOff x="7380000" y="9653760"/>
            <a:chExt cx="13852800" cy="10787040"/>
          </a:xfrm>
        </p:grpSpPr>
        <p:sp>
          <p:nvSpPr>
            <p:cNvPr id="73" name="TextBox 36"/>
            <p:cNvSpPr/>
            <p:nvPr/>
          </p:nvSpPr>
          <p:spPr>
            <a:xfrm>
              <a:off x="7380000" y="9653760"/>
              <a:ext cx="13852800" cy="57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37"/>
            <p:cNvSpPr/>
            <p:nvPr/>
          </p:nvSpPr>
          <p:spPr>
            <a:xfrm>
              <a:off x="7380000" y="10497960"/>
              <a:ext cx="12464280" cy="558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101010"/>
                  </a:solidFill>
                  <a:effectLst/>
                  <a:uFillTx/>
                  <a:latin typeface="Montesrrat"/>
                  <a:ea typeface="Poppins"/>
                </a:rPr>
                <a:t>{{exp_1_company}}</a:t>
              </a:r>
              <a:r>
                <a:rPr lang="en-US" sz="2800" b="0" u="none" spc="74" strike="noStrike">
                  <a:solidFill>
                    <a:srgbClr val="101010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3600" b="0" u="none" spc="74" strike="noStrike">
                  <a:solidFill>
                    <a:srgbClr val="101010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101010"/>
                  </a:solidFill>
                  <a:effectLst/>
                  <a:uFillTx/>
                  <a:latin typeface="Nova"/>
                  <a:ea typeface="Poppins"/>
                </a:rPr>
                <a:t>{{exp_1_role}} 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Nova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101010"/>
                  </a:solidFill>
                  <a:effectLst/>
                  <a:uFillTx/>
                  <a:latin typeface="Montesrrat"/>
                  <a:ea typeface="Poppins"/>
                </a:rPr>
                <a:t>{{exp_2_company}}</a:t>
              </a:r>
              <a:r>
                <a:rPr lang="en-US" sz="2800" b="0" u="none" spc="74" strike="noStrike">
                  <a:solidFill>
                    <a:srgbClr val="101010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4000" b="0" u="none" spc="74" strike="noStrike">
                  <a:solidFill>
                    <a:srgbClr val="101010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101010"/>
                  </a:solidFill>
                  <a:effectLst/>
                  <a:uFillTx/>
                  <a:latin typeface="Nova"/>
                  <a:ea typeface="Poppins"/>
                </a:rPr>
                <a:t>{{exp_2_role}} 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Nova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101010"/>
                  </a:solidFill>
                  <a:effectLst/>
                  <a:uFillTx/>
                  <a:latin typeface="Montesrrat"/>
                  <a:ea typeface="Poppins"/>
                </a:rPr>
                <a:t>{{exp_3_company}}</a:t>
              </a:r>
              <a:r>
                <a:rPr lang="en-US" sz="3200" b="0" u="none" spc="74" strike="noStrike">
                  <a:solidFill>
                    <a:srgbClr val="101010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4000" b="0" u="none" spc="74" strike="noStrike">
                  <a:solidFill>
                    <a:srgbClr val="101010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101010"/>
                  </a:solidFill>
                  <a:effectLst/>
                  <a:uFillTx/>
                  <a:latin typeface="Nova"/>
                  <a:ea typeface="Poppins"/>
                </a:rPr>
                <a:t>{{exp_3_role}}  {{exp_3_dates}}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Nova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38"/>
            <p:cNvSpPr/>
            <p:nvPr/>
          </p:nvSpPr>
          <p:spPr>
            <a:xfrm>
              <a:off x="7380000" y="10497960"/>
              <a:ext cx="13643280" cy="541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2"/>
            <p:cNvSpPr/>
            <p:nvPr/>
          </p:nvSpPr>
          <p:spPr>
            <a:xfrm>
              <a:off x="7380000" y="14374800"/>
              <a:ext cx="13852800" cy="57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3"/>
            <p:cNvSpPr/>
            <p:nvPr/>
          </p:nvSpPr>
          <p:spPr>
            <a:xfrm>
              <a:off x="7380000" y="15197400"/>
              <a:ext cx="12464280" cy="200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10"/>
            <p:cNvSpPr/>
            <p:nvPr/>
          </p:nvSpPr>
          <p:spPr>
            <a:xfrm>
              <a:off x="7380000" y="19899000"/>
              <a:ext cx="13643280" cy="541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1"/>
          <p:cNvSpPr/>
          <p:nvPr/>
        </p:nvSpPr>
        <p:spPr>
          <a:xfrm>
            <a:off x="720000" y="1086480"/>
            <a:ext cx="2561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852120" y="721800"/>
            <a:ext cx="503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327600" y="6464160"/>
            <a:ext cx="597204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499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2026-01-14T17:27:03Z</dcterms:modified>
  <cp:revision>32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