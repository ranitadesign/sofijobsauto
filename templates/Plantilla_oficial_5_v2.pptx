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 Medium"/>
    </p:embeddedFont>
    <p:embeddedFont>
      <p:font typeface="Montserrat"/>
      <p:regular r:id="rId4"/>
      <p:bold r:id="rId4"/>
    </p:embeddedFont>
    <p:embeddedFont>
      <p:font typeface="Nova"/>
    </p:embeddedFont>
    <p:embeddedFont>
      <p:font typeface="poppins Medium"/>
    </p:embeddedFont>
    <p:embeddedFont>
      <p:font typeface="Microsoft YaHei"/>
      <p:regular r:id="rId5"/>
    </p:embeddedFont>
    <p:embeddedFont>
      <p:font typeface="Montserrat Semi-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B023B0-7202-4C3E-8EC5-505DDD5598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671C7F-2311-4BBB-8C01-A6B1E9E601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CB018D-E183-4622-B5B4-24C5134644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B30CBB-A87F-457D-AB2E-C043CC9502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D1C355-B0D2-4E08-B68E-662976A50E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5B39D8-66D8-4C4F-AC5B-BC5D67DF1C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B7B30A-5EF7-46BC-ABF1-30935808FB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53E873-807C-49B5-BEDA-2E3EDFB9A8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30C0CA-02F8-4AD8-BD79-579FF7C4A2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4ADA26-9164-4F7D-BD33-FE8526F3DA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A7B806-8EED-412E-A950-9E31873D88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67680" y="-87840"/>
            <a:ext cx="2904840" cy="306036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83800" cy="1783800"/>
            <a:chOff x="560520" y="379800"/>
            <a:chExt cx="1783800" cy="178380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83800" cy="1783800"/>
            </a:xfrm>
            <a:custGeom>
              <a:avLst/>
              <a:gdLst>
                <a:gd name="textAreaLeft" fmla="*/ 0 w 1783800"/>
                <a:gd name="textAreaRight" fmla="*/ 1790640 w 1783800"/>
                <a:gd name="textAreaTop" fmla="*/ 0 h 1783800"/>
                <a:gd name="textAreaBottom" fmla="*/ 1790640 h 178380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7920" cy="1510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8"/>
          <p:cNvSpPr/>
          <p:nvPr/>
        </p:nvSpPr>
        <p:spPr>
          <a:xfrm>
            <a:off x="326160" y="51271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AutoShape 9"/>
          <p:cNvSpPr/>
          <p:nvPr/>
        </p:nvSpPr>
        <p:spPr>
          <a:xfrm>
            <a:off x="3109680" y="55260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AutoShape 10"/>
          <p:cNvSpPr/>
          <p:nvPr/>
        </p:nvSpPr>
        <p:spPr>
          <a:xfrm>
            <a:off x="333720" y="798480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AutoShape 11"/>
          <p:cNvSpPr/>
          <p:nvPr/>
        </p:nvSpPr>
        <p:spPr>
          <a:xfrm>
            <a:off x="3109680" y="855468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AutoShape 12"/>
          <p:cNvSpPr/>
          <p:nvPr/>
        </p:nvSpPr>
        <p:spPr>
          <a:xfrm>
            <a:off x="318240" y="363384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3"/>
          <p:cNvSpPr/>
          <p:nvPr/>
        </p:nvSpPr>
        <p:spPr>
          <a:xfrm>
            <a:off x="348840" y="4375800"/>
            <a:ext cx="177480" cy="198000"/>
          </a:xfrm>
          <a:custGeom>
            <a:avLst/>
            <a:gdLst>
              <a:gd name="textAreaLeft" fmla="*/ 0 w 177480"/>
              <a:gd name="textAreaRight" fmla="*/ 184320 w 177480"/>
              <a:gd name="textAreaTop" fmla="*/ 0 h 198000"/>
              <a:gd name="textAreaBottom" fmla="*/ 204840 h 198000"/>
            </a:gdLst>
            <a:ahLst/>
            <a:cxnLst/>
            <a:rect l="textAreaLeft" t="textAreaTop" r="textAreaRight" b="textAreaBottom"/>
            <a:pathLst>
              <a:path w="184490" h="204988">
                <a:moveTo>
                  <a:pt x="0" y="0"/>
                </a:moveTo>
                <a:lnTo>
                  <a:pt x="184490" y="0"/>
                </a:lnTo>
                <a:lnTo>
                  <a:pt x="184490" y="204988"/>
                </a:lnTo>
                <a:lnTo>
                  <a:pt x="0" y="2049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4"/>
          <p:cNvGrpSpPr/>
          <p:nvPr/>
        </p:nvGrpSpPr>
        <p:grpSpPr>
          <a:xfrm>
            <a:off x="340560" y="3777120"/>
            <a:ext cx="187920" cy="187920"/>
            <a:chOff x="340560" y="3777120"/>
            <a:chExt cx="187920" cy="187920"/>
          </a:xfrm>
        </p:grpSpPr>
        <p:sp>
          <p:nvSpPr>
            <p:cNvPr id="70" name="Freeform 15"/>
            <p:cNvSpPr/>
            <p:nvPr/>
          </p:nvSpPr>
          <p:spPr>
            <a:xfrm>
              <a:off x="340560" y="3777120"/>
              <a:ext cx="187920" cy="187920"/>
            </a:xfrm>
            <a:custGeom>
              <a:avLst/>
              <a:gdLst>
                <a:gd name="textAreaLeft" fmla="*/ 0 w 187920"/>
                <a:gd name="textAreaRight" fmla="*/ 194760 w 187920"/>
                <a:gd name="textAreaTop" fmla="*/ 0 h 187920"/>
                <a:gd name="textAreaBottom" fmla="*/ 194760 h 187920"/>
              </a:gdLst>
              <a:ahLst/>
              <a:cxnLst/>
              <a:rect l="textAreaLeft" t="textAreaTop" r="textAreaRight" b="textAreaBottom"/>
              <a:pathLst>
                <a:path w="211345" h="211201">
                  <a:moveTo>
                    <a:pt x="18034" y="180340"/>
                  </a:moveTo>
                  <a:lnTo>
                    <a:pt x="56515" y="141859"/>
                  </a:lnTo>
                  <a:lnTo>
                    <a:pt x="75565" y="160909"/>
                  </a:lnTo>
                  <a:lnTo>
                    <a:pt x="160782" y="75692"/>
                  </a:lnTo>
                  <a:lnTo>
                    <a:pt x="141732" y="56642"/>
                  </a:lnTo>
                  <a:lnTo>
                    <a:pt x="180340" y="18034"/>
                  </a:lnTo>
                  <a:cubicBezTo>
                    <a:pt x="187325" y="25400"/>
                    <a:pt x="197358" y="37846"/>
                    <a:pt x="198247" y="47117"/>
                  </a:cubicBezTo>
                  <a:cubicBezTo>
                    <a:pt x="199136" y="56515"/>
                    <a:pt x="194183" y="70993"/>
                    <a:pt x="184531" y="87503"/>
                  </a:cubicBezTo>
                  <a:cubicBezTo>
                    <a:pt x="174244" y="105156"/>
                    <a:pt x="159385" y="123825"/>
                    <a:pt x="141732" y="141605"/>
                  </a:cubicBezTo>
                  <a:cubicBezTo>
                    <a:pt x="108331" y="175006"/>
                    <a:pt x="70358" y="198247"/>
                    <a:pt x="49403" y="198247"/>
                  </a:cubicBezTo>
                  <a:lnTo>
                    <a:pt x="47879" y="198247"/>
                  </a:lnTo>
                  <a:cubicBezTo>
                    <a:pt x="37973" y="197358"/>
                    <a:pt x="25400" y="187198"/>
                    <a:pt x="18161" y="180340"/>
                  </a:cubicBezTo>
                  <a:moveTo>
                    <a:pt x="0" y="180086"/>
                  </a:moveTo>
                  <a:lnTo>
                    <a:pt x="4191" y="184658"/>
                  </a:lnTo>
                  <a:cubicBezTo>
                    <a:pt x="6477" y="187198"/>
                    <a:pt x="27305" y="209296"/>
                    <a:pt x="45974" y="211074"/>
                  </a:cubicBezTo>
                  <a:lnTo>
                    <a:pt x="48260" y="211201"/>
                  </a:lnTo>
                  <a:cubicBezTo>
                    <a:pt x="74295" y="211201"/>
                    <a:pt x="114046" y="187452"/>
                    <a:pt x="150876" y="150749"/>
                  </a:cubicBezTo>
                  <a:cubicBezTo>
                    <a:pt x="169291" y="132334"/>
                    <a:pt x="184912" y="112649"/>
                    <a:pt x="195707" y="94107"/>
                  </a:cubicBezTo>
                  <a:cubicBezTo>
                    <a:pt x="203581" y="80772"/>
                    <a:pt x="212598" y="61468"/>
                    <a:pt x="211201" y="45974"/>
                  </a:cubicBezTo>
                  <a:cubicBezTo>
                    <a:pt x="209550" y="27432"/>
                    <a:pt x="187325" y="6604"/>
                    <a:pt x="184785" y="4191"/>
                  </a:cubicBezTo>
                  <a:lnTo>
                    <a:pt x="180086" y="0"/>
                  </a:lnTo>
                  <a:lnTo>
                    <a:pt x="123571" y="56642"/>
                  </a:lnTo>
                  <a:lnTo>
                    <a:pt x="142621" y="75692"/>
                  </a:lnTo>
                  <a:lnTo>
                    <a:pt x="75692" y="142621"/>
                  </a:lnTo>
                  <a:lnTo>
                    <a:pt x="56642" y="123571"/>
                  </a:lnTo>
                  <a:close/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16"/>
          <p:cNvGrpSpPr/>
          <p:nvPr/>
        </p:nvGrpSpPr>
        <p:grpSpPr>
          <a:xfrm>
            <a:off x="339480" y="4075560"/>
            <a:ext cx="189720" cy="189720"/>
            <a:chOff x="339480" y="4075560"/>
            <a:chExt cx="189720" cy="189720"/>
          </a:xfrm>
        </p:grpSpPr>
        <p:sp>
          <p:nvSpPr>
            <p:cNvPr id="72" name="Freeform 17"/>
            <p:cNvSpPr/>
            <p:nvPr/>
          </p:nvSpPr>
          <p:spPr>
            <a:xfrm>
              <a:off x="339480" y="4075560"/>
              <a:ext cx="189720" cy="189720"/>
            </a:xfrm>
            <a:custGeom>
              <a:avLst/>
              <a:gdLst>
                <a:gd name="textAreaLeft" fmla="*/ 0 w 189720"/>
                <a:gd name="textAreaRight" fmla="*/ 196560 w 189720"/>
                <a:gd name="textAreaTop" fmla="*/ 0 h 189720"/>
                <a:gd name="textAreaBottom" fmla="*/ 196560 h 189720"/>
              </a:gdLst>
              <a:ahLst/>
              <a:cxnLst/>
              <a:rect l="textAreaLeft" t="textAreaTop" r="textAreaRight" b="textAreaBottom"/>
              <a:pathLst>
                <a:path w="213106" h="213106">
                  <a:moveTo>
                    <a:pt x="130556" y="106553"/>
                  </a:moveTo>
                  <a:cubicBezTo>
                    <a:pt x="130556" y="119761"/>
                    <a:pt x="119761" y="130556"/>
                    <a:pt x="106553" y="130556"/>
                  </a:cubicBezTo>
                  <a:cubicBezTo>
                    <a:pt x="93345" y="130556"/>
                    <a:pt x="82677" y="119761"/>
                    <a:pt x="82677" y="106553"/>
                  </a:cubicBezTo>
                  <a:cubicBezTo>
                    <a:pt x="82677" y="93345"/>
                    <a:pt x="93472" y="82550"/>
                    <a:pt x="106680" y="82550"/>
                  </a:cubicBezTo>
                  <a:cubicBezTo>
                    <a:pt x="119888" y="82550"/>
                    <a:pt x="130683" y="93345"/>
                    <a:pt x="130683" y="106553"/>
                  </a:cubicBezTo>
                  <a:moveTo>
                    <a:pt x="182118" y="31242"/>
                  </a:moveTo>
                  <a:cubicBezTo>
                    <a:pt x="161798" y="11049"/>
                    <a:pt x="135001" y="0"/>
                    <a:pt x="106553" y="0"/>
                  </a:cubicBezTo>
                  <a:cubicBezTo>
                    <a:pt x="78105" y="0"/>
                    <a:pt x="51308" y="11049"/>
                    <a:pt x="31242" y="31242"/>
                  </a:cubicBezTo>
                  <a:cubicBezTo>
                    <a:pt x="11176" y="51435"/>
                    <a:pt x="0" y="78105"/>
                    <a:pt x="0" y="106553"/>
                  </a:cubicBezTo>
                  <a:cubicBezTo>
                    <a:pt x="0" y="135001"/>
                    <a:pt x="11049" y="161798"/>
                    <a:pt x="31242" y="181864"/>
                  </a:cubicBezTo>
                  <a:cubicBezTo>
                    <a:pt x="51435" y="201930"/>
                    <a:pt x="78105" y="213106"/>
                    <a:pt x="106553" y="213106"/>
                  </a:cubicBezTo>
                  <a:lnTo>
                    <a:pt x="148082" y="204724"/>
                  </a:lnTo>
                  <a:lnTo>
                    <a:pt x="150114" y="203835"/>
                  </a:lnTo>
                  <a:lnTo>
                    <a:pt x="143383" y="187833"/>
                  </a:lnTo>
                  <a:lnTo>
                    <a:pt x="141351" y="188722"/>
                  </a:lnTo>
                  <a:cubicBezTo>
                    <a:pt x="130429" y="193421"/>
                    <a:pt x="118745" y="195707"/>
                    <a:pt x="106680" y="195707"/>
                  </a:cubicBezTo>
                  <a:cubicBezTo>
                    <a:pt x="57531" y="195707"/>
                    <a:pt x="17399" y="155702"/>
                    <a:pt x="17399" y="106553"/>
                  </a:cubicBezTo>
                  <a:cubicBezTo>
                    <a:pt x="17399" y="57404"/>
                    <a:pt x="57404" y="17399"/>
                    <a:pt x="106553" y="17399"/>
                  </a:cubicBezTo>
                  <a:cubicBezTo>
                    <a:pt x="155702" y="17399"/>
                    <a:pt x="195834" y="57404"/>
                    <a:pt x="195834" y="106680"/>
                  </a:cubicBezTo>
                  <a:cubicBezTo>
                    <a:pt x="195834" y="127254"/>
                    <a:pt x="183388" y="136652"/>
                    <a:pt x="171831" y="136652"/>
                  </a:cubicBezTo>
                  <a:cubicBezTo>
                    <a:pt x="160274" y="136652"/>
                    <a:pt x="147828" y="127254"/>
                    <a:pt x="147828" y="106680"/>
                  </a:cubicBezTo>
                  <a:cubicBezTo>
                    <a:pt x="147828" y="83947"/>
                    <a:pt x="129286" y="65405"/>
                    <a:pt x="106553" y="65405"/>
                  </a:cubicBezTo>
                  <a:cubicBezTo>
                    <a:pt x="83820" y="65405"/>
                    <a:pt x="65278" y="83820"/>
                    <a:pt x="65278" y="106553"/>
                  </a:cubicBezTo>
                  <a:cubicBezTo>
                    <a:pt x="65278" y="129286"/>
                    <a:pt x="83820" y="147828"/>
                    <a:pt x="106553" y="147828"/>
                  </a:cubicBezTo>
                  <a:cubicBezTo>
                    <a:pt x="118491" y="147828"/>
                    <a:pt x="129540" y="142748"/>
                    <a:pt x="137414" y="133985"/>
                  </a:cubicBezTo>
                  <a:lnTo>
                    <a:pt x="140970" y="139319"/>
                  </a:lnTo>
                  <a:cubicBezTo>
                    <a:pt x="150622" y="149479"/>
                    <a:pt x="160909" y="153924"/>
                    <a:pt x="171831" y="153924"/>
                  </a:cubicBezTo>
                  <a:cubicBezTo>
                    <a:pt x="182753" y="153924"/>
                    <a:pt x="193040" y="149479"/>
                    <a:pt x="200533" y="141605"/>
                  </a:cubicBezTo>
                  <a:cubicBezTo>
                    <a:pt x="208788" y="132969"/>
                    <a:pt x="213106" y="120904"/>
                    <a:pt x="213106" y="106680"/>
                  </a:cubicBezTo>
                  <a:cubicBezTo>
                    <a:pt x="213106" y="78232"/>
                    <a:pt x="202057" y="51435"/>
                    <a:pt x="181864" y="31369"/>
                  </a:cubicBezTo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AutoShape 18"/>
          <p:cNvSpPr/>
          <p:nvPr/>
        </p:nvSpPr>
        <p:spPr>
          <a:xfrm>
            <a:off x="3109680" y="981396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437760" y="2287080"/>
            <a:ext cx="2300400" cy="67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600" b="1" u="none" strike="noStrike">
                <a:solidFill>
                  <a:srgbClr val="c0504d"/>
                </a:solidFill>
                <a:effectLst/>
                <a:uFillTx/>
                <a:latin typeface="poppins Medium"/>
                <a:ea typeface="Montserrat Medium"/>
              </a:rPr>
              <a:t>{{name}}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46440" y="2908800"/>
            <a:ext cx="30560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326160" y="4809240"/>
            <a:ext cx="1388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326160" y="5232600"/>
            <a:ext cx="224460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4"/>
          <p:cNvSpPr/>
          <p:nvPr/>
        </p:nvSpPr>
        <p:spPr>
          <a:xfrm>
            <a:off x="3096360" y="703440"/>
            <a:ext cx="4272120" cy="49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2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Medium"/>
              </a:rPr>
              <a:t>{{exp_1_role}}</a:t>
            </a:r>
            <a:r>
              <a:rPr lang="en-US" sz="12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12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12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{{exp_1_company}} {{exp_1_dates}}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r>
              <a:rPr lang="es-AR" sz="12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{{exp_1_bullets_block}}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2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Medium"/>
              </a:rPr>
              <a:t>{{exp_2_role}}</a:t>
            </a:r>
            <a:r>
              <a:rPr lang="en-US" sz="12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12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12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{{exp_2_company}} {{exp_2_dates}}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r>
              <a:rPr lang="es-AR" sz="12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{{exp_2_bullets_block}}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5"/>
          <p:cNvSpPr/>
          <p:nvPr/>
        </p:nvSpPr>
        <p:spPr>
          <a:xfrm>
            <a:off x="3110040" y="227520"/>
            <a:ext cx="2602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2"/>
          <p:cNvSpPr/>
          <p:nvPr/>
        </p:nvSpPr>
        <p:spPr>
          <a:xfrm>
            <a:off x="319320" y="7666200"/>
            <a:ext cx="1720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318600" y="7998840"/>
            <a:ext cx="226008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3110040" y="8231760"/>
            <a:ext cx="2602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Formación Académica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5"/>
          <p:cNvSpPr/>
          <p:nvPr/>
        </p:nvSpPr>
        <p:spPr>
          <a:xfrm>
            <a:off x="3110040" y="8593920"/>
            <a:ext cx="394128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{{edu_1_degree}}  {{edu_1_school}} {{edu_1_years}}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{{edu_2_degree}}  {{edu_2_school}} {{edu_2_years}}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{{edu_3_degree}}  {{edu_3_school}} {{edu_3_years}}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6"/>
          <p:cNvSpPr/>
          <p:nvPr/>
        </p:nvSpPr>
        <p:spPr>
          <a:xfrm>
            <a:off x="339480" y="3314880"/>
            <a:ext cx="1199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Contacto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7"/>
          <p:cNvSpPr/>
          <p:nvPr/>
        </p:nvSpPr>
        <p:spPr>
          <a:xfrm>
            <a:off x="638280" y="4407840"/>
            <a:ext cx="173088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{{contact_location}}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8"/>
          <p:cNvSpPr/>
          <p:nvPr/>
        </p:nvSpPr>
        <p:spPr>
          <a:xfrm>
            <a:off x="638280" y="4103640"/>
            <a:ext cx="18774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{{contact_email}}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9"/>
          <p:cNvSpPr/>
          <p:nvPr/>
        </p:nvSpPr>
        <p:spPr>
          <a:xfrm>
            <a:off x="638280" y="3804120"/>
            <a:ext cx="11505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+{{contact_phone}}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0"/>
          <p:cNvSpPr/>
          <p:nvPr/>
        </p:nvSpPr>
        <p:spPr>
          <a:xfrm>
            <a:off x="3110040" y="9475560"/>
            <a:ext cx="2602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Cursos y Capacitaciones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1"/>
          <p:cNvSpPr/>
          <p:nvPr/>
        </p:nvSpPr>
        <p:spPr>
          <a:xfrm>
            <a:off x="3110040" y="9900000"/>
            <a:ext cx="394128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AutoShape 42"/>
          <p:cNvSpPr/>
          <p:nvPr/>
        </p:nvSpPr>
        <p:spPr>
          <a:xfrm>
            <a:off x="340920" y="97945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3"/>
          <p:cNvSpPr/>
          <p:nvPr/>
        </p:nvSpPr>
        <p:spPr>
          <a:xfrm>
            <a:off x="326160" y="9475560"/>
            <a:ext cx="1720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4"/>
          <p:cNvSpPr/>
          <p:nvPr/>
        </p:nvSpPr>
        <p:spPr>
          <a:xfrm>
            <a:off x="326160" y="9808920"/>
            <a:ext cx="226008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3106080" y="5760000"/>
            <a:ext cx="3908160" cy="3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3110400" y="5436720"/>
            <a:ext cx="408528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378000" y="313200"/>
            <a:ext cx="1797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2026-01-14T16:23:55Z</dcterms:modified>
  <cp:revision>20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