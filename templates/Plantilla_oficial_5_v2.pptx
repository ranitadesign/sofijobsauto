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sldIdLst>
    <p:sldId id="256" r:id="rId3"/>
  </p:sldIdLst>
  <p:sldSz cx="7556500" cy="10693400"/>
  <p:notesSz cx="7559675" cy="10691813"/>
  <p:embeddedFontLst>
    <p:embeddedFont>
      <p:font typeface="Montserrat"/>
      <p:regular r:id="rId4"/>
      <p:bold r:id="rId4"/>
    </p:embeddedFont>
    <p:embeddedFont>
      <p:font typeface="Microsoft YaHei"/>
      <p:regular r:id="rId5"/>
    </p:embeddedFont>
    <p:embeddedFont>
      <p:font typeface="Montserrat Semi-Bold"/>
    </p:embeddedFont>
    <p:embeddedFont>
      <p:font typeface="Montserrat Medium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font" Target="fonts/Font_1_Montserrat_Regular.fntdata"/><Relationship Id="rId5" Type="http://schemas.openxmlformats.org/officeDocument/2006/relationships/font" Target="fonts/Font_2_Microsoft_YaHei_Regular.fntdata"/><Relationship Id="rId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44080" cy="583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06600" cy="583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2040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8216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2040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0FA0B60-AD18-47C0-9302-9FE20404982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6280" cy="112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16280" cy="4512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2040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8216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2040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8261B94-0BF3-419C-B178-1C175BFCDDA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59080" cy="134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59080" cy="148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2040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8216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2040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1C9BEAC-FA04-41A3-95B9-F074A3EC25A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6280" cy="112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25160" cy="4512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25160" cy="4512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2040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8216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6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2040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AC040A6-EE60-4A5C-87B3-2A66266845B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6280" cy="112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26960" cy="626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26960" cy="3938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28400" cy="626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28400" cy="3938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6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2040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7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8216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8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2040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8363A80-26C2-484C-8C8E-007F1B1FADE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6280" cy="112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2040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8216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2040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384FACC-10A8-4205-8619-42021B7BA03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2040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8216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2040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346273B-0CFF-4DE3-BA4D-F71EEF7322A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2994840" cy="1148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098320" cy="583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2994840" cy="467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2040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8216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2040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30B267F-257E-4159-A17E-A4D27496570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73080" cy="55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73080" cy="4101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73080" cy="791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2040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8216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6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2040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4DB2D17-C144-4B6C-828E-0B6BBEE948C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59080" cy="1456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2040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8216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2040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46AECAA-5322-4D4E-B613-80D0A10E50E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6280" cy="112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16280" cy="4512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2040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8216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20400" cy="35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5B0DA08-AA2E-4E35-B7D6-E05FFFF27AE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"/>
          <p:cNvSpPr/>
          <p:nvPr/>
        </p:nvSpPr>
        <p:spPr>
          <a:xfrm rot="5422800">
            <a:off x="74160" y="-87840"/>
            <a:ext cx="2898360" cy="3053880"/>
          </a:xfrm>
          <a:prstGeom prst="rtTriangle">
            <a:avLst/>
          </a:prstGeom>
          <a:solidFill>
            <a:srgbClr val="c050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60" name="Group 3"/>
          <p:cNvGrpSpPr/>
          <p:nvPr/>
        </p:nvGrpSpPr>
        <p:grpSpPr>
          <a:xfrm>
            <a:off x="560520" y="379800"/>
            <a:ext cx="1777320" cy="1777320"/>
            <a:chOff x="560520" y="379800"/>
            <a:chExt cx="1777320" cy="1777320"/>
          </a:xfrm>
        </p:grpSpPr>
        <p:sp>
          <p:nvSpPr>
            <p:cNvPr id="61" name="Freeform 4"/>
            <p:cNvSpPr/>
            <p:nvPr/>
          </p:nvSpPr>
          <p:spPr>
            <a:xfrm>
              <a:off x="560520" y="379800"/>
              <a:ext cx="1777320" cy="1777320"/>
            </a:xfrm>
            <a:custGeom>
              <a:avLst/>
              <a:gdLst>
                <a:gd name="textAreaLeft" fmla="*/ 0 w 1777320"/>
                <a:gd name="textAreaRight" fmla="*/ 1790640 w 1777320"/>
                <a:gd name="textAreaTop" fmla="*/ 0 h 1777320"/>
                <a:gd name="textAreaBottom" fmla="*/ 1790640 h 1777320"/>
              </a:gdLst>
              <a:ahLst/>
              <a:cxn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" name="TextBox 5"/>
            <p:cNvSpPr/>
            <p:nvPr/>
          </p:nvSpPr>
          <p:spPr>
            <a:xfrm>
              <a:off x="728640" y="484560"/>
              <a:ext cx="1441440" cy="1504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14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63" name="TextBox 19"/>
          <p:cNvSpPr/>
          <p:nvPr/>
        </p:nvSpPr>
        <p:spPr>
          <a:xfrm>
            <a:off x="437760" y="2386440"/>
            <a:ext cx="2293920" cy="88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2653"/>
              </a:lnSpc>
            </a:pPr>
            <a:r>
              <a:rPr lang="en-US" sz="2400" b="1" u="none" strike="noStrike">
                <a:solidFill>
                  <a:srgbClr val="c0504d"/>
                </a:solidFill>
                <a:effectLst/>
                <a:uFillTx/>
                <a:latin typeface="Montserrat"/>
                <a:ea typeface="Montserrat Medium"/>
              </a:rPr>
              <a:t>{{name}}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678"/>
              </a:lnSpc>
            </a:pPr>
            <a:r>
              <a:rPr lang="en-US" sz="900" b="0" u="none" strike="noStrike">
                <a:solidFill>
                  <a:srgbClr val="292d2d"/>
                </a:solidFill>
                <a:effectLst/>
                <a:uFillTx/>
                <a:latin typeface="Montserrat"/>
                <a:ea typeface="Montserrat"/>
              </a:rPr>
              <a:t>{{title}}</a:t>
            </a:r>
            <a:endParaRPr lang="es-A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2653"/>
              </a:lnSpc>
            </a:pPr>
            <a:endParaRPr lang="es-A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24"/>
          <p:cNvSpPr/>
          <p:nvPr/>
        </p:nvSpPr>
        <p:spPr>
          <a:xfrm>
            <a:off x="3096360" y="703440"/>
            <a:ext cx="4265640" cy="197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261"/>
              </a:lnSpc>
            </a:pPr>
            <a:r>
              <a:rPr lang="en-US" sz="1050" b="1" u="none" strike="noStrike">
                <a:solidFill>
                  <a:srgbClr val="292d2d"/>
                </a:solidFill>
                <a:effectLst/>
                <a:uFillTx/>
                <a:latin typeface="Montserrat"/>
                <a:ea typeface="Montserrat Medium"/>
              </a:rPr>
              <a:t>[[EXPERIENCE_BLOCK]]</a:t>
            </a:r>
            <a:endParaRPr lang="es-A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261"/>
              </a:lnSpc>
            </a:pPr>
            <a:r>
              <a:rPr lang="en-US" sz="800" b="1" u="none" strike="noStrike">
                <a:solidFill>
                  <a:srgbClr val="292d2d"/>
                </a:solidFill>
                <a:effectLst/>
                <a:uFillTx/>
                <a:latin typeface="Montserrat"/>
                <a:ea typeface="Montserrat Medium"/>
              </a:rPr>
              <a:t>{{exp_1_role}} </a:t>
            </a:r>
            <a:r>
              <a:rPr lang="en-US" sz="800" b="0" u="none" strike="noStrike">
                <a:solidFill>
                  <a:srgbClr val="292d2d"/>
                </a:solidFill>
                <a:effectLst/>
                <a:uFillTx/>
                <a:latin typeface="Montserrat"/>
                <a:ea typeface="Montserrat"/>
              </a:rPr>
              <a:t> {{exp_1_company}} {{exp_1_dates}}</a:t>
            </a: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268"/>
              </a:lnSpc>
            </a:pPr>
            <a:r>
              <a:rPr lang="es-AR" sz="800" b="0" u="none" strike="noStrike">
                <a:solidFill>
                  <a:srgbClr val="000000"/>
                </a:solidFill>
                <a:effectLst/>
                <a:uFillTx/>
                <a:latin typeface="Montserrat"/>
                <a:ea typeface="Montserrat"/>
              </a:rPr>
              <a:t>{{exp_1_bullets_block}}</a:t>
            </a: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1417"/>
              </a:lnSpc>
              <a:spcBef>
                <a:spcPts val="283"/>
              </a:spcBef>
              <a:spcAft>
                <a:spcPts val="283"/>
              </a:spcAft>
            </a:pP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1417"/>
              </a:lnSpc>
              <a:spcBef>
                <a:spcPts val="283"/>
              </a:spcBef>
              <a:spcAft>
                <a:spcPts val="283"/>
              </a:spcAft>
            </a:pPr>
            <a:r>
              <a:rPr lang="en-US" sz="800" b="1" u="none" strike="noStrike">
                <a:solidFill>
                  <a:srgbClr val="292d2d"/>
                </a:solidFill>
                <a:effectLst/>
                <a:uFillTx/>
                <a:latin typeface="Montserrat"/>
                <a:ea typeface="Montserrat Medium"/>
              </a:rPr>
              <a:t>{{exp_2_role}} </a:t>
            </a:r>
            <a:r>
              <a:rPr lang="en-US" sz="800" b="0" u="none" strike="noStrike">
                <a:solidFill>
                  <a:srgbClr val="292d2d"/>
                </a:solidFill>
                <a:effectLst/>
                <a:uFillTx/>
                <a:latin typeface="Montserrat"/>
                <a:ea typeface="Montserrat"/>
              </a:rPr>
              <a:t> {{exp_2_company}} {{exp_2_dates}}</a:t>
            </a: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268"/>
              </a:lnSpc>
            </a:pPr>
            <a:r>
              <a:rPr lang="es-AR" sz="800" b="0" u="none" strike="noStrike">
                <a:solidFill>
                  <a:srgbClr val="000000"/>
                </a:solidFill>
                <a:effectLst/>
                <a:uFillTx/>
                <a:latin typeface="Montserrat"/>
                <a:ea typeface="Montserrat"/>
              </a:rPr>
              <a:t>{{exp_2_bullets_block}}</a:t>
            </a: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268"/>
              </a:lnSpc>
            </a:pPr>
            <a:endParaRPr lang="es-A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268"/>
              </a:lnSpc>
            </a:pPr>
            <a:endParaRPr lang="es-A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Box 4"/>
          <p:cNvSpPr/>
          <p:nvPr/>
        </p:nvSpPr>
        <p:spPr>
          <a:xfrm>
            <a:off x="3106080" y="5760000"/>
            <a:ext cx="3901680" cy="38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1417"/>
              </a:lnSpc>
              <a:spcBef>
                <a:spcPts val="283"/>
              </a:spcBef>
              <a:spcAft>
                <a:spcPts val="283"/>
              </a:spcAft>
            </a:pPr>
            <a:endParaRPr lang="es-A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1417"/>
              </a:lnSpc>
            </a:pP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Box 3"/>
          <p:cNvSpPr/>
          <p:nvPr/>
        </p:nvSpPr>
        <p:spPr>
          <a:xfrm>
            <a:off x="3110400" y="5436720"/>
            <a:ext cx="4078800" cy="14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261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"/>
          <p:cNvSpPr/>
          <p:nvPr/>
        </p:nvSpPr>
        <p:spPr>
          <a:xfrm>
            <a:off x="378000" y="313200"/>
            <a:ext cx="17913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lang="es-AR" sz="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{{%photo}}</a:t>
            </a:r>
            <a:endParaRPr lang="es-A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AutoShape 8"/>
          <p:cNvSpPr/>
          <p:nvPr/>
        </p:nvSpPr>
        <p:spPr>
          <a:xfrm>
            <a:off x="326160" y="5357880"/>
            <a:ext cx="2251440" cy="360"/>
          </a:xfrm>
          <a:prstGeom prst="line">
            <a:avLst/>
          </a:prstGeom>
          <a:ln w="9525">
            <a:solidFill>
              <a:srgbClr val="c050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21"/>
          <p:cNvSpPr/>
          <p:nvPr/>
        </p:nvSpPr>
        <p:spPr>
          <a:xfrm>
            <a:off x="326160" y="5040000"/>
            <a:ext cx="13820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100"/>
              </a:lnSpc>
            </a:pPr>
            <a:r>
              <a:rPr lang="en-US" sz="1500" b="1" u="none" strike="noStrike">
                <a:solidFill>
                  <a:srgbClr val="292d2d"/>
                </a:solidFill>
                <a:effectLst/>
                <a:uFillTx/>
                <a:latin typeface="Montserrat"/>
                <a:ea typeface="Montserrat Semi-Bold"/>
              </a:rPr>
              <a:t>Sobre mi</a:t>
            </a:r>
            <a:endParaRPr lang="es-A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22"/>
          <p:cNvSpPr/>
          <p:nvPr/>
        </p:nvSpPr>
        <p:spPr>
          <a:xfrm>
            <a:off x="326160" y="5463360"/>
            <a:ext cx="2238120" cy="234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1423"/>
              </a:lnSpc>
            </a:pPr>
            <a:r>
              <a:rPr lang="en-US" sz="800" b="0" u="none" spc="11" strike="noStrike">
                <a:solidFill>
                  <a:srgbClr val="292d2d"/>
                </a:solidFill>
                <a:effectLst/>
                <a:uFillTx/>
                <a:latin typeface="Montserrat"/>
                <a:ea typeface="Montserrat"/>
              </a:rPr>
              <a:t>{{about}}</a:t>
            </a:r>
            <a:br>
              <a:rPr sz="800"/>
            </a:b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1423"/>
              </a:lnSpc>
            </a:pP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1423"/>
              </a:lnSpc>
            </a:pP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1423"/>
              </a:lnSpc>
            </a:pP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1423"/>
              </a:lnSpc>
            </a:pP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1423"/>
              </a:lnSpc>
            </a:pP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1423"/>
              </a:lnSpc>
            </a:pP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1423"/>
              </a:lnSpc>
            </a:pP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1423"/>
              </a:lnSpc>
            </a:pP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1423"/>
              </a:lnSpc>
            </a:pP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1423"/>
              </a:lnSpc>
            </a:pP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1423"/>
              </a:lnSpc>
            </a:pP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AutoShape 9"/>
          <p:cNvSpPr/>
          <p:nvPr/>
        </p:nvSpPr>
        <p:spPr>
          <a:xfrm>
            <a:off x="3109680" y="552600"/>
            <a:ext cx="3948480" cy="360"/>
          </a:xfrm>
          <a:prstGeom prst="line">
            <a:avLst/>
          </a:prstGeom>
          <a:ln w="9525">
            <a:solidFill>
              <a:srgbClr val="c050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25"/>
          <p:cNvSpPr/>
          <p:nvPr/>
        </p:nvSpPr>
        <p:spPr>
          <a:xfrm>
            <a:off x="3110040" y="227520"/>
            <a:ext cx="259632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100"/>
              </a:lnSpc>
            </a:pPr>
            <a:r>
              <a:rPr lang="en-US" sz="1500" b="1" u="none" strike="noStrike">
                <a:solidFill>
                  <a:srgbClr val="292d2d"/>
                </a:solidFill>
                <a:effectLst/>
                <a:uFillTx/>
                <a:latin typeface="Montserrat"/>
                <a:ea typeface="Montserrat Semi-Bold"/>
              </a:rPr>
              <a:t>Experiencia laboral</a:t>
            </a:r>
            <a:endParaRPr lang="es-A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"/>
          <p:cNvSpPr/>
          <p:nvPr/>
        </p:nvSpPr>
        <p:spPr>
          <a:xfrm>
            <a:off x="223560" y="3744360"/>
            <a:ext cx="2653200" cy="66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s-AR" sz="600" b="1" u="none" strike="noStrike">
                <a:solidFill>
                  <a:srgbClr val="292d2d"/>
                </a:solidFill>
                <a:effectLst/>
                <a:uFillTx/>
                <a:latin typeface="Montserrat"/>
              </a:rPr>
              <a:t>{{#sidebar_contact}}</a:t>
            </a:r>
            <a:endParaRPr lang="es-AR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AR" sz="1500" b="1" u="none" strike="noStrike">
                <a:solidFill>
                  <a:srgbClr val="292d2d"/>
                </a:solidFill>
                <a:effectLst/>
                <a:uFillTx/>
                <a:latin typeface="Montserrat"/>
              </a:rPr>
              <a:t>{{title}}</a:t>
            </a:r>
            <a:endParaRPr lang="es-A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261"/>
              </a:lnSpc>
            </a:pPr>
            <a:r>
              <a:rPr lang="es-AR" sz="900" b="0" u="none" spc="-300" strike="noStrike">
                <a:solidFill>
                  <a:srgbClr val="c0504d"/>
                </a:solidFill>
                <a:effectLst/>
                <a:uFillTx/>
                <a:latin typeface="Montserrat"/>
                <a:ea typeface="Montserrat"/>
              </a:rPr>
              <a:t>{{line}}</a:t>
            </a:r>
            <a:endParaRPr lang="es-A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s-AR" sz="600" b="1" u="none" strike="noStrike">
                <a:solidFill>
                  <a:srgbClr val="000000"/>
                </a:solidFill>
                <a:effectLst/>
                <a:uFillTx/>
                <a:latin typeface="Montserrat"/>
                <a:ea typeface="Montserrat"/>
              </a:rPr>
              <a:t>{{/sidebar_contact}}</a:t>
            </a:r>
            <a:endParaRPr lang="es-AR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"/>
          <p:cNvSpPr/>
          <p:nvPr/>
        </p:nvSpPr>
        <p:spPr>
          <a:xfrm>
            <a:off x="216360" y="4140360"/>
            <a:ext cx="2482200" cy="54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s-AR" sz="800" b="0" u="none" strike="noStrike">
                <a:solidFill>
                  <a:srgbClr val="292d2d"/>
                </a:solidFill>
                <a:effectLst/>
                <a:uFillTx/>
                <a:latin typeface="Montserrat"/>
              </a:rPr>
              <a:t>{{#contact_rows}}</a:t>
            </a: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701"/>
              </a:lnSpc>
            </a:pPr>
            <a:r>
              <a:rPr lang="es-AR" sz="800" b="0" u="none" strike="noStrike">
                <a:solidFill>
                  <a:srgbClr val="292d2d"/>
                </a:solidFill>
                <a:effectLst/>
                <a:uFillTx/>
                <a:latin typeface="Montserrat"/>
              </a:rPr>
              <a:t>{{text}}</a:t>
            </a: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AR" sz="800" b="0" u="none" strike="noStrike">
                <a:solidFill>
                  <a:srgbClr val="292d2d"/>
                </a:solidFill>
                <a:effectLst/>
                <a:uFillTx/>
                <a:latin typeface="Montserrat"/>
              </a:rPr>
              <a:t>{{/contact_rows}}</a:t>
            </a: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AutoShape 10"/>
          <p:cNvSpPr/>
          <p:nvPr/>
        </p:nvSpPr>
        <p:spPr>
          <a:xfrm>
            <a:off x="333720" y="7985160"/>
            <a:ext cx="2251440" cy="360"/>
          </a:xfrm>
          <a:prstGeom prst="line">
            <a:avLst/>
          </a:prstGeom>
          <a:ln w="9525">
            <a:solidFill>
              <a:srgbClr val="c050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Box 32"/>
          <p:cNvSpPr/>
          <p:nvPr/>
        </p:nvSpPr>
        <p:spPr>
          <a:xfrm>
            <a:off x="319320" y="7666560"/>
            <a:ext cx="171432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100"/>
              </a:lnSpc>
            </a:pPr>
            <a:r>
              <a:rPr lang="en-US" sz="1500" b="1" u="none" strike="noStrike">
                <a:solidFill>
                  <a:srgbClr val="292d2d"/>
                </a:solidFill>
                <a:effectLst/>
                <a:uFillTx/>
                <a:latin typeface="Montserrat"/>
                <a:ea typeface="Montserrat Semi-Bold"/>
              </a:rPr>
              <a:t>Competencias</a:t>
            </a:r>
            <a:endParaRPr lang="es-A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Box 33"/>
          <p:cNvSpPr/>
          <p:nvPr/>
        </p:nvSpPr>
        <p:spPr>
          <a:xfrm>
            <a:off x="318600" y="7999200"/>
            <a:ext cx="2253960" cy="12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26000" indent="-54000" defTabSz="914400">
              <a:lnSpc>
                <a:spcPts val="1701"/>
              </a:lnSpc>
              <a:buClr>
                <a:srgbClr val="000000"/>
              </a:buClr>
              <a:buSzPct val="25000"/>
              <a:buFont typeface="Wingdings" charset="2"/>
              <a:buChar char=""/>
            </a:pPr>
            <a:r>
              <a:rPr lang="en-US" sz="800" b="0" u="none" spc="11" strike="noStrike">
                <a:solidFill>
                  <a:srgbClr val="292d2d"/>
                </a:solidFill>
                <a:effectLst/>
                <a:uFillTx/>
                <a:latin typeface="Montserrat"/>
                <a:ea typeface="Montserrat Medium"/>
              </a:rPr>
              <a:t>{{skill_1}}</a:t>
            </a: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0" indent="-54000" defTabSz="914400">
              <a:lnSpc>
                <a:spcPts val="1701"/>
              </a:lnSpc>
              <a:buClr>
                <a:srgbClr val="000000"/>
              </a:buClr>
              <a:buSzPct val="25000"/>
              <a:buFont typeface="Wingdings" charset="2"/>
              <a:buChar char=""/>
            </a:pPr>
            <a:r>
              <a:rPr lang="en-US" sz="800" b="0" u="none" spc="11" strike="noStrike">
                <a:solidFill>
                  <a:srgbClr val="292d2d"/>
                </a:solidFill>
                <a:effectLst/>
                <a:uFillTx/>
                <a:latin typeface="Montserrat"/>
                <a:ea typeface="Montserrat Medium"/>
              </a:rPr>
              <a:t>{{skill_2}}</a:t>
            </a: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0" indent="-54000" defTabSz="914400">
              <a:lnSpc>
                <a:spcPts val="1701"/>
              </a:lnSpc>
              <a:buClr>
                <a:srgbClr val="000000"/>
              </a:buClr>
              <a:buSzPct val="25000"/>
              <a:buFont typeface="Wingdings" charset="2"/>
              <a:buChar char=""/>
            </a:pPr>
            <a:r>
              <a:rPr lang="en-US" sz="800" b="0" u="none" spc="11" strike="noStrike">
                <a:solidFill>
                  <a:srgbClr val="292d2d"/>
                </a:solidFill>
                <a:effectLst/>
                <a:uFillTx/>
                <a:latin typeface="Montserrat"/>
                <a:ea typeface="Montserrat Medium"/>
              </a:rPr>
              <a:t>{{skill_3}}</a:t>
            </a: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0" indent="-54000" defTabSz="914400">
              <a:lnSpc>
                <a:spcPts val="1701"/>
              </a:lnSpc>
              <a:buClr>
                <a:srgbClr val="000000"/>
              </a:buClr>
              <a:buSzPct val="25000"/>
              <a:buFont typeface="Wingdings" charset="2"/>
              <a:buChar char=""/>
            </a:pPr>
            <a:r>
              <a:rPr lang="en-US" sz="800" b="0" u="none" spc="11" strike="noStrike">
                <a:solidFill>
                  <a:srgbClr val="292d2d"/>
                </a:solidFill>
                <a:effectLst/>
                <a:uFillTx/>
                <a:latin typeface="Montserrat"/>
                <a:ea typeface="Montserrat Medium"/>
              </a:rPr>
              <a:t>{{skill_4}}</a:t>
            </a: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0" indent="-54000" defTabSz="914400">
              <a:lnSpc>
                <a:spcPts val="1701"/>
              </a:lnSpc>
              <a:buClr>
                <a:srgbClr val="000000"/>
              </a:buClr>
              <a:buSzPct val="25000"/>
              <a:buFont typeface="Wingdings" charset="2"/>
              <a:buChar char=""/>
            </a:pPr>
            <a:r>
              <a:rPr lang="en-US" sz="800" b="0" u="none" spc="11" strike="noStrike">
                <a:solidFill>
                  <a:srgbClr val="292d2d"/>
                </a:solidFill>
                <a:effectLst/>
                <a:uFillTx/>
                <a:latin typeface="Montserrat"/>
                <a:ea typeface="Montserrat Medium"/>
              </a:rPr>
              <a:t>{{skill_5}}</a:t>
            </a: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0" indent="-54000" defTabSz="914400">
              <a:lnSpc>
                <a:spcPts val="1701"/>
              </a:lnSpc>
              <a:buClr>
                <a:srgbClr val="000000"/>
              </a:buClr>
              <a:buSzPct val="25000"/>
              <a:buFont typeface="Wingdings" charset="2"/>
              <a:buChar char=""/>
            </a:pPr>
            <a:r>
              <a:rPr lang="en-US" sz="800" b="0" u="none" spc="11" strike="noStrike">
                <a:solidFill>
                  <a:srgbClr val="292d2d"/>
                </a:solidFill>
                <a:effectLst/>
                <a:uFillTx/>
                <a:latin typeface="Montserrat"/>
                <a:ea typeface="Montserrat Medium"/>
              </a:rPr>
              <a:t>{{skill_6}}</a:t>
            </a: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AutoShape 42"/>
          <p:cNvSpPr/>
          <p:nvPr/>
        </p:nvSpPr>
        <p:spPr>
          <a:xfrm>
            <a:off x="340920" y="9792360"/>
            <a:ext cx="2251440" cy="360"/>
          </a:xfrm>
          <a:prstGeom prst="line">
            <a:avLst/>
          </a:prstGeom>
          <a:ln w="9525">
            <a:solidFill>
              <a:srgbClr val="c050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Box 43"/>
          <p:cNvSpPr/>
          <p:nvPr/>
        </p:nvSpPr>
        <p:spPr>
          <a:xfrm>
            <a:off x="326160" y="9473400"/>
            <a:ext cx="171432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100"/>
              </a:lnSpc>
            </a:pPr>
            <a:r>
              <a:rPr lang="en-US" sz="1500" b="1" u="none" strike="noStrike">
                <a:solidFill>
                  <a:srgbClr val="292d2d"/>
                </a:solidFill>
                <a:effectLst/>
                <a:uFillTx/>
                <a:latin typeface="Montserrat"/>
                <a:ea typeface="Montserrat Semi-Bold"/>
              </a:rPr>
              <a:t>Informática</a:t>
            </a:r>
            <a:endParaRPr lang="es-A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Box 44"/>
          <p:cNvSpPr/>
          <p:nvPr/>
        </p:nvSpPr>
        <p:spPr>
          <a:xfrm>
            <a:off x="360000" y="9807120"/>
            <a:ext cx="2253960" cy="63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90000" indent="-90000" defTabSz="914400">
              <a:lnSpc>
                <a:spcPts val="1247"/>
              </a:lnSpc>
              <a:buClr>
                <a:srgbClr val="000000"/>
              </a:buClr>
              <a:buSzPct val="25000"/>
              <a:buFont typeface="Wingdings" charset="2"/>
              <a:buChar char=""/>
            </a:pPr>
            <a:r>
              <a:rPr lang="en-US" sz="800" b="0" u="none" spc="11" strike="noStrike">
                <a:solidFill>
                  <a:srgbClr val="292d2d"/>
                </a:solidFill>
                <a:effectLst/>
                <a:uFillTx/>
                <a:latin typeface="Montserrat"/>
                <a:ea typeface="Montserrat Medium"/>
              </a:rPr>
              <a:t>{{it_1}} </a:t>
            </a: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0000" indent="-90000" defTabSz="914400">
              <a:lnSpc>
                <a:spcPts val="1247"/>
              </a:lnSpc>
              <a:buClr>
                <a:srgbClr val="000000"/>
              </a:buClr>
              <a:buSzPct val="25000"/>
              <a:buFont typeface="Wingdings" charset="2"/>
              <a:buChar char=""/>
            </a:pPr>
            <a:r>
              <a:rPr lang="es-AR" sz="800" b="0" u="none" strike="noStrike">
                <a:solidFill>
                  <a:srgbClr val="000000"/>
                </a:solidFill>
                <a:effectLst/>
                <a:uFillTx/>
                <a:latin typeface="Montserrat"/>
                <a:ea typeface="Montserrat Medium"/>
              </a:rPr>
              <a:t>{{it_2}} </a:t>
            </a: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0000" indent="-90000" defTabSz="914400">
              <a:lnSpc>
                <a:spcPts val="1247"/>
              </a:lnSpc>
              <a:buClr>
                <a:srgbClr val="000000"/>
              </a:buClr>
              <a:buSzPct val="25000"/>
              <a:buFont typeface="Wingdings" charset="2"/>
              <a:buChar char=""/>
            </a:pPr>
            <a:r>
              <a:rPr lang="es-AR" sz="800" b="0" u="none" strike="noStrike">
                <a:solidFill>
                  <a:srgbClr val="000000"/>
                </a:solidFill>
                <a:effectLst/>
                <a:uFillTx/>
                <a:latin typeface="Montserrat"/>
                <a:ea typeface="Microsoft YaHei"/>
              </a:rPr>
              <a:t>{{it_3}} </a:t>
            </a: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0000" indent="-90000" defTabSz="914400">
              <a:lnSpc>
                <a:spcPts val="1247"/>
              </a:lnSpc>
              <a:buClr>
                <a:srgbClr val="000000"/>
              </a:buClr>
              <a:buSzPct val="25000"/>
              <a:buFont typeface="Wingdings" charset="2"/>
              <a:buChar char=""/>
            </a:pPr>
            <a:r>
              <a:rPr lang="es-AR" sz="800" b="0" u="none" strike="noStrike">
                <a:solidFill>
                  <a:srgbClr val="000000"/>
                </a:solidFill>
                <a:effectLst/>
                <a:uFillTx/>
                <a:latin typeface="Montserrat"/>
                <a:ea typeface="Microsoft YaHei"/>
              </a:rPr>
              <a:t>{{it_4}} </a:t>
            </a: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"/>
          <p:cNvSpPr/>
          <p:nvPr/>
        </p:nvSpPr>
        <p:spPr>
          <a:xfrm>
            <a:off x="3081960" y="7317360"/>
            <a:ext cx="4156920" cy="238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s-AR" sz="900" b="0" u="none" strike="noStrike">
                <a:solidFill>
                  <a:srgbClr val="292d2d"/>
                </a:solidFill>
                <a:effectLst/>
                <a:uFillTx/>
                <a:latin typeface="Montserrat"/>
                <a:ea typeface="Montserrat"/>
              </a:rPr>
              <a:t> [[SIDEBAR_BLOCK]]</a:t>
            </a:r>
            <a:endParaRPr lang="es-A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AR" sz="900" b="0" u="none" strike="noStrike">
                <a:solidFill>
                  <a:srgbClr val="292d2d"/>
                </a:solidFill>
                <a:effectLst/>
                <a:uFillTx/>
                <a:latin typeface="Montserrat"/>
                <a:ea typeface="Montserrat"/>
              </a:rPr>
              <a:t>{{#sidebar_sections_eduycursos}}</a:t>
            </a:r>
            <a:endParaRPr lang="es-A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s-A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AR" sz="1500" b="1" u="none" strike="noStrike">
                <a:solidFill>
                  <a:srgbClr val="292d2d"/>
                </a:solidFill>
                <a:effectLst/>
                <a:uFillTx/>
                <a:latin typeface="Montserrat"/>
                <a:ea typeface="Montserrat"/>
              </a:rPr>
              <a:t>{{title}}</a:t>
            </a:r>
            <a:endParaRPr lang="es-A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AR" sz="900" b="0" u="none" spc="-300" strike="noStrike">
                <a:solidFill>
                  <a:srgbClr val="c0504d"/>
                </a:solidFill>
                <a:effectLst/>
                <a:uFillTx/>
                <a:latin typeface="Montserrat"/>
                <a:ea typeface="Montserrat"/>
              </a:rPr>
              <a:t>{{line}}</a:t>
            </a:r>
            <a:endParaRPr lang="es-A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AR" sz="800" b="0" u="none" strike="noStrike">
                <a:solidFill>
                  <a:srgbClr val="292d2d"/>
                </a:solidFill>
                <a:effectLst/>
                <a:uFillTx/>
                <a:latin typeface="Montserrat"/>
                <a:ea typeface="Montserrat"/>
              </a:rPr>
              <a:t>{{body}}</a:t>
            </a:r>
            <a:endParaRPr lang="es-A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s-A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AR" sz="900" b="0" u="none" strike="noStrike">
                <a:solidFill>
                  <a:srgbClr val="292d2d"/>
                </a:solidFill>
                <a:effectLst/>
                <a:uFillTx/>
                <a:latin typeface="Montserrat"/>
                <a:ea typeface="Montserrat"/>
              </a:rPr>
              <a:t>{{/sidebar_sections_eduycursos}}</a:t>
            </a:r>
            <a:endParaRPr lang="es-A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</TotalTime>
  <Application>LibreOffice/25.8.4.2$Windows_X86_64 LibreOffice_project/290daaa01b999472f0c7a3890eb6a550fd74c6df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identifier>DAG7rZJGnrs</dc:identifier>
  <dc:language>es-AR</dc:language>
  <cp:lastModifiedBy/>
  <dcterms:modified xsi:type="dcterms:W3CDTF">2026-03-09T19:54:49Z</dcterms:modified>
  <cp:revision>40</cp:revision>
  <dc:subject/>
  <dc:title>Plantillas originales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