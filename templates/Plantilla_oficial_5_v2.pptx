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7556500" cy="10693400"/>
  <p:notesSz cx="7559675" cy="10691813"/>
  <p:embeddedFontLst>
    <p:embeddedFont>
      <p:font typeface="Montserrat"/>
      <p:regular r:id="rId4"/>
    </p:embeddedFont>
    <p:embeddedFont>
      <p:font typeface="Microsoft YaHei"/>
    </p:embeddedFont>
    <p:embeddedFont>
      <p:font typeface="Montserrat Semi-Bold"/>
    </p:embeddedFont>
    <p:embeddedFont>
      <p:font typeface="Montserrat Medium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1D440F-3646-4908-83E0-A44E775CA19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32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32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76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76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AE9C1A-7D15-4B60-9053-47E4CC726A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B1E1DA-6A86-472E-9C9F-348F351763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E9F22B-7A77-4254-A836-6DD935A656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200" cy="114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68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200" cy="467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EF98CD-1CCE-4DA1-9B40-C5D4BB543D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440" cy="55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440" cy="410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440" cy="79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ED49E11-91E6-4A60-952A-F80100FB02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440" cy="14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50F29D-8FF4-4149-BFA5-2E356FC962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8D63F0-FC62-49D7-858C-4F4EAD6817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44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96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7F909D-3E13-4A8E-9799-CAE2CEDBFE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2D4BFF-501E-4217-9387-5AAEB22CEA7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440" cy="134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440" cy="14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3D7334-1F2F-4047-B37B-5DDF280772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5422800">
            <a:off x="73800" y="-87840"/>
            <a:ext cx="2898720" cy="3054240"/>
          </a:xfrm>
          <a:prstGeom prst="rtTriangle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560520" y="379800"/>
            <a:ext cx="1777680" cy="1777680"/>
            <a:chOff x="560520" y="379800"/>
            <a:chExt cx="1777680" cy="1777680"/>
          </a:xfrm>
        </p:grpSpPr>
        <p:sp>
          <p:nvSpPr>
            <p:cNvPr id="61" name="Freeform 4"/>
            <p:cNvSpPr/>
            <p:nvPr/>
          </p:nvSpPr>
          <p:spPr>
            <a:xfrm>
              <a:off x="560520" y="379800"/>
              <a:ext cx="1777680" cy="1777680"/>
            </a:xfrm>
            <a:custGeom>
              <a:avLst/>
              <a:gdLst>
                <a:gd name="textAreaLeft" fmla="*/ 0 w 1777680"/>
                <a:gd name="textAreaRight" fmla="*/ 1790640 w 1777680"/>
                <a:gd name="textAreaTop" fmla="*/ 0 h 1777680"/>
                <a:gd name="textAreaBottom" fmla="*/ 1790640 h 177768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5"/>
            <p:cNvSpPr/>
            <p:nvPr/>
          </p:nvSpPr>
          <p:spPr>
            <a:xfrm>
              <a:off x="728640" y="484560"/>
              <a:ext cx="1441800" cy="150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400"/>
                </a:lnSpc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TextBox 19"/>
          <p:cNvSpPr/>
          <p:nvPr/>
        </p:nvSpPr>
        <p:spPr>
          <a:xfrm>
            <a:off x="437760" y="2386440"/>
            <a:ext cx="2294280" cy="88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653"/>
              </a:lnSpc>
            </a:pPr>
            <a:r>
              <a:rPr lang="en-US" sz="24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Medium"/>
              </a:rPr>
              <a:t>{{name}}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678"/>
              </a:lnSpc>
            </a:pP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653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4"/>
          <p:cNvSpPr/>
          <p:nvPr/>
        </p:nvSpPr>
        <p:spPr>
          <a:xfrm>
            <a:off x="3096360" y="703440"/>
            <a:ext cx="4266000" cy="21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r>
              <a:rPr lang="en-US" sz="105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[[EXPERIENCE_BLOCK]]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8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{{exp_1_role}}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{{exp_1_company}} {{exp_1_dates}}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{{exp_1_bullets_block}}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8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{{exp_2_role}}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{{exp_2_company}} {{exp_2_dates}}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{{exp_2_bullets_block}}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4"/>
          <p:cNvSpPr/>
          <p:nvPr/>
        </p:nvSpPr>
        <p:spPr>
          <a:xfrm>
            <a:off x="3106080" y="5760000"/>
            <a:ext cx="390204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3"/>
          <p:cNvSpPr/>
          <p:nvPr/>
        </p:nvSpPr>
        <p:spPr>
          <a:xfrm>
            <a:off x="3110400" y="5436720"/>
            <a:ext cx="4079160" cy="1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378000" y="313200"/>
            <a:ext cx="1791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AutoShape 8"/>
          <p:cNvSpPr/>
          <p:nvPr/>
        </p:nvSpPr>
        <p:spPr>
          <a:xfrm>
            <a:off x="326160" y="535788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1"/>
          <p:cNvSpPr/>
          <p:nvPr/>
        </p:nvSpPr>
        <p:spPr>
          <a:xfrm>
            <a:off x="326160" y="5040000"/>
            <a:ext cx="13824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Sobre mi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2"/>
          <p:cNvSpPr/>
          <p:nvPr/>
        </p:nvSpPr>
        <p:spPr>
          <a:xfrm>
            <a:off x="326160" y="5463360"/>
            <a:ext cx="2238480" cy="23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23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br>
              <a:rPr sz="800"/>
            </a:b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AutoShape 9"/>
          <p:cNvSpPr/>
          <p:nvPr/>
        </p:nvSpPr>
        <p:spPr>
          <a:xfrm>
            <a:off x="3109680" y="55260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5"/>
          <p:cNvSpPr/>
          <p:nvPr/>
        </p:nvSpPr>
        <p:spPr>
          <a:xfrm>
            <a:off x="3110040" y="227520"/>
            <a:ext cx="2596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Experiencia laboral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223560" y="3744360"/>
            <a:ext cx="2653560" cy="6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6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600" b="1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{{/sidebar_contact}}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16360" y="4140360"/>
            <a:ext cx="248256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701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{{text}}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{{/contact_rows}}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AutoShape 10"/>
          <p:cNvSpPr/>
          <p:nvPr/>
        </p:nvSpPr>
        <p:spPr>
          <a:xfrm>
            <a:off x="333720" y="798516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2"/>
          <p:cNvSpPr/>
          <p:nvPr/>
        </p:nvSpPr>
        <p:spPr>
          <a:xfrm>
            <a:off x="319320" y="7666560"/>
            <a:ext cx="1714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Competencias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3"/>
          <p:cNvSpPr/>
          <p:nvPr/>
        </p:nvSpPr>
        <p:spPr>
          <a:xfrm>
            <a:off x="318600" y="7999200"/>
            <a:ext cx="225432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{{skill_5}}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{{skill_6}}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AutoShape 42"/>
          <p:cNvSpPr/>
          <p:nvPr/>
        </p:nvSpPr>
        <p:spPr>
          <a:xfrm>
            <a:off x="340920" y="979236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43"/>
          <p:cNvSpPr/>
          <p:nvPr/>
        </p:nvSpPr>
        <p:spPr>
          <a:xfrm>
            <a:off x="326160" y="9473400"/>
            <a:ext cx="1714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Informática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44"/>
          <p:cNvSpPr/>
          <p:nvPr/>
        </p:nvSpPr>
        <p:spPr>
          <a:xfrm>
            <a:off x="360000" y="9807120"/>
            <a:ext cx="225432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{{it_1}}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 Medium"/>
              </a:rPr>
              <a:t>{{it_2}}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{{it_3}}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{{it_4}}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3081960" y="7317360"/>
            <a:ext cx="4157280" cy="2388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[[SIDEBAR_BLOCK]]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{{#sidebar_sections_eduycursos}}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{{body}}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{{/sidebar_sections_eduycursos}}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DAG7rZJGnrs</dc:identifier>
  <dc:language>es-AR</dc:language>
  <cp:lastModifiedBy/>
  <dcterms:modified xsi:type="dcterms:W3CDTF">2026-03-05T13:53:52Z</dcterms:modified>
  <cp:revision>39</cp:revision>
  <dc:subject/>
  <dc:title>Plantillas originales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