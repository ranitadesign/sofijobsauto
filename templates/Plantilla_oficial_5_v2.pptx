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7556500" cy="10693400"/>
  <p:notesSz cx="7559675" cy="10691813"/>
  <p:embeddedFontLst>
    <p:embeddedFont>
      <p:font typeface="Montserrat"/>
      <p:regular r:id="rId4"/>
      <p:bold r:id="rId4"/>
    </p:embeddedFont>
    <p:embeddedFont>
      <p:font typeface="Microsoft YaHei"/>
      <p:regular r:id="rId5"/>
    </p:embeddedFont>
    <p:embeddedFont>
      <p:font typeface="Montserrat Semi-Bold"/>
    </p:embeddedFont>
    <p:embeddedFont>
      <p:font typeface="Montserrat Medium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EF5EB6D-5E4D-4F27-8270-A4528EB370F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560" cy="114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040" cy="584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560" cy="467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0F49C76-65AF-447D-ACB5-969C9E6400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800" cy="55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800" cy="410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800" cy="79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7D2C12-BC01-4582-A989-C8507555B78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800" cy="14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E0D34AE-0AB4-4BD1-86A1-9CA2D1BA595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00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64D568-64A0-4610-ADBD-020795A5869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800" cy="583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7320" cy="583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9DE278-4C49-401B-A5D7-937DCB9A0A4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00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C6A84F6-83D2-4B41-9A90-232CD70611E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800" cy="134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800" cy="1487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747DEA-A322-4949-AA6B-7FF3559FEF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88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88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A0F3899-C2B5-42E0-B4DA-28C848A8C3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7680" cy="62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7680" cy="39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120" cy="62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120" cy="39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454350-BCB7-41E1-B498-E77F8A7CB50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E715B23-D91A-4BEC-9762-16D20005E00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5422800">
            <a:off x="73440" y="-87840"/>
            <a:ext cx="2899080" cy="3054600"/>
          </a:xfrm>
          <a:prstGeom prst="rtTriangle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560520" y="379800"/>
            <a:ext cx="1778040" cy="1778040"/>
            <a:chOff x="560520" y="379800"/>
            <a:chExt cx="1778040" cy="1778040"/>
          </a:xfrm>
        </p:grpSpPr>
        <p:sp>
          <p:nvSpPr>
            <p:cNvPr id="61" name="Freeform 4"/>
            <p:cNvSpPr/>
            <p:nvPr/>
          </p:nvSpPr>
          <p:spPr>
            <a:xfrm>
              <a:off x="560520" y="379800"/>
              <a:ext cx="1778040" cy="1778040"/>
            </a:xfrm>
            <a:custGeom>
              <a:avLst/>
              <a:gdLst>
                <a:gd name="textAreaLeft" fmla="*/ 0 w 1778040"/>
                <a:gd name="textAreaRight" fmla="*/ 1790640 w 1778040"/>
                <a:gd name="textAreaTop" fmla="*/ 0 h 1778040"/>
                <a:gd name="textAreaBottom" fmla="*/ 1790640 h 177804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TextBox 5"/>
            <p:cNvSpPr/>
            <p:nvPr/>
          </p:nvSpPr>
          <p:spPr>
            <a:xfrm>
              <a:off x="728640" y="484560"/>
              <a:ext cx="1442160" cy="1505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1400"/>
                </a:lnSpc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3" name="TextBox 19"/>
          <p:cNvSpPr/>
          <p:nvPr/>
        </p:nvSpPr>
        <p:spPr>
          <a:xfrm>
            <a:off x="437760" y="2386440"/>
            <a:ext cx="2294640" cy="88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653"/>
              </a:lnSpc>
            </a:pPr>
            <a:r>
              <a:rPr lang="en-US" sz="24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Medium"/>
              </a:rPr>
              <a:t>{{name}}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678"/>
              </a:lnSpc>
            </a:pP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{{title}}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653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4"/>
          <p:cNvSpPr/>
          <p:nvPr/>
        </p:nvSpPr>
        <p:spPr>
          <a:xfrm>
            <a:off x="3096360" y="703440"/>
            <a:ext cx="4266360" cy="545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r>
              <a:rPr lang="en-US" sz="8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{{exp_1_role}}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{{exp_1_company}} {{exp_1_dates}}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{{exp_1_bullets_block}}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8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{{exp_2_role}}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{{exp_2_company}} {{exp_2_dates}}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{{exp_2_bullets_block}}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{{#sidebar_sections_eduycursos}}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{{title}}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900" b="0" u="none" spc="-300" strike="noStrike">
                <a:solidFill>
                  <a:srgbClr val="c0504d"/>
                </a:solidFill>
                <a:effectLst/>
                <a:uFillTx/>
                <a:latin typeface="Montserrat"/>
                <a:ea typeface="Montserrat"/>
              </a:rPr>
              <a:t>{{line}}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{{body}}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{{/sidebar_sections_eduycursos}}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4"/>
          <p:cNvSpPr/>
          <p:nvPr/>
        </p:nvSpPr>
        <p:spPr>
          <a:xfrm>
            <a:off x="3106080" y="5760000"/>
            <a:ext cx="3902400" cy="38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3"/>
          <p:cNvSpPr/>
          <p:nvPr/>
        </p:nvSpPr>
        <p:spPr>
          <a:xfrm>
            <a:off x="3110400" y="5436720"/>
            <a:ext cx="407952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378000" y="313200"/>
            <a:ext cx="1792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s-AR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AutoShape 8"/>
          <p:cNvSpPr/>
          <p:nvPr/>
        </p:nvSpPr>
        <p:spPr>
          <a:xfrm>
            <a:off x="326160" y="535788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1"/>
          <p:cNvSpPr/>
          <p:nvPr/>
        </p:nvSpPr>
        <p:spPr>
          <a:xfrm>
            <a:off x="326160" y="5040000"/>
            <a:ext cx="13827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Sobre mi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2"/>
          <p:cNvSpPr/>
          <p:nvPr/>
        </p:nvSpPr>
        <p:spPr>
          <a:xfrm>
            <a:off x="326160" y="5463360"/>
            <a:ext cx="2238840" cy="23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23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br>
              <a:rPr sz="800"/>
            </a:b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AutoShape 9"/>
          <p:cNvSpPr/>
          <p:nvPr/>
        </p:nvSpPr>
        <p:spPr>
          <a:xfrm>
            <a:off x="3109680" y="55260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5"/>
          <p:cNvSpPr/>
          <p:nvPr/>
        </p:nvSpPr>
        <p:spPr>
          <a:xfrm>
            <a:off x="3110040" y="227520"/>
            <a:ext cx="25970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Experiencia laboral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223560" y="3744360"/>
            <a:ext cx="2653920" cy="66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600" b="1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{{#sidebar_contact}}</a:t>
            </a:r>
            <a:endParaRPr lang="es-AR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500" b="1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{{title}}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900" b="0" u="none" spc="-300" strike="noStrike">
                <a:solidFill>
                  <a:srgbClr val="c0504d"/>
                </a:solidFill>
                <a:effectLst/>
                <a:uFillTx/>
                <a:latin typeface="Montserrat"/>
                <a:ea typeface="Montserrat"/>
              </a:rPr>
              <a:t>{{line}}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600" b="1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{{/sidebar_contact}}</a:t>
            </a:r>
            <a:endParaRPr lang="es-AR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216360" y="4140360"/>
            <a:ext cx="248292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{{#contact_rows}}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701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{{text}}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{{/contact_rows}}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AutoShape 10"/>
          <p:cNvSpPr/>
          <p:nvPr/>
        </p:nvSpPr>
        <p:spPr>
          <a:xfrm>
            <a:off x="333720" y="798516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2"/>
          <p:cNvSpPr/>
          <p:nvPr/>
        </p:nvSpPr>
        <p:spPr>
          <a:xfrm>
            <a:off x="319320" y="7666560"/>
            <a:ext cx="17150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Competencias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3"/>
          <p:cNvSpPr/>
          <p:nvPr/>
        </p:nvSpPr>
        <p:spPr>
          <a:xfrm>
            <a:off x="318600" y="7999200"/>
            <a:ext cx="225468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{{skill_1}}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{{skill_2}}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{{skill_3}}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{{skill_4}}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{{skill_5}}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{{skill_6}}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AutoShape 42"/>
          <p:cNvSpPr/>
          <p:nvPr/>
        </p:nvSpPr>
        <p:spPr>
          <a:xfrm>
            <a:off x="340920" y="979236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43"/>
          <p:cNvSpPr/>
          <p:nvPr/>
        </p:nvSpPr>
        <p:spPr>
          <a:xfrm>
            <a:off x="326160" y="9473400"/>
            <a:ext cx="17150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Informática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44"/>
          <p:cNvSpPr/>
          <p:nvPr/>
        </p:nvSpPr>
        <p:spPr>
          <a:xfrm>
            <a:off x="360000" y="9807120"/>
            <a:ext cx="2254680" cy="63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{{it_1}}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 Medium"/>
              </a:rPr>
              <a:t>{{it_2}}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icrosoft YaHei"/>
              </a:rPr>
              <a:t>{{it_3}}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icrosoft YaHei"/>
              </a:rPr>
              <a:t>{{it_4}}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DAG7rZJGnrs</dc:identifier>
  <dc:language>es-AR</dc:language>
  <cp:lastModifiedBy/>
  <dcterms:modified xsi:type="dcterms:W3CDTF">2026-02-11T00:58:42Z</dcterms:modified>
  <cp:revision>38</cp:revision>
  <dc:subject/>
  <dc:title>Plantillas originales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