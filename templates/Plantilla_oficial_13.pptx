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7F8DF6-2177-40FC-AE70-A278AA2870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96CE51-F58E-450B-8CC0-B80FF2B588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1671F6-A412-4B8C-BD92-0BF5D411D8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55D82C-57E2-4019-B296-CBFF4A8E4B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51B045-89B9-4D9C-8071-592FEB04BC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C67510-A679-4AE9-9CC6-553C478869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B6F300-2E49-4C55-9957-E262E7D576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A592D1-206D-4F0F-A2A1-6BAC404E38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2C6AC6-4CF8-40E4-AC84-920FA44DF7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18663F-549F-428F-BAEB-F854781D11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3EDB75-AC19-4B4D-8B79-962C2244E1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736920" y="4772880"/>
            <a:ext cx="19823040" cy="15840"/>
            <a:chOff x="736920" y="4772880"/>
            <a:chExt cx="19823040" cy="15840"/>
          </a:xfrm>
        </p:grpSpPr>
        <p:sp>
          <p:nvSpPr>
            <p:cNvPr id="60" name="Freeform 3"/>
            <p:cNvSpPr/>
            <p:nvPr/>
          </p:nvSpPr>
          <p:spPr>
            <a:xfrm>
              <a:off x="736920" y="4772880"/>
              <a:ext cx="19823040" cy="15840"/>
            </a:xfrm>
            <a:custGeom>
              <a:avLst/>
              <a:gdLst>
                <a:gd name="textAreaLeft" fmla="*/ 0 w 19823040"/>
                <a:gd name="textAreaRight" fmla="*/ 19834200 w 1982304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3480" y="7851600"/>
            <a:ext cx="19900080" cy="15840"/>
            <a:chOff x="753480" y="7851600"/>
            <a:chExt cx="19900080" cy="15840"/>
          </a:xfrm>
        </p:grpSpPr>
        <p:sp>
          <p:nvSpPr>
            <p:cNvPr id="62" name="Freeform 5"/>
            <p:cNvSpPr/>
            <p:nvPr/>
          </p:nvSpPr>
          <p:spPr>
            <a:xfrm>
              <a:off x="753480" y="7851600"/>
              <a:ext cx="19900080" cy="15840"/>
            </a:xfrm>
            <a:custGeom>
              <a:avLst/>
              <a:gdLst>
                <a:gd name="textAreaLeft" fmla="*/ 0 w 19900080"/>
                <a:gd name="textAreaRight" fmla="*/ 19911240 w 1990008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4"/>
          <p:cNvSpPr/>
          <p:nvPr/>
        </p:nvSpPr>
        <p:spPr>
          <a:xfrm>
            <a:off x="736920" y="3899880"/>
            <a:ext cx="130604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5"/>
          <p:cNvSpPr/>
          <p:nvPr/>
        </p:nvSpPr>
        <p:spPr>
          <a:xfrm>
            <a:off x="736920" y="4892760"/>
            <a:ext cx="19805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740160" y="7147080"/>
            <a:ext cx="1513512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866160" y="7655040"/>
            <a:ext cx="19824840" cy="346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28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28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28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{{exp_3_role}}</a:t>
            </a: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28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{{exp_3_company}}   {{exp_3_dates}}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{{exp_3_bullets_block}}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0"/>
          <p:cNvSpPr/>
          <p:nvPr/>
        </p:nvSpPr>
        <p:spPr>
          <a:xfrm>
            <a:off x="4943160" y="12690000"/>
            <a:ext cx="1556784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2"/>
          <p:cNvSpPr/>
          <p:nvPr/>
        </p:nvSpPr>
        <p:spPr>
          <a:xfrm>
            <a:off x="905400" y="16725960"/>
            <a:ext cx="194256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6"/>
          <p:cNvSpPr/>
          <p:nvPr/>
        </p:nvSpPr>
        <p:spPr>
          <a:xfrm>
            <a:off x="0" y="324360"/>
            <a:ext cx="9603000" cy="3395160"/>
          </a:xfrm>
          <a:custGeom>
            <a:avLst/>
            <a:gdLst>
              <a:gd name="textAreaLeft" fmla="*/ 0 w 9603000"/>
              <a:gd name="textAreaRight" fmla="*/ 9617400 w 9603000"/>
              <a:gd name="textAreaTop" fmla="*/ 0 h 3395160"/>
              <a:gd name="textAreaBottom" fmla="*/ 3409200 h 339516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7"/>
          <p:cNvSpPr/>
          <p:nvPr/>
        </p:nvSpPr>
        <p:spPr>
          <a:xfrm>
            <a:off x="12780000" y="958680"/>
            <a:ext cx="827604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1"/>
          <p:cNvSpPr/>
          <p:nvPr/>
        </p:nvSpPr>
        <p:spPr>
          <a:xfrm>
            <a:off x="166680" y="1999440"/>
            <a:ext cx="7922160" cy="53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2"/>
          <p:cNvSpPr/>
          <p:nvPr/>
        </p:nvSpPr>
        <p:spPr>
          <a:xfrm>
            <a:off x="540000" y="684360"/>
            <a:ext cx="719712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1"/>
          <p:cNvSpPr/>
          <p:nvPr/>
        </p:nvSpPr>
        <p:spPr>
          <a:xfrm>
            <a:off x="7553520" y="3240"/>
            <a:ext cx="269424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280360" y="-35280"/>
            <a:ext cx="3767760" cy="376776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8100000" y="-52920"/>
            <a:ext cx="3048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7"/>
          <p:cNvGrpSpPr/>
          <p:nvPr/>
        </p:nvGrpSpPr>
        <p:grpSpPr>
          <a:xfrm>
            <a:off x="711000" y="19766880"/>
            <a:ext cx="19775880" cy="16200"/>
            <a:chOff x="711000" y="19766880"/>
            <a:chExt cx="19775880" cy="16200"/>
          </a:xfrm>
        </p:grpSpPr>
        <p:sp>
          <p:nvSpPr>
            <p:cNvPr id="77" name="Freeform 2"/>
            <p:cNvSpPr/>
            <p:nvPr/>
          </p:nvSpPr>
          <p:spPr>
            <a:xfrm>
              <a:off x="711000" y="19766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9"/>
          <p:cNvGrpSpPr/>
          <p:nvPr/>
        </p:nvGrpSpPr>
        <p:grpSpPr>
          <a:xfrm>
            <a:off x="731520" y="25231680"/>
            <a:ext cx="19845720" cy="16200"/>
            <a:chOff x="731520" y="25231680"/>
            <a:chExt cx="19845720" cy="16200"/>
          </a:xfrm>
        </p:grpSpPr>
        <p:sp>
          <p:nvSpPr>
            <p:cNvPr id="79" name="Freeform 10"/>
            <p:cNvSpPr/>
            <p:nvPr/>
          </p:nvSpPr>
          <p:spPr>
            <a:xfrm>
              <a:off x="731520" y="2523168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1"/>
          <p:cNvSpPr/>
          <p:nvPr/>
        </p:nvSpPr>
        <p:spPr>
          <a:xfrm>
            <a:off x="719640" y="2439936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719640" y="2547720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3"/>
          <p:cNvSpPr/>
          <p:nvPr/>
        </p:nvSpPr>
        <p:spPr>
          <a:xfrm>
            <a:off x="360" y="30019320"/>
            <a:ext cx="21382200" cy="262080"/>
          </a:xfrm>
          <a:custGeom>
            <a:avLst/>
            <a:gdLst>
              <a:gd name="textAreaLeft" fmla="*/ 0 w 21382200"/>
              <a:gd name="textAreaRight" fmla="*/ 21393000 w 21382200"/>
              <a:gd name="textAreaTop" fmla="*/ 0 h 262080"/>
              <a:gd name="textAreaBottom" fmla="*/ 265680 h 26208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9"/>
          <p:cNvSpPr/>
          <p:nvPr/>
        </p:nvSpPr>
        <p:spPr>
          <a:xfrm>
            <a:off x="688680" y="19055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0"/>
          <p:cNvSpPr/>
          <p:nvPr/>
        </p:nvSpPr>
        <p:spPr>
          <a:xfrm>
            <a:off x="785160" y="19756800"/>
            <a:ext cx="1973340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771840" y="25153200"/>
            <a:ext cx="1982304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711000" y="21350880"/>
            <a:ext cx="19775880" cy="16200"/>
            <a:chOff x="711000" y="21350880"/>
            <a:chExt cx="19775880" cy="16200"/>
          </a:xfrm>
        </p:grpSpPr>
        <p:sp>
          <p:nvSpPr>
            <p:cNvPr id="87" name="Freeform 1"/>
            <p:cNvSpPr/>
            <p:nvPr/>
          </p:nvSpPr>
          <p:spPr>
            <a:xfrm>
              <a:off x="711000" y="21350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"/>
          <p:cNvSpPr/>
          <p:nvPr/>
        </p:nvSpPr>
        <p:spPr>
          <a:xfrm>
            <a:off x="688680" y="20639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317160" y="21435120"/>
            <a:ext cx="19733400" cy="30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731520" y="27140040"/>
            <a:ext cx="19845720" cy="16200"/>
            <a:chOff x="731520" y="27140040"/>
            <a:chExt cx="19845720" cy="16200"/>
          </a:xfrm>
        </p:grpSpPr>
        <p:sp>
          <p:nvSpPr>
            <p:cNvPr id="91" name="Freeform 4"/>
            <p:cNvSpPr/>
            <p:nvPr/>
          </p:nvSpPr>
          <p:spPr>
            <a:xfrm>
              <a:off x="731520" y="2714004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4"/>
          <p:cNvSpPr/>
          <p:nvPr/>
        </p:nvSpPr>
        <p:spPr>
          <a:xfrm>
            <a:off x="719640" y="2630772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19640" y="2738556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71840" y="27169560"/>
            <a:ext cx="1982304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2026-03-08T23:27:25Z</dcterms:modified>
  <cp:revision>32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