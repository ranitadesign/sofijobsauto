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Montserrat"/>
      <p:regular r:id="rId4"/>
      <p:bold r:id="rId4"/>
    </p:embeddedFont>
    <p:embeddedFont>
      <p:font typeface="Microsoft YaHei"/>
      <p:regular r:id="rId5"/>
    </p:embeddedFont>
    <p:embeddedFont>
      <p:font typeface="Montserrat Bold"/>
    </p:embeddedFont>
    <p:embeddedFont>
      <p:font typeface="Poppins"/>
      <p:regular r:id="rId6"/>
      <p:bold r:id="rId6"/>
    </p:embeddedFont>
    <p:embeddedFont>
      <p:font typeface="Poppins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ontserrat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Poppins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520" cy="113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4C4F9E-3A20-404D-A95D-D9FA5A69C1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82D647-F595-4418-A2CB-DBDB03F967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8080" cy="11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1560" cy="584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8080" cy="468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3318B2-E38D-42D3-BED7-2B9F7A169A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6320" cy="5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6320" cy="410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6320" cy="79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48074B-4B5C-4323-98F0-33AD10305C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2320" cy="145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098855-268B-4C67-9092-2F994820C2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520" cy="113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9520" cy="45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378CE2-C218-433D-98F3-E42D0FDADE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7320" cy="584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9840" cy="584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EBD29F-124A-4001-94D9-B4C0F90035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520" cy="113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9520" cy="45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AD4690-90E2-4891-A783-F39CD906AC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2320" cy="13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2320" cy="149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86F6D3-3259-4DF7-A55C-9F8EBB7E17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520" cy="113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8400" cy="45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8400" cy="451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E4B63A-0262-42CA-B0D4-C9ED4383D5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9520" cy="113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0200" cy="62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0200" cy="394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1640" cy="62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1640" cy="394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540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36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9F1211-3F98-4A0C-AF6E-4AF66CEBD1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736920" y="4808880"/>
            <a:ext cx="19824120" cy="16920"/>
            <a:chOff x="736920" y="4808880"/>
            <a:chExt cx="19824120" cy="16920"/>
          </a:xfrm>
        </p:grpSpPr>
        <p:sp>
          <p:nvSpPr>
            <p:cNvPr id="60" name="Freeform 3"/>
            <p:cNvSpPr/>
            <p:nvPr/>
          </p:nvSpPr>
          <p:spPr>
            <a:xfrm>
              <a:off x="736920" y="4808880"/>
              <a:ext cx="19824120" cy="16920"/>
            </a:xfrm>
            <a:custGeom>
              <a:avLst/>
              <a:gdLst>
                <a:gd name="textAreaLeft" fmla="*/ 0 w 19824120"/>
                <a:gd name="textAreaRight" fmla="*/ 19834200 w 19824120"/>
                <a:gd name="textAreaTop" fmla="*/ 0 h 16920"/>
                <a:gd name="textAreaBottom" fmla="*/ 27000 h 16920"/>
              </a:gdLst>
              <a:ahLst/>
              <a:cxnLst/>
              <a:rect l="textAreaLeft" t="textAreaTop" r="textAreaRight" b="textAreaBottom"/>
              <a:pathLst>
                <a:path w="26445718" h="35941">
                  <a:moveTo>
                    <a:pt x="0" y="0"/>
                  </a:moveTo>
                  <a:lnTo>
                    <a:pt x="26445718" y="0"/>
                  </a:lnTo>
                  <a:lnTo>
                    <a:pt x="264457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4"/>
          <p:cNvGrpSpPr/>
          <p:nvPr/>
        </p:nvGrpSpPr>
        <p:grpSpPr>
          <a:xfrm>
            <a:off x="753480" y="8103600"/>
            <a:ext cx="19901160" cy="16920"/>
            <a:chOff x="753480" y="8103600"/>
            <a:chExt cx="19901160" cy="16920"/>
          </a:xfrm>
        </p:grpSpPr>
        <p:sp>
          <p:nvSpPr>
            <p:cNvPr id="62" name="Freeform 5"/>
            <p:cNvSpPr/>
            <p:nvPr/>
          </p:nvSpPr>
          <p:spPr>
            <a:xfrm>
              <a:off x="753480" y="8103600"/>
              <a:ext cx="19901160" cy="16920"/>
            </a:xfrm>
            <a:custGeom>
              <a:avLst/>
              <a:gdLst>
                <a:gd name="textAreaLeft" fmla="*/ 0 w 19901160"/>
                <a:gd name="textAreaRight" fmla="*/ 19911240 w 19901160"/>
                <a:gd name="textAreaTop" fmla="*/ 0 h 16920"/>
                <a:gd name="textAreaBottom" fmla="*/ 27000 h 16920"/>
              </a:gdLst>
              <a:ahLst/>
              <a:cxnLst/>
              <a:rect l="textAreaLeft" t="textAreaTop" r="textAreaRight" b="textAreaBottom"/>
              <a:pathLst>
                <a:path w="26548335" h="35941">
                  <a:moveTo>
                    <a:pt x="0" y="0"/>
                  </a:moveTo>
                  <a:lnTo>
                    <a:pt x="26548335" y="0"/>
                  </a:lnTo>
                  <a:lnTo>
                    <a:pt x="26548335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TextBox 14"/>
          <p:cNvSpPr/>
          <p:nvPr/>
        </p:nvSpPr>
        <p:spPr>
          <a:xfrm>
            <a:off x="736920" y="3935880"/>
            <a:ext cx="1306152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PERFIL PROFESIONAL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5"/>
          <p:cNvSpPr/>
          <p:nvPr/>
        </p:nvSpPr>
        <p:spPr>
          <a:xfrm>
            <a:off x="736920" y="4928760"/>
            <a:ext cx="1980612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64"/>
              </a:lnSpc>
            </a:pPr>
            <a:r>
              <a:rPr lang="en-US" sz="269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{{about}}</a:t>
            </a:r>
            <a:endParaRPr lang="es-AR" sz="2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6"/>
          <p:cNvSpPr/>
          <p:nvPr/>
        </p:nvSpPr>
        <p:spPr>
          <a:xfrm>
            <a:off x="740160" y="7399080"/>
            <a:ext cx="1513620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30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EXPERIENCIA LABORAL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6"/>
          <p:cNvSpPr/>
          <p:nvPr/>
        </p:nvSpPr>
        <p:spPr>
          <a:xfrm>
            <a:off x="866160" y="8483040"/>
            <a:ext cx="19825920" cy="48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9"/>
              </a:lnSpc>
            </a:pPr>
            <a:r>
              <a:rPr lang="en-US" sz="2800" b="1" u="none" strike="noStrike">
                <a:solidFill>
                  <a:srgbClr val="333333"/>
                </a:solidFill>
                <a:effectLst/>
                <a:uFillTx/>
                <a:latin typeface="Montserrat"/>
                <a:ea typeface="Poppins Bold"/>
              </a:rPr>
              <a:t>{{exp_1_role}}</a:t>
            </a:r>
            <a:r>
              <a:rPr lang="en-US" sz="280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  </a:t>
            </a:r>
            <a:r>
              <a:rPr lang="en-US" sz="2800" b="0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"/>
              </a:rPr>
              <a:t>{{exp_1_company}}   {{exp_1_dates}}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6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{{exp_1_bullets_block}}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79"/>
              </a:lnSpc>
            </a:pPr>
            <a:r>
              <a:rPr lang="en-US" sz="2800" b="1" u="none" strike="noStrike">
                <a:solidFill>
                  <a:srgbClr val="333333"/>
                </a:solidFill>
                <a:effectLst/>
                <a:uFillTx/>
                <a:latin typeface="Montserrat"/>
                <a:ea typeface="Poppins Bold"/>
              </a:rPr>
              <a:t>{{exp_2_role}}</a:t>
            </a:r>
            <a:r>
              <a:rPr lang="en-US" sz="280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  </a:t>
            </a:r>
            <a:r>
              <a:rPr lang="en-US" sz="2800" b="0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"/>
              </a:rPr>
              <a:t>{{exp_2_company}}   {{exp_2_dates}}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6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{{exp_2_bullets_block}}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479"/>
              </a:lnSpc>
            </a:pPr>
            <a:r>
              <a:rPr lang="en-US" sz="2800" b="1" u="none" strike="noStrike">
                <a:solidFill>
                  <a:srgbClr val="333333"/>
                </a:solidFill>
                <a:effectLst/>
                <a:uFillTx/>
                <a:latin typeface="Montserrat"/>
                <a:ea typeface="Poppins Bold"/>
              </a:rPr>
              <a:t>{{exp_3_role}}</a:t>
            </a:r>
            <a:r>
              <a:rPr lang="en-US" sz="2800" b="1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 Bold"/>
              </a:rPr>
              <a:t>  </a:t>
            </a:r>
            <a:r>
              <a:rPr lang="en-US" sz="2800" b="0" u="none" strike="noStrike">
                <a:solidFill>
                  <a:srgbClr val="1e1e1e"/>
                </a:solidFill>
                <a:effectLst/>
                <a:uFillTx/>
                <a:latin typeface="Montserrat"/>
                <a:ea typeface="Poppins"/>
              </a:rPr>
              <a:t>{{exp_3_company}}   {{exp_3_dates}}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17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6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{{exp_3_bullets_block}}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0"/>
          <p:cNvSpPr/>
          <p:nvPr/>
        </p:nvSpPr>
        <p:spPr>
          <a:xfrm>
            <a:off x="4943160" y="12942000"/>
            <a:ext cx="1556892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2"/>
          <p:cNvSpPr/>
          <p:nvPr/>
        </p:nvSpPr>
        <p:spPr>
          <a:xfrm>
            <a:off x="905400" y="17697960"/>
            <a:ext cx="1942668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Freeform 6"/>
          <p:cNvSpPr/>
          <p:nvPr/>
        </p:nvSpPr>
        <p:spPr>
          <a:xfrm>
            <a:off x="0" y="360360"/>
            <a:ext cx="9604080" cy="3396240"/>
          </a:xfrm>
          <a:custGeom>
            <a:avLst/>
            <a:gdLst>
              <a:gd name="textAreaLeft" fmla="*/ 0 w 9604080"/>
              <a:gd name="textAreaRight" fmla="*/ 9617400 w 9604080"/>
              <a:gd name="textAreaTop" fmla="*/ 0 h 3396240"/>
              <a:gd name="textAreaBottom" fmla="*/ 3409200 h 3396240"/>
            </a:gdLst>
            <a:ahLst/>
            <a:cxnLst/>
            <a:rect l="textAreaLeft" t="textAreaTop" r="textAreaRight" b="textAreaBottom"/>
            <a:pathLst>
              <a:path w="9617439" h="4035127">
                <a:moveTo>
                  <a:pt x="0" y="0"/>
                </a:moveTo>
                <a:lnTo>
                  <a:pt x="9617439" y="0"/>
                </a:lnTo>
                <a:lnTo>
                  <a:pt x="9617439" y="4035128"/>
                </a:lnTo>
                <a:lnTo>
                  <a:pt x="0" y="4035128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7"/>
          <p:cNvSpPr/>
          <p:nvPr/>
        </p:nvSpPr>
        <p:spPr>
          <a:xfrm>
            <a:off x="12780000" y="994680"/>
            <a:ext cx="827712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791"/>
              </a:lnSpc>
            </a:pPr>
            <a:r>
              <a:rPr lang="en-US" sz="5260" b="1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 Bold"/>
              </a:rPr>
              <a:t>{{name}}</a:t>
            </a:r>
            <a:endParaRPr lang="es-AR" sz="5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366"/>
              </a:lnSpc>
            </a:pPr>
            <a:r>
              <a:rPr lang="en-US" sz="3200" b="1" u="none" strike="noStrike">
                <a:solidFill>
                  <a:srgbClr val="c0504d"/>
                </a:solidFill>
                <a:effectLst/>
                <a:uFillTx/>
                <a:latin typeface="Montserrat"/>
                <a:ea typeface="Montserrat Bold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1"/>
          <p:cNvSpPr/>
          <p:nvPr/>
        </p:nvSpPr>
        <p:spPr>
          <a:xfrm>
            <a:off x="166680" y="2035440"/>
            <a:ext cx="7923240" cy="53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4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2"/>
          <p:cNvSpPr/>
          <p:nvPr/>
        </p:nvSpPr>
        <p:spPr>
          <a:xfrm>
            <a:off x="540000" y="720360"/>
            <a:ext cx="7198200" cy="20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41"/>
              </a:lnSpc>
            </a:pPr>
            <a:r>
              <a:rPr lang="en-US" sz="283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{{contact_phone}}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41"/>
              </a:lnSpc>
            </a:pPr>
            <a:r>
              <a:rPr lang="en-US" sz="260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{{contact_location}}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41"/>
              </a:lnSpc>
            </a:pPr>
            <a:r>
              <a:rPr lang="en-US" sz="260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{{contact_email}}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41"/>
          <p:cNvSpPr/>
          <p:nvPr/>
        </p:nvSpPr>
        <p:spPr>
          <a:xfrm>
            <a:off x="7553520" y="39240"/>
            <a:ext cx="269532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8280360" y="720"/>
            <a:ext cx="3768840" cy="3768840"/>
          </a:xfrm>
          <a:prstGeom prst="flowChartConnector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8100000" y="-16920"/>
            <a:ext cx="3049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Group 7"/>
          <p:cNvGrpSpPr/>
          <p:nvPr/>
        </p:nvGrpSpPr>
        <p:grpSpPr>
          <a:xfrm>
            <a:off x="711000" y="24518880"/>
            <a:ext cx="19776960" cy="17280"/>
            <a:chOff x="711000" y="24518880"/>
            <a:chExt cx="19776960" cy="17280"/>
          </a:xfrm>
        </p:grpSpPr>
        <p:sp>
          <p:nvSpPr>
            <p:cNvPr id="77" name="Freeform 2"/>
            <p:cNvSpPr/>
            <p:nvPr/>
          </p:nvSpPr>
          <p:spPr>
            <a:xfrm>
              <a:off x="711000" y="24518880"/>
              <a:ext cx="19776960" cy="17280"/>
            </a:xfrm>
            <a:custGeom>
              <a:avLst/>
              <a:gdLst>
                <a:gd name="textAreaLeft" fmla="*/ 0 w 19776960"/>
                <a:gd name="textAreaRight" fmla="*/ 19786680 w 19776960"/>
                <a:gd name="textAreaTop" fmla="*/ 0 h 17280"/>
                <a:gd name="textAreaBottom" fmla="*/ 27000 h 17280"/>
              </a:gdLst>
              <a:ahLst/>
              <a:cxnLst/>
              <a:rect l="textAreaLeft" t="textAreaTop" r="textAreaRight" b="textAreaBottom"/>
              <a:pathLst>
                <a:path w="26382218" h="35941">
                  <a:moveTo>
                    <a:pt x="0" y="0"/>
                  </a:moveTo>
                  <a:lnTo>
                    <a:pt x="26382218" y="0"/>
                  </a:lnTo>
                  <a:lnTo>
                    <a:pt x="263822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" name="Group 9"/>
          <p:cNvGrpSpPr/>
          <p:nvPr/>
        </p:nvGrpSpPr>
        <p:grpSpPr>
          <a:xfrm>
            <a:off x="731520" y="27355680"/>
            <a:ext cx="19846800" cy="17280"/>
            <a:chOff x="731520" y="27355680"/>
            <a:chExt cx="19846800" cy="17280"/>
          </a:xfrm>
        </p:grpSpPr>
        <p:sp>
          <p:nvSpPr>
            <p:cNvPr id="79" name="Freeform 10"/>
            <p:cNvSpPr/>
            <p:nvPr/>
          </p:nvSpPr>
          <p:spPr>
            <a:xfrm>
              <a:off x="731520" y="27355680"/>
              <a:ext cx="19846800" cy="17280"/>
            </a:xfrm>
            <a:custGeom>
              <a:avLst/>
              <a:gdLst>
                <a:gd name="textAreaLeft" fmla="*/ 0 w 19846800"/>
                <a:gd name="textAreaRight" fmla="*/ 19856520 w 19846800"/>
                <a:gd name="textAreaTop" fmla="*/ 0 h 17280"/>
                <a:gd name="textAreaBottom" fmla="*/ 27000 h 17280"/>
              </a:gdLst>
              <a:ahLst/>
              <a:cxnLst/>
              <a:rect l="textAreaLeft" t="textAreaTop" r="textAreaRight" b="textAreaBottom"/>
              <a:pathLst>
                <a:path w="26475183" h="35941">
                  <a:moveTo>
                    <a:pt x="0" y="0"/>
                  </a:moveTo>
                  <a:lnTo>
                    <a:pt x="26475183" y="0"/>
                  </a:lnTo>
                  <a:lnTo>
                    <a:pt x="2647518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TextBox 11"/>
          <p:cNvSpPr/>
          <p:nvPr/>
        </p:nvSpPr>
        <p:spPr>
          <a:xfrm>
            <a:off x="719640" y="26523360"/>
            <a:ext cx="1509480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CURSOS Y CAPACITACIONES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2"/>
          <p:cNvSpPr/>
          <p:nvPr/>
        </p:nvSpPr>
        <p:spPr>
          <a:xfrm>
            <a:off x="719640" y="27349200"/>
            <a:ext cx="1982412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Freeform 13"/>
          <p:cNvSpPr/>
          <p:nvPr/>
        </p:nvSpPr>
        <p:spPr>
          <a:xfrm>
            <a:off x="360" y="29340360"/>
            <a:ext cx="21383280" cy="906120"/>
          </a:xfrm>
          <a:custGeom>
            <a:avLst/>
            <a:gdLst>
              <a:gd name="textAreaLeft" fmla="*/ 0 w 21383280"/>
              <a:gd name="textAreaRight" fmla="*/ 21393000 w 21383280"/>
              <a:gd name="textAreaTop" fmla="*/ 0 h 906120"/>
              <a:gd name="textAreaBottom" fmla="*/ 915840 h 906120"/>
            </a:gdLst>
            <a:ahLst/>
            <a:cxnLst/>
            <a:rect l="textAreaLeft" t="textAreaTop" r="textAreaRight" b="textAreaBottom"/>
            <a:pathLst>
              <a:path w="21392989" h="1219584">
                <a:moveTo>
                  <a:pt x="0" y="0"/>
                </a:moveTo>
                <a:lnTo>
                  <a:pt x="21392989" y="0"/>
                </a:lnTo>
                <a:lnTo>
                  <a:pt x="21392989" y="1219584"/>
                </a:lnTo>
                <a:lnTo>
                  <a:pt x="0" y="1219584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9"/>
          <p:cNvSpPr/>
          <p:nvPr/>
        </p:nvSpPr>
        <p:spPr>
          <a:xfrm>
            <a:off x="688680" y="23663160"/>
            <a:ext cx="1978128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FORMACIÓN ACADÉMICA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0"/>
          <p:cNvSpPr/>
          <p:nvPr/>
        </p:nvSpPr>
        <p:spPr>
          <a:xfrm>
            <a:off x="785160" y="24652800"/>
            <a:ext cx="19734480" cy="12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810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8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{{edu_1_degree}} </a:t>
            </a:r>
            <a:r>
              <a:rPr lang="en-US" sz="2800" b="1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 </a:t>
            </a:r>
            <a:r>
              <a:rPr lang="en-US" sz="28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{{edu_1_school}}  {{edu_1_years}}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810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8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{{edu_2_degree}} </a:t>
            </a:r>
            <a:r>
              <a:rPr lang="en-US" sz="2800" b="1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 </a:t>
            </a:r>
            <a:r>
              <a:rPr lang="en-US" sz="28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{{edu_2_school}}  {{edu_2_years}}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"/>
          <p:cNvSpPr/>
          <p:nvPr/>
        </p:nvSpPr>
        <p:spPr>
          <a:xfrm>
            <a:off x="771840" y="27349200"/>
            <a:ext cx="19824120" cy="23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697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83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{{curso_1}}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697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83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{{curso_2}}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697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83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{{curso_3}}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9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DAG9kkGcXe8</dc:identifier>
  <dc:language>es-AR</dc:language>
  <cp:lastModifiedBy/>
  <dcterms:modified xsi:type="dcterms:W3CDTF">2026-02-11T22:14:51Z</dcterms:modified>
  <cp:revision>29</cp:revision>
  <dc:subject/>
  <dc:title>Plantilla_oficial_13.pptx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