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Nova"/>
    </p:embeddedFont>
    <p:embeddedFont>
      <p:font typeface="Poppins"/>
      <p:regular r:id="rId4"/>
      <p:bold r:id="rId4"/>
    </p:embeddedFont>
    <p:embeddedFont>
      <p:font typeface="poppins Bold"/>
    </p:embeddedFont>
    <p:embeddedFont>
      <p:font typeface="Poppins Bold"/>
    </p:embeddedFont>
    <p:embeddedFont>
      <p:font typeface="Microsoft YaHei"/>
      <p:regular r:id="rId5"/>
    </p:embeddedFont>
    <p:embeddedFont>
      <p:font typeface="Montserrat"/>
      <p:regular r:id="rId6"/>
      <p:bold r:id="rId6"/>
    </p:embeddedFont>
    <p:embeddedFont>
      <p:font typeface="Montserra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2000" cy="584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4520" cy="584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4100E36-FCE9-4A91-83AB-7DB23BA57DE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4200" cy="452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EBD56F2-5E51-4036-98EA-0A496F3F93B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7000" cy="13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7000" cy="149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39CCFC6-EBD6-4FE3-AA5B-0E278DAA552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3080" cy="452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3080" cy="452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3C298B9-8ED7-44FD-AEB0-9467EB9DE4D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4880" cy="6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4880" cy="394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6320" cy="6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6320" cy="394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7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8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897FD6F-E6A5-48AC-AD0B-E32193669A5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C5EBA54-43CE-4AA0-BDB1-0C245902F2E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F507681-3C9F-47E9-A591-EEB3CAC6123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2760" cy="115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6240" cy="584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2760" cy="468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E2FCE52-181D-4D7E-BF98-782D4B83E5D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1000" cy="56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1000" cy="4109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1000" cy="79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8DD0ACB-FC33-42BB-9EDE-E5935692075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7000" cy="146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552AAD3-B876-4A89-8ED0-40F75C59D0F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4200" cy="452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1E9A5F9-5147-4D5D-963F-CC887A23A32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736920" y="4808880"/>
            <a:ext cx="19828800" cy="21600"/>
            <a:chOff x="736920" y="4808880"/>
            <a:chExt cx="19828800" cy="21600"/>
          </a:xfrm>
        </p:grpSpPr>
        <p:sp>
          <p:nvSpPr>
            <p:cNvPr id="60" name="Freeform 3"/>
            <p:cNvSpPr/>
            <p:nvPr/>
          </p:nvSpPr>
          <p:spPr>
            <a:xfrm>
              <a:off x="736920" y="4808880"/>
              <a:ext cx="19828800" cy="21600"/>
            </a:xfrm>
            <a:custGeom>
              <a:avLst/>
              <a:gdLst>
                <a:gd name="textAreaLeft" fmla="*/ 0 w 19828800"/>
                <a:gd name="textAreaRight" fmla="*/ 19834200 w 19828800"/>
                <a:gd name="textAreaTop" fmla="*/ 0 h 21600"/>
                <a:gd name="textAreaBottom" fmla="*/ 27000 h 21600"/>
              </a:gdLst>
              <a:ahLst/>
              <a:cxnLst/>
              <a:rect l="textAreaLeft" t="textAreaTop" r="textAreaRight" b="textAreaBottom"/>
              <a:pathLst>
                <a:path w="26445718" h="35941">
                  <a:moveTo>
                    <a:pt x="0" y="0"/>
                  </a:moveTo>
                  <a:lnTo>
                    <a:pt x="26445718" y="0"/>
                  </a:lnTo>
                  <a:lnTo>
                    <a:pt x="264457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4"/>
          <p:cNvGrpSpPr/>
          <p:nvPr/>
        </p:nvGrpSpPr>
        <p:grpSpPr>
          <a:xfrm>
            <a:off x="753480" y="8103600"/>
            <a:ext cx="19905840" cy="21600"/>
            <a:chOff x="753480" y="8103600"/>
            <a:chExt cx="19905840" cy="21600"/>
          </a:xfrm>
        </p:grpSpPr>
        <p:sp>
          <p:nvSpPr>
            <p:cNvPr id="62" name="Freeform 5"/>
            <p:cNvSpPr/>
            <p:nvPr/>
          </p:nvSpPr>
          <p:spPr>
            <a:xfrm>
              <a:off x="753480" y="8103600"/>
              <a:ext cx="19905840" cy="21600"/>
            </a:xfrm>
            <a:custGeom>
              <a:avLst/>
              <a:gdLst>
                <a:gd name="textAreaLeft" fmla="*/ 0 w 19905840"/>
                <a:gd name="textAreaRight" fmla="*/ 19911240 w 19905840"/>
                <a:gd name="textAreaTop" fmla="*/ 0 h 21600"/>
                <a:gd name="textAreaBottom" fmla="*/ 27000 h 21600"/>
              </a:gdLst>
              <a:ahLst/>
              <a:cxnLst/>
              <a:rect l="textAreaLeft" t="textAreaTop" r="textAreaRight" b="textAreaBottom"/>
              <a:pathLst>
                <a:path w="26548335" h="35941">
                  <a:moveTo>
                    <a:pt x="0" y="0"/>
                  </a:moveTo>
                  <a:lnTo>
                    <a:pt x="26548335" y="0"/>
                  </a:lnTo>
                  <a:lnTo>
                    <a:pt x="26548335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" name="Freeform 6"/>
          <p:cNvSpPr/>
          <p:nvPr/>
        </p:nvSpPr>
        <p:spPr>
          <a:xfrm>
            <a:off x="0" y="180000"/>
            <a:ext cx="9612000" cy="3584160"/>
          </a:xfrm>
          <a:custGeom>
            <a:avLst/>
            <a:gdLst>
              <a:gd name="textAreaLeft" fmla="*/ 0 w 9612000"/>
              <a:gd name="textAreaRight" fmla="*/ 9617400 w 9612000"/>
              <a:gd name="textAreaTop" fmla="*/ 0 h 3584160"/>
              <a:gd name="textAreaBottom" fmla="*/ 3589200 h 3584160"/>
            </a:gdLst>
            <a:ahLst/>
            <a:cxnLst/>
            <a:rect l="textAreaLeft" t="textAreaTop" r="textAreaRight" b="textAreaBottom"/>
            <a:pathLst>
              <a:path w="9617439" h="4035127">
                <a:moveTo>
                  <a:pt x="0" y="0"/>
                </a:moveTo>
                <a:lnTo>
                  <a:pt x="9617439" y="0"/>
                </a:lnTo>
                <a:lnTo>
                  <a:pt x="9617439" y="4035128"/>
                </a:lnTo>
                <a:lnTo>
                  <a:pt x="0" y="4035128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4" name="Group 7"/>
          <p:cNvGrpSpPr/>
          <p:nvPr/>
        </p:nvGrpSpPr>
        <p:grpSpPr>
          <a:xfrm>
            <a:off x="710640" y="24975720"/>
            <a:ext cx="19781280" cy="21600"/>
            <a:chOff x="710640" y="24975720"/>
            <a:chExt cx="19781280" cy="21600"/>
          </a:xfrm>
        </p:grpSpPr>
        <p:sp>
          <p:nvSpPr>
            <p:cNvPr id="65" name="Freeform 8"/>
            <p:cNvSpPr/>
            <p:nvPr/>
          </p:nvSpPr>
          <p:spPr>
            <a:xfrm>
              <a:off x="710640" y="24975720"/>
              <a:ext cx="19781280" cy="21600"/>
            </a:xfrm>
            <a:custGeom>
              <a:avLst/>
              <a:gdLst>
                <a:gd name="textAreaLeft" fmla="*/ 0 w 19781280"/>
                <a:gd name="textAreaRight" fmla="*/ 19786680 w 19781280"/>
                <a:gd name="textAreaTop" fmla="*/ 0 h 21600"/>
                <a:gd name="textAreaBottom" fmla="*/ 27000 h 2160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6" name="Group 9"/>
          <p:cNvGrpSpPr/>
          <p:nvPr/>
        </p:nvGrpSpPr>
        <p:grpSpPr>
          <a:xfrm>
            <a:off x="731160" y="27355320"/>
            <a:ext cx="19851120" cy="21600"/>
            <a:chOff x="731160" y="27355320"/>
            <a:chExt cx="19851120" cy="21600"/>
          </a:xfrm>
        </p:grpSpPr>
        <p:sp>
          <p:nvSpPr>
            <p:cNvPr id="67" name="Freeform 10"/>
            <p:cNvSpPr/>
            <p:nvPr/>
          </p:nvSpPr>
          <p:spPr>
            <a:xfrm>
              <a:off x="731160" y="27355320"/>
              <a:ext cx="19851120" cy="21600"/>
            </a:xfrm>
            <a:custGeom>
              <a:avLst/>
              <a:gdLst>
                <a:gd name="textAreaLeft" fmla="*/ 0 w 19851120"/>
                <a:gd name="textAreaRight" fmla="*/ 19856520 w 19851120"/>
                <a:gd name="textAreaTop" fmla="*/ 0 h 21600"/>
                <a:gd name="textAreaBottom" fmla="*/ 27000 h 21600"/>
              </a:gdLst>
              <a:ahLst/>
              <a:cxnLst/>
              <a:rect l="textAreaLeft" t="textAreaTop" r="textAreaRight" b="textAreaBottom"/>
              <a:pathLst>
                <a:path w="26475183" h="35941">
                  <a:moveTo>
                    <a:pt x="0" y="0"/>
                  </a:moveTo>
                  <a:lnTo>
                    <a:pt x="26475183" y="0"/>
                  </a:lnTo>
                  <a:lnTo>
                    <a:pt x="2647518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" name="TextBox 11"/>
          <p:cNvSpPr/>
          <p:nvPr/>
        </p:nvSpPr>
        <p:spPr>
          <a:xfrm>
            <a:off x="719280" y="26523000"/>
            <a:ext cx="1509912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Poppins"/>
                <a:ea typeface="Montserrat Bold"/>
              </a:rPr>
              <a:t>CURSOS Y CAPACITACIONES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2"/>
          <p:cNvSpPr/>
          <p:nvPr/>
        </p:nvSpPr>
        <p:spPr>
          <a:xfrm>
            <a:off x="719280" y="27348840"/>
            <a:ext cx="19828440" cy="238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221840" lvl="2" indent="-407160" defTabSz="914400">
              <a:lnSpc>
                <a:spcPts val="4697"/>
              </a:lnSpc>
              <a:buClr>
                <a:srgbClr val="343434"/>
              </a:buClr>
              <a:buFont typeface="Arial"/>
              <a:buChar char="⚬"/>
            </a:pPr>
            <a:r>
              <a:rPr lang="en-US" sz="2830" b="0" u="none" strike="noStrike">
                <a:solidFill>
                  <a:srgbClr val="343434"/>
                </a:solidFill>
                <a:effectLst/>
                <a:uFillTx/>
                <a:latin typeface="Nova"/>
                <a:ea typeface="Montserrat"/>
              </a:rPr>
              <a:t>{{it_1}}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21840" lvl="2" indent="-407160" defTabSz="914400">
              <a:lnSpc>
                <a:spcPts val="4697"/>
              </a:lnSpc>
              <a:buClr>
                <a:srgbClr val="343434"/>
              </a:buClr>
              <a:buFont typeface="Arial"/>
              <a:buChar char="⚬"/>
            </a:pPr>
            <a:r>
              <a:rPr lang="en-US" sz="2830" b="0" u="none" strike="noStrike">
                <a:solidFill>
                  <a:srgbClr val="343434"/>
                </a:solidFill>
                <a:effectLst/>
                <a:uFillTx/>
                <a:latin typeface="Nova"/>
                <a:ea typeface="Montserrat"/>
              </a:rPr>
              <a:t>{{it_2}}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21840" lvl="2" indent="-407160" defTabSz="914400">
              <a:lnSpc>
                <a:spcPts val="4697"/>
              </a:lnSpc>
              <a:buClr>
                <a:srgbClr val="343434"/>
              </a:buClr>
              <a:buFont typeface="Arial"/>
              <a:buChar char="⚬"/>
            </a:pPr>
            <a:r>
              <a:rPr lang="en-US" sz="2830" b="0" u="none" strike="noStrike">
                <a:solidFill>
                  <a:srgbClr val="343434"/>
                </a:solidFill>
                <a:effectLst/>
                <a:uFillTx/>
                <a:latin typeface="Nova"/>
                <a:ea typeface="Montserrat"/>
              </a:rPr>
              <a:t>{{it_3}}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9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Freeform 13"/>
          <p:cNvSpPr/>
          <p:nvPr/>
        </p:nvSpPr>
        <p:spPr>
          <a:xfrm>
            <a:off x="0" y="29340000"/>
            <a:ext cx="21387600" cy="910440"/>
          </a:xfrm>
          <a:custGeom>
            <a:avLst/>
            <a:gdLst>
              <a:gd name="textAreaLeft" fmla="*/ 0 w 21387600"/>
              <a:gd name="textAreaRight" fmla="*/ 21393000 w 21387600"/>
              <a:gd name="textAreaTop" fmla="*/ 0 h 910440"/>
              <a:gd name="textAreaBottom" fmla="*/ 915840 h 910440"/>
            </a:gdLst>
            <a:ahLst/>
            <a:cxnLst/>
            <a:rect l="textAreaLeft" t="textAreaTop" r="textAreaRight" b="textAreaBottom"/>
            <a:pathLst>
              <a:path w="21392989" h="1219584">
                <a:moveTo>
                  <a:pt x="0" y="0"/>
                </a:moveTo>
                <a:lnTo>
                  <a:pt x="21392989" y="0"/>
                </a:lnTo>
                <a:lnTo>
                  <a:pt x="21392989" y="1219584"/>
                </a:lnTo>
                <a:lnTo>
                  <a:pt x="0" y="1219584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4"/>
          <p:cNvSpPr/>
          <p:nvPr/>
        </p:nvSpPr>
        <p:spPr>
          <a:xfrm>
            <a:off x="736920" y="3935880"/>
            <a:ext cx="1306620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Poppins"/>
                <a:ea typeface="Montserrat Bold"/>
              </a:rPr>
              <a:t>PERFIL PROFESIONAL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5"/>
          <p:cNvSpPr/>
          <p:nvPr/>
        </p:nvSpPr>
        <p:spPr>
          <a:xfrm>
            <a:off x="736920" y="4928760"/>
            <a:ext cx="1981080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64"/>
              </a:lnSpc>
            </a:pPr>
            <a:r>
              <a:rPr lang="en-US" sz="2690" b="0" u="none" strike="noStrike">
                <a:solidFill>
                  <a:srgbClr val="343434"/>
                </a:solidFill>
                <a:effectLst/>
                <a:uFillTx/>
                <a:latin typeface="Nova"/>
                <a:ea typeface="Montserrat"/>
              </a:rPr>
              <a:t>{{about}}</a:t>
            </a:r>
            <a:endParaRPr lang="es-AR" sz="2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6"/>
          <p:cNvSpPr/>
          <p:nvPr/>
        </p:nvSpPr>
        <p:spPr>
          <a:xfrm>
            <a:off x="740160" y="7399080"/>
            <a:ext cx="1514088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30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Poppins"/>
                <a:ea typeface="Montserrat Bold"/>
              </a:rPr>
              <a:t>EXPERIENCIA LABORAL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7"/>
          <p:cNvSpPr/>
          <p:nvPr/>
        </p:nvSpPr>
        <p:spPr>
          <a:xfrm>
            <a:off x="13680000" y="1080000"/>
            <a:ext cx="6836760" cy="73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791"/>
              </a:lnSpc>
            </a:pPr>
            <a:r>
              <a:rPr lang="en-US" sz="5260" b="1" u="none" strike="noStrike">
                <a:solidFill>
                  <a:srgbClr val="c0504d"/>
                </a:solidFill>
                <a:effectLst/>
                <a:uFillTx/>
                <a:latin typeface="poppins Bold"/>
                <a:ea typeface="Montserrat Bold"/>
              </a:rPr>
              <a:t>{{name}}</a:t>
            </a:r>
            <a:endParaRPr lang="es-AR" sz="5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8"/>
          <p:cNvSpPr/>
          <p:nvPr/>
        </p:nvSpPr>
        <p:spPr>
          <a:xfrm>
            <a:off x="13680360" y="2340000"/>
            <a:ext cx="7016400" cy="68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366"/>
              </a:lnSpc>
            </a:pPr>
            <a:r>
              <a:rPr lang="en-US" sz="3200" b="1" u="none" strike="noStrike">
                <a:solidFill>
                  <a:srgbClr val="c0504d"/>
                </a:solidFill>
                <a:effectLst/>
                <a:uFillTx/>
                <a:latin typeface="poppins Bold"/>
                <a:ea typeface="Montserrat Bold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9"/>
          <p:cNvSpPr/>
          <p:nvPr/>
        </p:nvSpPr>
        <p:spPr>
          <a:xfrm>
            <a:off x="688320" y="24120000"/>
            <a:ext cx="1978560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Poppins"/>
                <a:ea typeface="Montserrat Bold"/>
              </a:rPr>
              <a:t>FORMACIÓN ACADÉMICA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0"/>
          <p:cNvSpPr/>
          <p:nvPr/>
        </p:nvSpPr>
        <p:spPr>
          <a:xfrm>
            <a:off x="753480" y="25109640"/>
            <a:ext cx="19738800" cy="122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049040" lvl="2" indent="-349560" defTabSz="914400">
              <a:lnSpc>
                <a:spcPts val="4810"/>
              </a:lnSpc>
              <a:buClr>
                <a:srgbClr val="343434"/>
              </a:buClr>
              <a:buFont typeface="Arial"/>
              <a:buChar char="⚬"/>
            </a:pPr>
            <a:r>
              <a:rPr lang="en-US" sz="2430" b="0" u="none" spc="40" strike="noStrike">
                <a:solidFill>
                  <a:srgbClr val="343434"/>
                </a:solidFill>
                <a:effectLst/>
                <a:uFillTx/>
                <a:latin typeface="Nova"/>
                <a:ea typeface="Montserrat Bold"/>
              </a:rPr>
              <a:t>{{edu_1_degree}} </a:t>
            </a:r>
            <a:r>
              <a:rPr lang="en-US" sz="2430" b="1" u="none" spc="40" strike="noStrike">
                <a:solidFill>
                  <a:srgbClr val="343434"/>
                </a:solidFill>
                <a:effectLst/>
                <a:uFillTx/>
                <a:latin typeface="Nova"/>
                <a:ea typeface="Montserrat Bold"/>
              </a:rPr>
              <a:t> </a:t>
            </a:r>
            <a:r>
              <a:rPr lang="en-US" sz="2430" b="0" u="none" spc="40" strike="noStrike">
                <a:solidFill>
                  <a:srgbClr val="343434"/>
                </a:solidFill>
                <a:effectLst/>
                <a:uFillTx/>
                <a:latin typeface="Nova"/>
                <a:ea typeface="Montserrat"/>
              </a:rPr>
              <a:t>{{edu_1_school}}  {{edu_1_years}}</a:t>
            </a:r>
            <a:endParaRPr lang="es-AR" sz="2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49040" lvl="2" indent="-349560" defTabSz="914400">
              <a:lnSpc>
                <a:spcPts val="4810"/>
              </a:lnSpc>
              <a:buClr>
                <a:srgbClr val="343434"/>
              </a:buClr>
              <a:buFont typeface="Arial"/>
              <a:buChar char="⚬"/>
            </a:pPr>
            <a:r>
              <a:rPr lang="en-US" sz="2430" b="0" u="none" spc="40" strike="noStrike">
                <a:solidFill>
                  <a:srgbClr val="343434"/>
                </a:solidFill>
                <a:effectLst/>
                <a:uFillTx/>
                <a:latin typeface="Nova"/>
                <a:ea typeface="Montserrat Bold"/>
              </a:rPr>
              <a:t>{{edu_2_degree}} </a:t>
            </a:r>
            <a:r>
              <a:rPr lang="en-US" sz="2430" b="1" u="none" spc="40" strike="noStrike">
                <a:solidFill>
                  <a:srgbClr val="343434"/>
                </a:solidFill>
                <a:effectLst/>
                <a:uFillTx/>
                <a:latin typeface="Nova"/>
                <a:ea typeface="Montserrat Bold"/>
              </a:rPr>
              <a:t> </a:t>
            </a:r>
            <a:r>
              <a:rPr lang="en-US" sz="2430" b="0" u="none" spc="40" strike="noStrike">
                <a:solidFill>
                  <a:srgbClr val="343434"/>
                </a:solidFill>
                <a:effectLst/>
                <a:uFillTx/>
                <a:latin typeface="Nova"/>
                <a:ea typeface="Montserrat"/>
              </a:rPr>
              <a:t>{{edu_2_school}}  {{edu_2_years}}</a:t>
            </a:r>
            <a:endParaRPr lang="es-AR" sz="2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21"/>
          <p:cNvSpPr/>
          <p:nvPr/>
        </p:nvSpPr>
        <p:spPr>
          <a:xfrm>
            <a:off x="166680" y="2035080"/>
            <a:ext cx="7930800" cy="53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Nova"/>
                <a:ea typeface="Montserrat"/>
              </a:rPr>
              <a:t>{{contact_email}}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22"/>
          <p:cNvSpPr/>
          <p:nvPr/>
        </p:nvSpPr>
        <p:spPr>
          <a:xfrm>
            <a:off x="180000" y="680760"/>
            <a:ext cx="7917480" cy="53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41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Nova"/>
                <a:ea typeface="Montserrat"/>
              </a:rPr>
              <a:t>+{{contact_phone}}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23"/>
          <p:cNvSpPr/>
          <p:nvPr/>
        </p:nvSpPr>
        <p:spPr>
          <a:xfrm>
            <a:off x="180000" y="1361160"/>
            <a:ext cx="7737480" cy="53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Nova"/>
                <a:ea typeface="Montserrat"/>
              </a:rPr>
              <a:t>{{contact_location}}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24"/>
          <p:cNvSpPr/>
          <p:nvPr/>
        </p:nvSpPr>
        <p:spPr>
          <a:xfrm>
            <a:off x="272880" y="2747880"/>
            <a:ext cx="6746760" cy="53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41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Nova"/>
                <a:ea typeface="Montserrat"/>
              </a:rPr>
              <a:t>Disponibilidad full time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26"/>
          <p:cNvSpPr/>
          <p:nvPr/>
        </p:nvSpPr>
        <p:spPr>
          <a:xfrm>
            <a:off x="866160" y="8483040"/>
            <a:ext cx="19830600" cy="74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9"/>
              </a:lnSpc>
            </a:pPr>
            <a:r>
              <a:rPr lang="en-US" sz="3200" b="1" u="none" strike="noStrike">
                <a:solidFill>
                  <a:srgbClr val="333333"/>
                </a:solidFill>
                <a:effectLst/>
                <a:uFillTx/>
                <a:latin typeface="Poppins Bold"/>
                <a:ea typeface="Poppins Bold"/>
              </a:rPr>
              <a:t>{{exp_1_role}}</a:t>
            </a: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 Bold"/>
                <a:ea typeface="Poppins Bold"/>
              </a:rPr>
              <a:t> </a:t>
            </a: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Nova"/>
                <a:ea typeface="Poppins Bold"/>
              </a:rPr>
              <a:t> </a:t>
            </a:r>
            <a:r>
              <a:rPr lang="en-US" sz="3200" b="0" u="none" strike="noStrike">
                <a:solidFill>
                  <a:srgbClr val="1e1e1e"/>
                </a:solidFill>
                <a:effectLst/>
                <a:uFillTx/>
                <a:latin typeface="Nova"/>
                <a:ea typeface="Poppins"/>
              </a:rPr>
              <a:t>{{exp_1_company}}   {{exp_1_dates}}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17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17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17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Nova"/>
                <a:ea typeface="Montserrat"/>
              </a:rPr>
              <a:t>{{exp_1_bullets_block}}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41"/>
              </a:lnSpc>
            </a:pPr>
            <a:endParaRPr lang="es-AR" sz="28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79"/>
              </a:lnSpc>
            </a:pPr>
            <a:r>
              <a:rPr lang="en-US" sz="3200" b="1" u="none" strike="noStrike">
                <a:solidFill>
                  <a:srgbClr val="333333"/>
                </a:solidFill>
                <a:effectLst/>
                <a:uFillTx/>
                <a:latin typeface="Poppins Bold"/>
                <a:ea typeface="Poppins Bold"/>
              </a:rPr>
              <a:t>{{exp_2_role}}</a:t>
            </a: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 Bold"/>
                <a:ea typeface="Poppins Bold"/>
              </a:rPr>
              <a:t>  </a:t>
            </a:r>
            <a:r>
              <a:rPr lang="en-US" sz="3200" b="0" u="none" strike="noStrike">
                <a:solidFill>
                  <a:srgbClr val="1e1e1e"/>
                </a:solidFill>
                <a:effectLst/>
                <a:uFillTx/>
                <a:latin typeface="Nova"/>
                <a:ea typeface="Poppins"/>
              </a:rPr>
              <a:t>{{exp_2_company}}   {{exp_2_dates}}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17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17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17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17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Nova"/>
                <a:ea typeface="Montserrat"/>
              </a:rPr>
              <a:t>{{exp_2_bullets_block}}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8"/>
              </a:lnSpc>
            </a:pPr>
            <a:endParaRPr lang="es-AR" sz="28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79"/>
              </a:lnSpc>
            </a:pPr>
            <a:r>
              <a:rPr lang="en-US" sz="3200" b="1" u="none" strike="noStrike">
                <a:solidFill>
                  <a:srgbClr val="333333"/>
                </a:solidFill>
                <a:effectLst/>
                <a:uFillTx/>
                <a:latin typeface="Poppins Bold"/>
                <a:ea typeface="Poppins Bold"/>
              </a:rPr>
              <a:t>{{exp_3_role}}</a:t>
            </a: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Poppins Bold"/>
                <a:ea typeface="Poppins Bold"/>
              </a:rPr>
              <a:t>  </a:t>
            </a:r>
            <a:r>
              <a:rPr lang="en-US" sz="3200" b="0" u="none" strike="noStrike">
                <a:solidFill>
                  <a:srgbClr val="1e1e1e"/>
                </a:solidFill>
                <a:effectLst/>
                <a:uFillTx/>
                <a:latin typeface="Nova"/>
                <a:ea typeface="Poppins"/>
              </a:rPr>
              <a:t>{{exp_3_company}}   {{exp_3_dates}}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17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17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17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17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Nova"/>
                <a:ea typeface="Montserrat"/>
              </a:rPr>
              <a:t>{{exp_3_bullets_block}}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30"/>
          <p:cNvSpPr/>
          <p:nvPr/>
        </p:nvSpPr>
        <p:spPr>
          <a:xfrm>
            <a:off x="4943160" y="12942000"/>
            <a:ext cx="15573600" cy="56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2"/>
          <p:cNvSpPr/>
          <p:nvPr/>
        </p:nvSpPr>
        <p:spPr>
          <a:xfrm>
            <a:off x="905400" y="17697960"/>
            <a:ext cx="19431360" cy="5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8280000" y="0"/>
            <a:ext cx="3776760" cy="3776760"/>
          </a:xfrm>
          <a:prstGeom prst="flowChartConnector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5580000" y="175320"/>
            <a:ext cx="3056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"/>
          <p:cNvSpPr/>
          <p:nvPr/>
        </p:nvSpPr>
        <p:spPr>
          <a:xfrm>
            <a:off x="3960000" y="27376920"/>
            <a:ext cx="19828440" cy="238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221840" lvl="2" indent="-407160" defTabSz="914400">
              <a:lnSpc>
                <a:spcPts val="4697"/>
              </a:lnSpc>
              <a:buClr>
                <a:srgbClr val="343434"/>
              </a:buClr>
              <a:buFont typeface="Arial"/>
              <a:buChar char="⚬"/>
            </a:pPr>
            <a:r>
              <a:rPr lang="en-US" sz="2830" b="0" u="none" strike="noStrike">
                <a:solidFill>
                  <a:srgbClr val="343434"/>
                </a:solidFill>
                <a:effectLst/>
                <a:uFillTx/>
                <a:latin typeface="Nova"/>
                <a:ea typeface="Montserrat"/>
              </a:rPr>
              <a:t>{{cursos_1}}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21840" lvl="2" indent="-407160" defTabSz="914400">
              <a:lnSpc>
                <a:spcPts val="4697"/>
              </a:lnSpc>
              <a:buClr>
                <a:srgbClr val="343434"/>
              </a:buClr>
              <a:buFont typeface="Arial"/>
              <a:buChar char="⚬"/>
            </a:pPr>
            <a:r>
              <a:rPr lang="en-US" sz="2830" b="0" u="none" strike="noStrike">
                <a:solidFill>
                  <a:srgbClr val="343434"/>
                </a:solidFill>
                <a:effectLst/>
                <a:uFillTx/>
                <a:latin typeface="Nova"/>
                <a:ea typeface="Montserrat"/>
              </a:rPr>
              <a:t>{{cursos_2}}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21840" lvl="2" indent="-407160" defTabSz="914400">
              <a:lnSpc>
                <a:spcPts val="4697"/>
              </a:lnSpc>
              <a:buClr>
                <a:srgbClr val="343434"/>
              </a:buClr>
              <a:buFont typeface="Arial"/>
              <a:buChar char="⚬"/>
            </a:pPr>
            <a:r>
              <a:rPr lang="en-US" sz="2830" b="0" u="none" strike="noStrike">
                <a:solidFill>
                  <a:srgbClr val="343434"/>
                </a:solidFill>
                <a:effectLst/>
                <a:uFillTx/>
                <a:latin typeface="Nova"/>
                <a:ea typeface="Montserrat"/>
              </a:rPr>
              <a:t>{{cursos_3}}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9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DAG9kkGcXe8</dc:identifier>
  <dc:language>es-AR</dc:language>
  <cp:lastModifiedBy/>
  <dcterms:modified xsi:type="dcterms:W3CDTF">2026-01-14T15:21:29Z</dcterms:modified>
  <cp:revision>16</cp:revision>
  <dc:subject/>
  <dc:title>Plantilla_oficial_13.pptx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