
<file path=[Content_Types].xml><?xml version="1.0" encoding="utf-8"?>
<Types xmlns="http://schemas.openxmlformats.org/package/2006/content-types">
  <Default Extension="fntdata" ContentType="application/x-fontdata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custom.xml" ContentType="application/vnd.openxmlformats-officedocument.custom-properties+xml"/>
  <Override PartName="/docProps/core.xml" ContentType="application/vnd.openxmlformats-package.core-properties+xml"/>
  <Override PartName="/docProps/app.xml" ContentType="application/vnd.openxmlformats-officedocument.extended-properties+xml"/>
  <Override PartName="/ppt/theme/theme1.xml" ContentType="application/vnd.openxmlformats-officedocument.theme+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presProps.xml" ContentType="application/vnd.openxmlformats-officedocument.presentationml.presProps+xml"/>
  <Override PartName="/ppt/slides/slide1.xml" ContentType="application/vnd.openxmlformats-officedocument.presentationml.slide+xml"/>
</Types>
</file>

<file path=_rels/.rels><?xml version="1.0" encoding="UTF-8"?>
<Relationships xmlns="http://schemas.openxmlformats.org/package/2006/relationships"><Relationship Id="rId1" Type="http://schemas.openxmlformats.org/package/2006/relationships/metadata/core-properties" Target="docProps/core.xml"/><Relationship Id="rId2" Type="http://schemas.openxmlformats.org/officeDocument/2006/relationships/extended-properties" Target="docProps/app.xml"/><Relationship Id="rId3" Type="http://schemas.openxmlformats.org/officeDocument/2006/relationships/custom-properties" Target="docProps/custom.xml"/><Relationship Id="rId4" Type="http://schemas.openxmlformats.org/officeDocument/2006/relationships/officeDocument" Target="ppt/presentation.xml"/>
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embedTrueTypeFonts="1">
  <p:sldMasterIdLst>
    <p:sldMasterId id="2147483648" r:id="rId2"/>
  </p:sldMasterIdLst>
  <p:sldIdLst>
    <p:sldId id="256" r:id="rId3"/>
  </p:sldIdLst>
  <p:sldSz cx="21374100" cy="30276800"/>
  <p:notesSz cx="7559675" cy="10691813"/>
  <p:embeddedFontLst>
    <p:embeddedFont>
      <p:font typeface="Lato"/>
      <p:regular r:id="rId4"/>
      <p:bold r:id="rId4"/>
    </p:embeddedFont>
    <p:embeddedFont>
      <p:font typeface="Poppins"/>
      <p:regular r:id="rId5"/>
      <p:bold r:id="rId5"/>
    </p:embeddedFont>
    <p:embeddedFont>
      <p:font typeface="Montserrat Bold"/>
    </p:embeddedFont>
    <p:embeddedFont>
      <p:font typeface="Microsoft YaHei"/>
      <p:regular r:id="rId6"/>
    </p:embeddedFont>
    <p:embeddedFont>
      <p:font typeface="Montserrat"/>
      <p:regular r:id="rId7"/>
      <p:bold r:id="rId7"/>
    </p:embeddedFont>
  </p:embeddedFontLst>
</p:presentation>
</file>

<file path=ppt/presProps.xml><?xml version="1.0" encoding="utf-8"?>
<p:presentationPr xmlns:a="http://schemas.openxmlformats.org/drawingml/2006/main" xmlns:p="http://schemas.openxmlformats.org/presentationml/2006/main" xmlns:r="http://schemas.openxmlformats.org/officeDocument/2006/relationships">
  <p:showPr showNarration="1"/>
</p:presentationPr>
</file>

<file path=ppt/_rels/presentation.xml.rels><?xml version="1.0" encoding="UTF-8"?>
<Relationships xmlns="http://schemas.openxmlformats.org/package/2006/relationships"><Relationship Id="rId1" Type="http://schemas.openxmlformats.org/officeDocument/2006/relationships/theme" Target="theme/theme1.xml"/><Relationship Id="rId2" Type="http://schemas.openxmlformats.org/officeDocument/2006/relationships/slideMaster" Target="slideMasters/slideMaster1.xml"/><Relationship Id="rId3" Type="http://schemas.openxmlformats.org/officeDocument/2006/relationships/slide" Target="slides/slide1.xml"/><Relationship Id="rId4" Type="http://schemas.openxmlformats.org/officeDocument/2006/relationships/font" Target="fonts/Font_1_Lato_Regular.fntdata"/><Relationship Id="rId5" Type="http://schemas.openxmlformats.org/officeDocument/2006/relationships/font" Target="fonts/Font_2_Poppins_Regular.fntdata"/><Relationship Id="rId6" Type="http://schemas.openxmlformats.org/officeDocument/2006/relationships/font" Target="fonts/Font_3_Microsoft_YaHei_Regular.fntdata"/><Relationship Id="rId7" Type="http://schemas.openxmlformats.org/officeDocument/2006/relationships/font" Target="fonts/Font_4_Montserrat_Regular.fntdata"/><Relationship Id="rId8" Type="http://schemas.openxmlformats.org/officeDocument/2006/relationships/presProps" Target="presProps.xml"/>
</Relationships>
</file>

<file path=ppt/slideLayouts/_rels/slideLayout1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2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3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4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5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6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7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8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9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10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11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slideLayout1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woObj" preserve="1">
  <p:cSld name="Two Content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PlaceHolder 1"/>
          <p:cNvSpPr>
            <a:spLocks noGrp="1"/>
          </p:cNvSpPr>
          <p:nvPr>
            <p:ph type="title"/>
          </p:nvPr>
        </p:nvSpPr>
        <p:spPr>
          <a:xfrm>
            <a:off x="457200" y="274680"/>
            <a:ext cx="8208720" cy="112212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p>
            <a:pPr indent="0" algn="ctr" defTabSz="914400">
              <a:lnSpc>
                <a:spcPct val="100000"/>
              </a:lnSpc>
              <a:buNone/>
              <a:tabLst>
                <a:tab algn="l" pos="0"/>
              </a:tabLst>
            </a:pPr>
            <a:r>
              <a:rPr lang="en-US" sz="44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Click to edit Master title style</a:t>
            </a:r>
            <a:endParaRPr lang="es-AR" sz="4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" name="PlaceHolder 2"/>
          <p:cNvSpPr>
            <a:spLocks noGrp="1"/>
          </p:cNvSpPr>
          <p:nvPr>
            <p:ph type="body"/>
          </p:nvPr>
        </p:nvSpPr>
        <p:spPr>
          <a:xfrm>
            <a:off x="457200" y="1600200"/>
            <a:ext cx="4017600" cy="450504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Autofit/>
          </a:bodyPr>
          <a:p>
            <a:pPr marL="343080" indent="-343080" defTabSz="914400">
              <a:lnSpc>
                <a:spcPct val="100000"/>
              </a:lnSpc>
              <a:spcBef>
                <a:spcPts val="561"/>
              </a:spcBef>
              <a:buClr>
                <a:srgbClr val="000000"/>
              </a:buClr>
              <a:buFont typeface="Arial"/>
              <a:buChar char="•"/>
            </a:pPr>
            <a:r>
              <a:rPr lang="en-US" sz="28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Click to edit Master text styles</a:t>
            </a:r>
            <a:endParaRPr lang="es-AR" sz="2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743040" lvl="1" indent="-285840" defTabSz="914400">
              <a:lnSpc>
                <a:spcPct val="100000"/>
              </a:lnSpc>
              <a:spcBef>
                <a:spcPts val="479"/>
              </a:spcBef>
              <a:buClr>
                <a:srgbClr val="000000"/>
              </a:buClr>
              <a:buFont typeface="Arial"/>
              <a:buChar char="–"/>
            </a:pPr>
            <a:r>
              <a:rPr lang="en-US" sz="24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Second level</a:t>
            </a:r>
            <a:endParaRPr lang="es-AR" sz="2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143000" lvl="2" indent="-228600" defTabSz="914400">
              <a:lnSpc>
                <a:spcPct val="100000"/>
              </a:lnSpc>
              <a:spcBef>
                <a:spcPts val="400"/>
              </a:spcBef>
              <a:buClr>
                <a:srgbClr val="000000"/>
              </a:buClr>
              <a:buFont typeface="Arial"/>
              <a:buChar char="•"/>
            </a:pPr>
            <a:r>
              <a:rPr lang="en-US" sz="20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Third level</a:t>
            </a:r>
            <a:endParaRPr lang="es-AR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600200" lvl="3" indent="-228600" defTabSz="914400">
              <a:lnSpc>
                <a:spcPct val="100000"/>
              </a:lnSpc>
              <a:spcBef>
                <a:spcPts val="360"/>
              </a:spcBef>
              <a:buClr>
                <a:srgbClr val="000000"/>
              </a:buClr>
              <a:buFont typeface="Arial"/>
              <a:buChar char="–"/>
            </a:pPr>
            <a:r>
              <a:rPr lang="en-US" sz="18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Fourth level</a:t>
            </a:r>
            <a:endParaRPr lang="es-AR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057400" lvl="4" indent="-228600" defTabSz="914400">
              <a:lnSpc>
                <a:spcPct val="100000"/>
              </a:lnSpc>
              <a:spcBef>
                <a:spcPts val="360"/>
              </a:spcBef>
              <a:buClr>
                <a:srgbClr val="000000"/>
              </a:buClr>
              <a:buFont typeface="Arial"/>
              <a:buChar char="»"/>
            </a:pPr>
            <a:r>
              <a:rPr lang="en-US" sz="18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Fifth level</a:t>
            </a:r>
            <a:endParaRPr lang="es-AR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" name="PlaceHolder 3"/>
          <p:cNvSpPr>
            <a:spLocks noGrp="1"/>
          </p:cNvSpPr>
          <p:nvPr>
            <p:ph type="body"/>
          </p:nvPr>
        </p:nvSpPr>
        <p:spPr>
          <a:xfrm>
            <a:off x="4648320" y="1600200"/>
            <a:ext cx="4017600" cy="450504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Autofit/>
          </a:bodyPr>
          <a:p>
            <a:pPr marL="343080" indent="-343080" defTabSz="914400">
              <a:lnSpc>
                <a:spcPct val="100000"/>
              </a:lnSpc>
              <a:spcBef>
                <a:spcPts val="561"/>
              </a:spcBef>
              <a:buClr>
                <a:srgbClr val="000000"/>
              </a:buClr>
              <a:buFont typeface="Arial"/>
              <a:buChar char="•"/>
            </a:pPr>
            <a:r>
              <a:rPr lang="en-US" sz="28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Click to edit Master text styles</a:t>
            </a:r>
            <a:endParaRPr lang="es-AR" sz="2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743040" lvl="1" indent="-285840" defTabSz="914400">
              <a:lnSpc>
                <a:spcPct val="100000"/>
              </a:lnSpc>
              <a:spcBef>
                <a:spcPts val="479"/>
              </a:spcBef>
              <a:buClr>
                <a:srgbClr val="000000"/>
              </a:buClr>
              <a:buFont typeface="Arial"/>
              <a:buChar char="–"/>
            </a:pPr>
            <a:r>
              <a:rPr lang="en-US" sz="24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Second level</a:t>
            </a:r>
            <a:endParaRPr lang="es-AR" sz="2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143000" lvl="2" indent="-228600" defTabSz="914400">
              <a:lnSpc>
                <a:spcPct val="100000"/>
              </a:lnSpc>
              <a:spcBef>
                <a:spcPts val="400"/>
              </a:spcBef>
              <a:buClr>
                <a:srgbClr val="000000"/>
              </a:buClr>
              <a:buFont typeface="Arial"/>
              <a:buChar char="•"/>
            </a:pPr>
            <a:r>
              <a:rPr lang="en-US" sz="20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Third level</a:t>
            </a:r>
            <a:endParaRPr lang="es-AR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600200" lvl="3" indent="-228600" defTabSz="914400">
              <a:lnSpc>
                <a:spcPct val="100000"/>
              </a:lnSpc>
              <a:spcBef>
                <a:spcPts val="360"/>
              </a:spcBef>
              <a:buClr>
                <a:srgbClr val="000000"/>
              </a:buClr>
              <a:buFont typeface="Arial"/>
              <a:buChar char="–"/>
            </a:pPr>
            <a:r>
              <a:rPr lang="en-US" sz="18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Fourth level</a:t>
            </a:r>
            <a:endParaRPr lang="es-AR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057400" lvl="4" indent="-228600" defTabSz="914400">
              <a:lnSpc>
                <a:spcPct val="100000"/>
              </a:lnSpc>
              <a:spcBef>
                <a:spcPts val="360"/>
              </a:spcBef>
              <a:buClr>
                <a:srgbClr val="000000"/>
              </a:buClr>
              <a:buFont typeface="Arial"/>
              <a:buChar char="»"/>
            </a:pPr>
            <a:r>
              <a:rPr lang="en-US" sz="18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Fifth level</a:t>
            </a:r>
            <a:endParaRPr lang="es-AR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" name="PlaceHolder 4"/>
          <p:cNvSpPr>
            <a:spLocks noGrp="1"/>
          </p:cNvSpPr>
          <p:nvPr>
            <p:ph type="dt" idx="1"/>
          </p:nvPr>
        </p:nvSpPr>
        <p:spPr>
          <a:xfrm>
            <a:off x="457200" y="6356520"/>
            <a:ext cx="2112840" cy="34416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defTabSz="914400">
              <a:lnSpc>
                <a:spcPct val="100000"/>
              </a:lnSpc>
              <a:buNone/>
              <a:tabLst>
                <a:tab algn="l" pos="0"/>
              </a:tabLst>
              <a:def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defTabSz="914400">
              <a:lnSpc>
                <a:spcPct val="100000"/>
              </a:lnSpc>
              <a:buNone/>
              <a:tabLst>
                <a:tab algn="l" pos="0"/>
              </a:tabLst>
            </a:pPr>
            <a:r>
              <a: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&lt;fecha/hora&gt;</a:t>
            </a:r>
            <a:endParaRPr lang="es-AR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6" name="PlaceHolder 5"/>
          <p:cNvSpPr>
            <a:spLocks noGrp="1"/>
          </p:cNvSpPr>
          <p:nvPr>
            <p:ph type="ftr" idx="2"/>
          </p:nvPr>
        </p:nvSpPr>
        <p:spPr>
          <a:xfrm>
            <a:off x="3124080" y="6356520"/>
            <a:ext cx="2874600" cy="34416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ctr">
              <a:lnSpc>
                <a:spcPct val="100000"/>
              </a:lnSpc>
              <a:buNone/>
              <a:tabLst>
                <a:tab algn="l" pos="0"/>
              </a:tabLst>
              <a:defRPr lang="es-AR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ctr">
              <a:lnSpc>
                <a:spcPct val="100000"/>
              </a:lnSpc>
              <a:buNone/>
              <a:tabLst>
                <a:tab algn="l" pos="0"/>
              </a:tabLst>
            </a:pPr>
            <a:r>
              <a:rPr lang="es-AR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&lt;pie de página&gt;</a:t>
            </a:r>
            <a:endParaRPr lang="es-AR" sz="1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7" name="PlaceHolder 6"/>
          <p:cNvSpPr>
            <a:spLocks noGrp="1"/>
          </p:cNvSpPr>
          <p:nvPr>
            <p:ph type="sldNum" idx="3"/>
          </p:nvPr>
        </p:nvSpPr>
        <p:spPr>
          <a:xfrm>
            <a:off x="6553080" y="6356520"/>
            <a:ext cx="2112840" cy="34416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algn="l" pos="0"/>
              </a:tabLst>
              <a:def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algn="l" pos="0"/>
              </a:tabLst>
            </a:pPr>
            <a:fld id="{BF34AFB5-350A-4C7C-9317-55886B6D2482}" type="slidenum">
              <a: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&lt;número&gt;</a:t>
            </a:fld>
            <a:endParaRPr lang="es-AR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sldLayout>
</file>

<file path=ppt/slideLayouts/slideLayout2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Comparison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PlaceHolder 1"/>
          <p:cNvSpPr>
            <a:spLocks noGrp="1"/>
          </p:cNvSpPr>
          <p:nvPr>
            <p:ph type="title"/>
          </p:nvPr>
        </p:nvSpPr>
        <p:spPr>
          <a:xfrm>
            <a:off x="457200" y="274680"/>
            <a:ext cx="8208720" cy="112212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p>
            <a:pPr indent="0" algn="ctr" defTabSz="914400">
              <a:lnSpc>
                <a:spcPct val="100000"/>
              </a:lnSpc>
              <a:buNone/>
              <a:tabLst>
                <a:tab algn="l" pos="0"/>
              </a:tabLst>
            </a:pPr>
            <a:r>
              <a:rPr lang="en-US" sz="44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Click to edit Master title style</a:t>
            </a:r>
            <a:endParaRPr lang="es-AR" sz="4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9" name="PlaceHolder 2"/>
          <p:cNvSpPr>
            <a:spLocks noGrp="1"/>
          </p:cNvSpPr>
          <p:nvPr>
            <p:ph type="body"/>
          </p:nvPr>
        </p:nvSpPr>
        <p:spPr>
          <a:xfrm>
            <a:off x="457200" y="1535040"/>
            <a:ext cx="4019400" cy="61884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b">
            <a:noAutofit/>
          </a:bodyPr>
          <a:p>
            <a:pPr indent="0" defTabSz="914400">
              <a:lnSpc>
                <a:spcPct val="100000"/>
              </a:lnSpc>
              <a:spcBef>
                <a:spcPts val="479"/>
              </a:spcBef>
              <a:buNone/>
              <a:tabLst>
                <a:tab algn="l" pos="0"/>
              </a:tabLst>
            </a:pPr>
            <a:r>
              <a:rPr lang="en-US" sz="2400" b="1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Click to edit Master text styles</a:t>
            </a:r>
            <a:endParaRPr lang="es-AR" sz="2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0" name="PlaceHolder 3"/>
          <p:cNvSpPr>
            <a:spLocks noGrp="1"/>
          </p:cNvSpPr>
          <p:nvPr>
            <p:ph type="body"/>
          </p:nvPr>
        </p:nvSpPr>
        <p:spPr>
          <a:xfrm>
            <a:off x="457200" y="2174760"/>
            <a:ext cx="4019400" cy="39304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Autofit/>
          </a:bodyPr>
          <a:p>
            <a:pPr marL="343080" indent="-343080" defTabSz="914400">
              <a:lnSpc>
                <a:spcPct val="100000"/>
              </a:lnSpc>
              <a:spcBef>
                <a:spcPts val="479"/>
              </a:spcBef>
              <a:buClr>
                <a:srgbClr val="000000"/>
              </a:buClr>
              <a:buFont typeface="Arial"/>
              <a:buChar char="•"/>
            </a:pPr>
            <a:r>
              <a:rPr lang="en-US" sz="24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Click to edit Master text styles</a:t>
            </a:r>
            <a:endParaRPr lang="es-AR" sz="2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743040" lvl="1" indent="-285840" defTabSz="914400">
              <a:lnSpc>
                <a:spcPct val="100000"/>
              </a:lnSpc>
              <a:spcBef>
                <a:spcPts val="400"/>
              </a:spcBef>
              <a:buClr>
                <a:srgbClr val="000000"/>
              </a:buClr>
              <a:buFont typeface="Arial"/>
              <a:buChar char="–"/>
            </a:pPr>
            <a:r>
              <a:rPr lang="en-US" sz="20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Second level</a:t>
            </a:r>
            <a:endParaRPr lang="es-AR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143000" lvl="2" indent="-228600" defTabSz="914400">
              <a:lnSpc>
                <a:spcPct val="100000"/>
              </a:lnSpc>
              <a:spcBef>
                <a:spcPts val="360"/>
              </a:spcBef>
              <a:buClr>
                <a:srgbClr val="000000"/>
              </a:buClr>
              <a:buFont typeface="Arial"/>
              <a:buChar char="•"/>
            </a:pPr>
            <a:r>
              <a:rPr lang="en-US" sz="18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Third level</a:t>
            </a:r>
            <a:endParaRPr lang="es-AR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600200" lvl="3" indent="-228600" defTabSz="914400">
              <a:lnSpc>
                <a:spcPct val="100000"/>
              </a:lnSpc>
              <a:spcBef>
                <a:spcPts val="320"/>
              </a:spcBef>
              <a:buClr>
                <a:srgbClr val="000000"/>
              </a:buClr>
              <a:buFont typeface="Arial"/>
              <a:buChar char="–"/>
            </a:pPr>
            <a:r>
              <a:rPr lang="en-US" sz="16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Fourth level</a:t>
            </a:r>
            <a:endParaRPr lang="es-AR" sz="1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057400" lvl="4" indent="-228600" defTabSz="914400">
              <a:lnSpc>
                <a:spcPct val="100000"/>
              </a:lnSpc>
              <a:spcBef>
                <a:spcPts val="320"/>
              </a:spcBef>
              <a:buClr>
                <a:srgbClr val="000000"/>
              </a:buClr>
              <a:buFont typeface="Arial"/>
              <a:buChar char="»"/>
            </a:pPr>
            <a:r>
              <a:rPr lang="en-US" sz="16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Fifth level</a:t>
            </a:r>
            <a:endParaRPr lang="es-AR" sz="1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1" name="PlaceHolder 4"/>
          <p:cNvSpPr>
            <a:spLocks noGrp="1"/>
          </p:cNvSpPr>
          <p:nvPr>
            <p:ph type="body"/>
          </p:nvPr>
        </p:nvSpPr>
        <p:spPr>
          <a:xfrm>
            <a:off x="4645080" y="1535040"/>
            <a:ext cx="4020840" cy="61884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b">
            <a:noAutofit/>
          </a:bodyPr>
          <a:p>
            <a:pPr indent="0" defTabSz="914400">
              <a:lnSpc>
                <a:spcPct val="100000"/>
              </a:lnSpc>
              <a:spcBef>
                <a:spcPts val="479"/>
              </a:spcBef>
              <a:buNone/>
              <a:tabLst>
                <a:tab algn="l" pos="0"/>
              </a:tabLst>
            </a:pPr>
            <a:r>
              <a:rPr lang="en-US" sz="2400" b="1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Click to edit Master text styles</a:t>
            </a:r>
            <a:endParaRPr lang="es-AR" sz="2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2" name="PlaceHolder 5"/>
          <p:cNvSpPr>
            <a:spLocks noGrp="1"/>
          </p:cNvSpPr>
          <p:nvPr>
            <p:ph type="body"/>
          </p:nvPr>
        </p:nvSpPr>
        <p:spPr>
          <a:xfrm>
            <a:off x="4645080" y="2174760"/>
            <a:ext cx="4020840" cy="39304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Autofit/>
          </a:bodyPr>
          <a:p>
            <a:pPr marL="343080" indent="-343080" defTabSz="914400">
              <a:lnSpc>
                <a:spcPct val="100000"/>
              </a:lnSpc>
              <a:spcBef>
                <a:spcPts val="479"/>
              </a:spcBef>
              <a:buClr>
                <a:srgbClr val="000000"/>
              </a:buClr>
              <a:buFont typeface="Arial"/>
              <a:buChar char="•"/>
            </a:pPr>
            <a:r>
              <a:rPr lang="en-US" sz="24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Click to edit Master text styles</a:t>
            </a:r>
            <a:endParaRPr lang="es-AR" sz="2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743040" lvl="1" indent="-285840" defTabSz="914400">
              <a:lnSpc>
                <a:spcPct val="100000"/>
              </a:lnSpc>
              <a:spcBef>
                <a:spcPts val="400"/>
              </a:spcBef>
              <a:buClr>
                <a:srgbClr val="000000"/>
              </a:buClr>
              <a:buFont typeface="Arial"/>
              <a:buChar char="–"/>
            </a:pPr>
            <a:r>
              <a:rPr lang="en-US" sz="20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Second level</a:t>
            </a:r>
            <a:endParaRPr lang="es-AR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143000" lvl="2" indent="-228600" defTabSz="914400">
              <a:lnSpc>
                <a:spcPct val="100000"/>
              </a:lnSpc>
              <a:spcBef>
                <a:spcPts val="360"/>
              </a:spcBef>
              <a:buClr>
                <a:srgbClr val="000000"/>
              </a:buClr>
              <a:buFont typeface="Arial"/>
              <a:buChar char="•"/>
            </a:pPr>
            <a:r>
              <a:rPr lang="en-US" sz="18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Third level</a:t>
            </a:r>
            <a:endParaRPr lang="es-AR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600200" lvl="3" indent="-228600" defTabSz="914400">
              <a:lnSpc>
                <a:spcPct val="100000"/>
              </a:lnSpc>
              <a:spcBef>
                <a:spcPts val="320"/>
              </a:spcBef>
              <a:buClr>
                <a:srgbClr val="000000"/>
              </a:buClr>
              <a:buFont typeface="Arial"/>
              <a:buChar char="–"/>
            </a:pPr>
            <a:r>
              <a:rPr lang="en-US" sz="16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Fourth level</a:t>
            </a:r>
            <a:endParaRPr lang="es-AR" sz="1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057400" lvl="4" indent="-228600" defTabSz="914400">
              <a:lnSpc>
                <a:spcPct val="100000"/>
              </a:lnSpc>
              <a:spcBef>
                <a:spcPts val="320"/>
              </a:spcBef>
              <a:buClr>
                <a:srgbClr val="000000"/>
              </a:buClr>
              <a:buFont typeface="Arial"/>
              <a:buChar char="»"/>
            </a:pPr>
            <a:r>
              <a:rPr lang="en-US" sz="16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Fifth level</a:t>
            </a:r>
            <a:endParaRPr lang="es-AR" sz="1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3" name="PlaceHolder 6"/>
          <p:cNvSpPr>
            <a:spLocks noGrp="1"/>
          </p:cNvSpPr>
          <p:nvPr>
            <p:ph type="dt" idx="4"/>
          </p:nvPr>
        </p:nvSpPr>
        <p:spPr>
          <a:xfrm>
            <a:off x="457200" y="6356520"/>
            <a:ext cx="2112840" cy="34416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defTabSz="914400">
              <a:lnSpc>
                <a:spcPct val="100000"/>
              </a:lnSpc>
              <a:buNone/>
              <a:tabLst>
                <a:tab algn="l" pos="0"/>
              </a:tabLst>
              <a:def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defTabSz="914400">
              <a:lnSpc>
                <a:spcPct val="100000"/>
              </a:lnSpc>
              <a:buNone/>
              <a:tabLst>
                <a:tab algn="l" pos="0"/>
              </a:tabLst>
            </a:pPr>
            <a:r>
              <a: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&lt;fecha/hora&gt;</a:t>
            </a:r>
            <a:endParaRPr lang="es-AR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4" name="PlaceHolder 7"/>
          <p:cNvSpPr>
            <a:spLocks noGrp="1"/>
          </p:cNvSpPr>
          <p:nvPr>
            <p:ph type="ftr" idx="5"/>
          </p:nvPr>
        </p:nvSpPr>
        <p:spPr>
          <a:xfrm>
            <a:off x="3124080" y="6356520"/>
            <a:ext cx="2874600" cy="34416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ctr">
              <a:lnSpc>
                <a:spcPct val="100000"/>
              </a:lnSpc>
              <a:buNone/>
              <a:tabLst>
                <a:tab algn="l" pos="0"/>
              </a:tabLst>
              <a:defRPr lang="es-AR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ctr">
              <a:lnSpc>
                <a:spcPct val="100000"/>
              </a:lnSpc>
              <a:buNone/>
              <a:tabLst>
                <a:tab algn="l" pos="0"/>
              </a:tabLst>
            </a:pPr>
            <a:r>
              <a:rPr lang="es-AR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&lt;pie de página&gt;</a:t>
            </a:r>
            <a:endParaRPr lang="es-AR" sz="1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5" name="PlaceHolder 8"/>
          <p:cNvSpPr>
            <a:spLocks noGrp="1"/>
          </p:cNvSpPr>
          <p:nvPr>
            <p:ph type="sldNum" idx="6"/>
          </p:nvPr>
        </p:nvSpPr>
        <p:spPr>
          <a:xfrm>
            <a:off x="6553080" y="6356520"/>
            <a:ext cx="2112840" cy="34416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algn="l" pos="0"/>
              </a:tabLst>
              <a:def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algn="l" pos="0"/>
              </a:tabLst>
            </a:pPr>
            <a:fld id="{F021587D-4A4B-4C8F-86C1-F1C4CBD1DB09}" type="slidenum">
              <a: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&lt;número&gt;</a:t>
            </a:fld>
            <a:endParaRPr lang="es-AR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sldLayout>
</file>

<file path=ppt/slideLayouts/slideLayout3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itleOnly" preserve="1">
  <p:cSld name="Title Only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" name="PlaceHolder 1"/>
          <p:cNvSpPr>
            <a:spLocks noGrp="1"/>
          </p:cNvSpPr>
          <p:nvPr>
            <p:ph type="title"/>
          </p:nvPr>
        </p:nvSpPr>
        <p:spPr>
          <a:xfrm>
            <a:off x="457200" y="274680"/>
            <a:ext cx="8208720" cy="112212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p>
            <a:pPr indent="0" algn="ctr" defTabSz="914400">
              <a:lnSpc>
                <a:spcPct val="100000"/>
              </a:lnSpc>
              <a:buNone/>
              <a:tabLst>
                <a:tab algn="l" pos="0"/>
              </a:tabLst>
            </a:pPr>
            <a:r>
              <a:rPr lang="en-US" sz="44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Click to edit Master title style</a:t>
            </a:r>
            <a:endParaRPr lang="es-AR" sz="4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7" name="PlaceHolder 2"/>
          <p:cNvSpPr>
            <a:spLocks noGrp="1"/>
          </p:cNvSpPr>
          <p:nvPr>
            <p:ph type="dt" idx="7"/>
          </p:nvPr>
        </p:nvSpPr>
        <p:spPr>
          <a:xfrm>
            <a:off x="457200" y="6356520"/>
            <a:ext cx="2112840" cy="34416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defTabSz="914400">
              <a:lnSpc>
                <a:spcPct val="100000"/>
              </a:lnSpc>
              <a:buNone/>
              <a:tabLst>
                <a:tab algn="l" pos="0"/>
              </a:tabLst>
              <a:def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defTabSz="914400">
              <a:lnSpc>
                <a:spcPct val="100000"/>
              </a:lnSpc>
              <a:buNone/>
              <a:tabLst>
                <a:tab algn="l" pos="0"/>
              </a:tabLst>
            </a:pPr>
            <a:r>
              <a: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&lt;fecha/hora&gt;</a:t>
            </a:r>
            <a:endParaRPr lang="es-AR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8" name="PlaceHolder 3"/>
          <p:cNvSpPr>
            <a:spLocks noGrp="1"/>
          </p:cNvSpPr>
          <p:nvPr>
            <p:ph type="ftr" idx="8"/>
          </p:nvPr>
        </p:nvSpPr>
        <p:spPr>
          <a:xfrm>
            <a:off x="3124080" y="6356520"/>
            <a:ext cx="2874600" cy="34416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ctr">
              <a:lnSpc>
                <a:spcPct val="100000"/>
              </a:lnSpc>
              <a:buNone/>
              <a:tabLst>
                <a:tab algn="l" pos="0"/>
              </a:tabLst>
              <a:defRPr lang="es-AR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ctr">
              <a:lnSpc>
                <a:spcPct val="100000"/>
              </a:lnSpc>
              <a:buNone/>
              <a:tabLst>
                <a:tab algn="l" pos="0"/>
              </a:tabLst>
            </a:pPr>
            <a:r>
              <a:rPr lang="es-AR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&lt;pie de página&gt;</a:t>
            </a:r>
            <a:endParaRPr lang="es-AR" sz="1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9" name="PlaceHolder 4"/>
          <p:cNvSpPr>
            <a:spLocks noGrp="1"/>
          </p:cNvSpPr>
          <p:nvPr>
            <p:ph type="sldNum" idx="9"/>
          </p:nvPr>
        </p:nvSpPr>
        <p:spPr>
          <a:xfrm>
            <a:off x="6553080" y="6356520"/>
            <a:ext cx="2112840" cy="34416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algn="l" pos="0"/>
              </a:tabLst>
              <a:def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algn="l" pos="0"/>
              </a:tabLst>
            </a:pPr>
            <a:fld id="{68EF8AF4-D243-4C93-97EA-868726CA3D44}" type="slidenum">
              <a: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&lt;número&gt;</a:t>
            </a:fld>
            <a:endParaRPr lang="es-AR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sldLayout>
</file>

<file path=ppt/slideLayouts/slideLayout4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Blank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" name="PlaceHolder 1"/>
          <p:cNvSpPr>
            <a:spLocks noGrp="1"/>
          </p:cNvSpPr>
          <p:nvPr>
            <p:ph type="dt" idx="10"/>
          </p:nvPr>
        </p:nvSpPr>
        <p:spPr>
          <a:xfrm>
            <a:off x="457200" y="6356520"/>
            <a:ext cx="2112840" cy="34416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defTabSz="914400">
              <a:lnSpc>
                <a:spcPct val="100000"/>
              </a:lnSpc>
              <a:buNone/>
              <a:tabLst>
                <a:tab algn="l" pos="0"/>
              </a:tabLst>
              <a:def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defTabSz="914400">
              <a:lnSpc>
                <a:spcPct val="100000"/>
              </a:lnSpc>
              <a:buNone/>
              <a:tabLst>
                <a:tab algn="l" pos="0"/>
              </a:tabLst>
            </a:pPr>
            <a:r>
              <a: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&lt;fecha/hora&gt;</a:t>
            </a:r>
            <a:endParaRPr lang="es-AR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21" name="PlaceHolder 2"/>
          <p:cNvSpPr>
            <a:spLocks noGrp="1"/>
          </p:cNvSpPr>
          <p:nvPr>
            <p:ph type="ftr" idx="11"/>
          </p:nvPr>
        </p:nvSpPr>
        <p:spPr>
          <a:xfrm>
            <a:off x="3124080" y="6356520"/>
            <a:ext cx="2874600" cy="34416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ctr">
              <a:lnSpc>
                <a:spcPct val="100000"/>
              </a:lnSpc>
              <a:buNone/>
              <a:tabLst>
                <a:tab algn="l" pos="0"/>
              </a:tabLst>
              <a:defRPr lang="es-AR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ctr">
              <a:lnSpc>
                <a:spcPct val="100000"/>
              </a:lnSpc>
              <a:buNone/>
              <a:tabLst>
                <a:tab algn="l" pos="0"/>
              </a:tabLst>
            </a:pPr>
            <a:r>
              <a:rPr lang="es-AR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&lt;pie de página&gt;</a:t>
            </a:r>
            <a:endParaRPr lang="es-AR" sz="1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22" name="PlaceHolder 3"/>
          <p:cNvSpPr>
            <a:spLocks noGrp="1"/>
          </p:cNvSpPr>
          <p:nvPr>
            <p:ph type="sldNum" idx="12"/>
          </p:nvPr>
        </p:nvSpPr>
        <p:spPr>
          <a:xfrm>
            <a:off x="6553080" y="6356520"/>
            <a:ext cx="2112840" cy="34416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algn="l" pos="0"/>
              </a:tabLst>
              <a:def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algn="l" pos="0"/>
              </a:tabLst>
            </a:pPr>
            <a:fld id="{5DB46D46-1635-4760-94B8-FEC37EA7361E}" type="slidenum">
              <a: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&lt;número&gt;</a:t>
            </a:fld>
            <a:endParaRPr lang="es-AR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sldLayout>
</file>

<file path=ppt/slideLayouts/slideLayout5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Content with Caption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" name="PlaceHolder 1"/>
          <p:cNvSpPr>
            <a:spLocks noGrp="1"/>
          </p:cNvSpPr>
          <p:nvPr>
            <p:ph type="title"/>
          </p:nvPr>
        </p:nvSpPr>
        <p:spPr>
          <a:xfrm>
            <a:off x="457200" y="272880"/>
            <a:ext cx="2987280" cy="114120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b">
            <a:noAutofit/>
          </a:bodyPr>
          <a:p>
            <a:pPr indent="0" defTabSz="914400">
              <a:lnSpc>
                <a:spcPct val="100000"/>
              </a:lnSpc>
              <a:buNone/>
              <a:tabLst>
                <a:tab algn="l" pos="0"/>
              </a:tabLst>
            </a:pPr>
            <a:r>
              <a:rPr lang="en-US" sz="2000" b="1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Click to edit Master title style</a:t>
            </a:r>
            <a:endParaRPr lang="es-AR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4" name="PlaceHolder 2"/>
          <p:cNvSpPr>
            <a:spLocks noGrp="1"/>
          </p:cNvSpPr>
          <p:nvPr>
            <p:ph type="body"/>
          </p:nvPr>
        </p:nvSpPr>
        <p:spPr>
          <a:xfrm>
            <a:off x="3575160" y="272880"/>
            <a:ext cx="5090760" cy="583236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Autofit/>
          </a:bodyPr>
          <a:p>
            <a:pPr marL="343080" indent="-343080" defTabSz="914400">
              <a:lnSpc>
                <a:spcPct val="100000"/>
              </a:lnSpc>
              <a:spcBef>
                <a:spcPts val="641"/>
              </a:spcBef>
              <a:buClr>
                <a:srgbClr val="000000"/>
              </a:buClr>
              <a:buFont typeface="Arial"/>
              <a:buChar char="•"/>
            </a:pPr>
            <a:r>
              <a:rPr lang="en-US" sz="32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Click to edit Master text styles</a:t>
            </a:r>
            <a:endParaRPr lang="es-AR" sz="3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743040" lvl="1" indent="-285840" defTabSz="914400">
              <a:lnSpc>
                <a:spcPct val="100000"/>
              </a:lnSpc>
              <a:spcBef>
                <a:spcPts val="561"/>
              </a:spcBef>
              <a:buClr>
                <a:srgbClr val="000000"/>
              </a:buClr>
              <a:buFont typeface="Arial"/>
              <a:buChar char="–"/>
            </a:pPr>
            <a:r>
              <a:rPr lang="en-US" sz="28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Second level</a:t>
            </a:r>
            <a:endParaRPr lang="es-AR" sz="2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143000" lvl="2" indent="-228600" defTabSz="914400">
              <a:lnSpc>
                <a:spcPct val="100000"/>
              </a:lnSpc>
              <a:spcBef>
                <a:spcPts val="479"/>
              </a:spcBef>
              <a:buClr>
                <a:srgbClr val="000000"/>
              </a:buClr>
              <a:buFont typeface="Arial"/>
              <a:buChar char="•"/>
            </a:pPr>
            <a:r>
              <a:rPr lang="en-US" sz="24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Third level</a:t>
            </a:r>
            <a:endParaRPr lang="es-AR" sz="2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600200" lvl="3" indent="-228600" defTabSz="914400">
              <a:lnSpc>
                <a:spcPct val="100000"/>
              </a:lnSpc>
              <a:spcBef>
                <a:spcPts val="400"/>
              </a:spcBef>
              <a:buClr>
                <a:srgbClr val="000000"/>
              </a:buClr>
              <a:buFont typeface="Arial"/>
              <a:buChar char="–"/>
            </a:pPr>
            <a:r>
              <a:rPr lang="en-US" sz="20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Fourth level</a:t>
            </a:r>
            <a:endParaRPr lang="es-AR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057400" lvl="4" indent="-228600" defTabSz="914400">
              <a:lnSpc>
                <a:spcPct val="100000"/>
              </a:lnSpc>
              <a:spcBef>
                <a:spcPts val="400"/>
              </a:spcBef>
              <a:buClr>
                <a:srgbClr val="000000"/>
              </a:buClr>
              <a:buFont typeface="Arial"/>
              <a:buChar char="»"/>
            </a:pPr>
            <a:r>
              <a:rPr lang="en-US" sz="20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Fifth level</a:t>
            </a:r>
            <a:endParaRPr lang="es-AR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5" name="PlaceHolder 3"/>
          <p:cNvSpPr>
            <a:spLocks noGrp="1"/>
          </p:cNvSpPr>
          <p:nvPr>
            <p:ph type="body"/>
          </p:nvPr>
        </p:nvSpPr>
        <p:spPr>
          <a:xfrm>
            <a:off x="457200" y="1434960"/>
            <a:ext cx="2987280" cy="46702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Autofit/>
          </a:bodyPr>
          <a:p>
            <a:pPr indent="0" defTabSz="914400">
              <a:lnSpc>
                <a:spcPct val="100000"/>
              </a:lnSpc>
              <a:spcBef>
                <a:spcPts val="281"/>
              </a:spcBef>
              <a:buNone/>
              <a:tabLst>
                <a:tab algn="l" pos="0"/>
              </a:tabLst>
            </a:pPr>
            <a:r>
              <a:rPr lang="en-US" sz="14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Click to edit Master text styles</a:t>
            </a:r>
            <a:endParaRPr lang="es-AR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6" name="PlaceHolder 4"/>
          <p:cNvSpPr>
            <a:spLocks noGrp="1"/>
          </p:cNvSpPr>
          <p:nvPr>
            <p:ph type="dt" idx="13"/>
          </p:nvPr>
        </p:nvSpPr>
        <p:spPr>
          <a:xfrm>
            <a:off x="457200" y="6356520"/>
            <a:ext cx="2112840" cy="34416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defTabSz="914400">
              <a:lnSpc>
                <a:spcPct val="100000"/>
              </a:lnSpc>
              <a:buNone/>
              <a:tabLst>
                <a:tab algn="l" pos="0"/>
              </a:tabLst>
              <a:def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defTabSz="914400">
              <a:lnSpc>
                <a:spcPct val="100000"/>
              </a:lnSpc>
              <a:buNone/>
              <a:tabLst>
                <a:tab algn="l" pos="0"/>
              </a:tabLst>
            </a:pPr>
            <a:r>
              <a: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&lt;fecha/hora&gt;</a:t>
            </a:r>
            <a:endParaRPr lang="es-AR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27" name="PlaceHolder 5"/>
          <p:cNvSpPr>
            <a:spLocks noGrp="1"/>
          </p:cNvSpPr>
          <p:nvPr>
            <p:ph type="ftr" idx="14"/>
          </p:nvPr>
        </p:nvSpPr>
        <p:spPr>
          <a:xfrm>
            <a:off x="3124080" y="6356520"/>
            <a:ext cx="2874600" cy="34416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ctr">
              <a:lnSpc>
                <a:spcPct val="100000"/>
              </a:lnSpc>
              <a:buNone/>
              <a:tabLst>
                <a:tab algn="l" pos="0"/>
              </a:tabLst>
              <a:defRPr lang="es-AR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ctr">
              <a:lnSpc>
                <a:spcPct val="100000"/>
              </a:lnSpc>
              <a:buNone/>
              <a:tabLst>
                <a:tab algn="l" pos="0"/>
              </a:tabLst>
            </a:pPr>
            <a:r>
              <a:rPr lang="es-AR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&lt;pie de página&gt;</a:t>
            </a:r>
            <a:endParaRPr lang="es-AR" sz="1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28" name="PlaceHolder 6"/>
          <p:cNvSpPr>
            <a:spLocks noGrp="1"/>
          </p:cNvSpPr>
          <p:nvPr>
            <p:ph type="sldNum" idx="15"/>
          </p:nvPr>
        </p:nvSpPr>
        <p:spPr>
          <a:xfrm>
            <a:off x="6553080" y="6356520"/>
            <a:ext cx="2112840" cy="34416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algn="l" pos="0"/>
              </a:tabLst>
              <a:def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algn="l" pos="0"/>
              </a:tabLst>
            </a:pPr>
            <a:fld id="{0F872E9A-DFE5-484A-817C-B16812418425}" type="slidenum">
              <a: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&lt;número&gt;</a:t>
            </a:fld>
            <a:endParaRPr lang="es-AR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sldLayout>
</file>

<file path=ppt/slideLayouts/slideLayout6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Picture with Caption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" name="PlaceHolder 1"/>
          <p:cNvSpPr>
            <a:spLocks noGrp="1"/>
          </p:cNvSpPr>
          <p:nvPr>
            <p:ph type="title"/>
          </p:nvPr>
        </p:nvSpPr>
        <p:spPr>
          <a:xfrm>
            <a:off x="1792440" y="4800600"/>
            <a:ext cx="5465520" cy="54576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b">
            <a:noAutofit/>
          </a:bodyPr>
          <a:p>
            <a:pPr indent="0" defTabSz="914400">
              <a:lnSpc>
                <a:spcPct val="100000"/>
              </a:lnSpc>
              <a:buNone/>
              <a:tabLst>
                <a:tab algn="l" pos="0"/>
              </a:tabLst>
            </a:pPr>
            <a:r>
              <a:rPr lang="en-US" sz="2000" b="1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Click to edit Master title style</a:t>
            </a:r>
            <a:endParaRPr lang="es-AR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0" name="PlaceHolder 2"/>
          <p:cNvSpPr>
            <a:spLocks noGrp="1"/>
          </p:cNvSpPr>
          <p:nvPr>
            <p:ph type="body"/>
          </p:nvPr>
        </p:nvSpPr>
        <p:spPr>
          <a:xfrm>
            <a:off x="1792440" y="612720"/>
            <a:ext cx="5465520" cy="409392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45000" bIns="45000" anchor="t">
            <a:noAutofit/>
          </a:bodyPr>
          <a:p>
            <a:pPr marL="432000" indent="-324000">
              <a:lnSpc>
                <a:spcPct val="100000"/>
              </a:lnSpc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32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Pulse para editar el formato de texto del esquema</a:t>
            </a:r>
            <a:endParaRPr lang="es-AR" sz="3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864000" lvl="1" indent="-324000">
              <a:lnSpc>
                <a:spcPct val="100000"/>
              </a:lnSpc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US" sz="32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Segundo nivel del esquema</a:t>
            </a:r>
            <a:endParaRPr lang="es-AR" sz="3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296000" lvl="2" indent="-288000">
              <a:lnSpc>
                <a:spcPct val="100000"/>
              </a:lnSpc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32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Tercer nivel del esquema</a:t>
            </a:r>
            <a:endParaRPr lang="es-AR" sz="3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728000" lvl="3" indent="-216000">
              <a:lnSpc>
                <a:spcPct val="100000"/>
              </a:lnSpc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US" sz="32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Cuarto nivel del esquema</a:t>
            </a:r>
            <a:endParaRPr lang="es-AR" sz="3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160000" lvl="4" indent="-2160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32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Quinto nivel del esquema</a:t>
            </a:r>
            <a:endParaRPr lang="es-AR" sz="3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592000" lvl="5" indent="-2160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32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Sexto nivel del esquema</a:t>
            </a:r>
            <a:endParaRPr lang="es-AR" sz="3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3024000" lvl="6" indent="-2160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32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Séptimo nivel del esquema</a:t>
            </a:r>
            <a:endParaRPr lang="es-AR" sz="3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1" name="PlaceHolder 3"/>
          <p:cNvSpPr>
            <a:spLocks noGrp="1"/>
          </p:cNvSpPr>
          <p:nvPr>
            <p:ph type="body"/>
          </p:nvPr>
        </p:nvSpPr>
        <p:spPr>
          <a:xfrm>
            <a:off x="1792440" y="5367240"/>
            <a:ext cx="5465520" cy="7840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Autofit/>
          </a:bodyPr>
          <a:p>
            <a:pPr indent="0" defTabSz="914400">
              <a:lnSpc>
                <a:spcPct val="100000"/>
              </a:lnSpc>
              <a:spcBef>
                <a:spcPts val="281"/>
              </a:spcBef>
              <a:buNone/>
              <a:tabLst>
                <a:tab algn="l" pos="0"/>
              </a:tabLst>
            </a:pPr>
            <a:r>
              <a:rPr lang="en-US" sz="14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Click to edit Master text styles</a:t>
            </a:r>
            <a:endParaRPr lang="es-AR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2" name="PlaceHolder 4"/>
          <p:cNvSpPr>
            <a:spLocks noGrp="1"/>
          </p:cNvSpPr>
          <p:nvPr>
            <p:ph type="dt" idx="16"/>
          </p:nvPr>
        </p:nvSpPr>
        <p:spPr>
          <a:xfrm>
            <a:off x="457200" y="6356520"/>
            <a:ext cx="2112840" cy="34416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defTabSz="914400">
              <a:lnSpc>
                <a:spcPct val="100000"/>
              </a:lnSpc>
              <a:buNone/>
              <a:tabLst>
                <a:tab algn="l" pos="0"/>
              </a:tabLst>
              <a:def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defTabSz="914400">
              <a:lnSpc>
                <a:spcPct val="100000"/>
              </a:lnSpc>
              <a:buNone/>
              <a:tabLst>
                <a:tab algn="l" pos="0"/>
              </a:tabLst>
            </a:pPr>
            <a:r>
              <a: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&lt;fecha/hora&gt;</a:t>
            </a:r>
            <a:endParaRPr lang="es-AR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33" name="PlaceHolder 5"/>
          <p:cNvSpPr>
            <a:spLocks noGrp="1"/>
          </p:cNvSpPr>
          <p:nvPr>
            <p:ph type="ftr" idx="17"/>
          </p:nvPr>
        </p:nvSpPr>
        <p:spPr>
          <a:xfrm>
            <a:off x="3124080" y="6356520"/>
            <a:ext cx="2874600" cy="34416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ctr">
              <a:lnSpc>
                <a:spcPct val="100000"/>
              </a:lnSpc>
              <a:buNone/>
              <a:tabLst>
                <a:tab algn="l" pos="0"/>
              </a:tabLst>
              <a:defRPr lang="es-AR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ctr">
              <a:lnSpc>
                <a:spcPct val="100000"/>
              </a:lnSpc>
              <a:buNone/>
              <a:tabLst>
                <a:tab algn="l" pos="0"/>
              </a:tabLst>
            </a:pPr>
            <a:r>
              <a:rPr lang="es-AR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&lt;pie de página&gt;</a:t>
            </a:r>
            <a:endParaRPr lang="es-AR" sz="1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34" name="PlaceHolder 6"/>
          <p:cNvSpPr>
            <a:spLocks noGrp="1"/>
          </p:cNvSpPr>
          <p:nvPr>
            <p:ph type="sldNum" idx="18"/>
          </p:nvPr>
        </p:nvSpPr>
        <p:spPr>
          <a:xfrm>
            <a:off x="6553080" y="6356520"/>
            <a:ext cx="2112840" cy="34416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algn="l" pos="0"/>
              </a:tabLst>
              <a:def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algn="l" pos="0"/>
              </a:tabLst>
            </a:pPr>
            <a:fld id="{DC6EFF97-546E-452F-836A-7059697D71D8}" type="slidenum">
              <a: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&lt;número&gt;</a:t>
            </a:fld>
            <a:endParaRPr lang="es-AR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sldLayout>
</file>

<file path=ppt/slideLayouts/slideLayout7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itle" preserve="1">
  <p:cSld name="Title Slide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" name="PlaceHolder 1"/>
          <p:cNvSpPr>
            <a:spLocks noGrp="1"/>
          </p:cNvSpPr>
          <p:nvPr>
            <p:ph type="title"/>
          </p:nvPr>
        </p:nvSpPr>
        <p:spPr>
          <a:xfrm>
            <a:off x="685800" y="2130480"/>
            <a:ext cx="7751520" cy="144900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p>
            <a:pPr indent="0" algn="ctr" defTabSz="914400">
              <a:lnSpc>
                <a:spcPct val="100000"/>
              </a:lnSpc>
              <a:buNone/>
              <a:tabLst>
                <a:tab algn="l" pos="0"/>
              </a:tabLst>
            </a:pPr>
            <a:r>
              <a:rPr lang="en-US" sz="44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Click to edit Master title style</a:t>
            </a:r>
            <a:endParaRPr lang="es-AR" sz="4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6" name="PlaceHolder 2"/>
          <p:cNvSpPr>
            <a:spLocks noGrp="1"/>
          </p:cNvSpPr>
          <p:nvPr>
            <p:ph type="dt" idx="19"/>
          </p:nvPr>
        </p:nvSpPr>
        <p:spPr>
          <a:xfrm>
            <a:off x="457200" y="6356520"/>
            <a:ext cx="2112840" cy="34416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defTabSz="914400">
              <a:lnSpc>
                <a:spcPct val="100000"/>
              </a:lnSpc>
              <a:buNone/>
              <a:tabLst>
                <a:tab algn="l" pos="0"/>
              </a:tabLst>
              <a:def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defTabSz="914400">
              <a:lnSpc>
                <a:spcPct val="100000"/>
              </a:lnSpc>
              <a:buNone/>
              <a:tabLst>
                <a:tab algn="l" pos="0"/>
              </a:tabLst>
            </a:pPr>
            <a:r>
              <a: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&lt;fecha/hora&gt;</a:t>
            </a:r>
            <a:endParaRPr lang="es-AR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37" name="PlaceHolder 3"/>
          <p:cNvSpPr>
            <a:spLocks noGrp="1"/>
          </p:cNvSpPr>
          <p:nvPr>
            <p:ph type="ftr" idx="20"/>
          </p:nvPr>
        </p:nvSpPr>
        <p:spPr>
          <a:xfrm>
            <a:off x="3124080" y="6356520"/>
            <a:ext cx="2874600" cy="34416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ctr">
              <a:lnSpc>
                <a:spcPct val="100000"/>
              </a:lnSpc>
              <a:buNone/>
              <a:tabLst>
                <a:tab algn="l" pos="0"/>
              </a:tabLst>
              <a:defRPr lang="es-AR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ctr">
              <a:lnSpc>
                <a:spcPct val="100000"/>
              </a:lnSpc>
              <a:buNone/>
              <a:tabLst>
                <a:tab algn="l" pos="0"/>
              </a:tabLst>
            </a:pPr>
            <a:r>
              <a:rPr lang="es-AR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&lt;pie de página&gt;</a:t>
            </a:r>
            <a:endParaRPr lang="es-AR" sz="1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38" name="PlaceHolder 4"/>
          <p:cNvSpPr>
            <a:spLocks noGrp="1"/>
          </p:cNvSpPr>
          <p:nvPr>
            <p:ph type="sldNum" idx="21"/>
          </p:nvPr>
        </p:nvSpPr>
        <p:spPr>
          <a:xfrm>
            <a:off x="6553080" y="6356520"/>
            <a:ext cx="2112840" cy="34416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algn="l" pos="0"/>
              </a:tabLst>
              <a:def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algn="l" pos="0"/>
              </a:tabLst>
            </a:pPr>
            <a:fld id="{3511F62A-48A3-40AC-8CE1-8ADDFE25996E}" type="slidenum">
              <a: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&lt;número&gt;</a:t>
            </a:fld>
            <a:endParaRPr lang="es-AR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sldLayout>
</file>

<file path=ppt/slideLayouts/slideLayout8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vertTx" preserve="1">
  <p:cSld name="Title and Vertical Text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" name="PlaceHolder 1"/>
          <p:cNvSpPr>
            <a:spLocks noGrp="1"/>
          </p:cNvSpPr>
          <p:nvPr>
            <p:ph type="title"/>
          </p:nvPr>
        </p:nvSpPr>
        <p:spPr>
          <a:xfrm>
            <a:off x="457200" y="274680"/>
            <a:ext cx="8208720" cy="112212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p>
            <a:pPr indent="0" algn="ctr" defTabSz="914400">
              <a:lnSpc>
                <a:spcPct val="100000"/>
              </a:lnSpc>
              <a:buNone/>
              <a:tabLst>
                <a:tab algn="l" pos="0"/>
              </a:tabLst>
            </a:pPr>
            <a:r>
              <a:rPr lang="en-US" sz="44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Click to edit Master title style</a:t>
            </a:r>
            <a:endParaRPr lang="es-AR" sz="4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0" name="PlaceHolder 2"/>
          <p:cNvSpPr>
            <a:spLocks noGrp="1"/>
          </p:cNvSpPr>
          <p:nvPr>
            <p:ph type="body"/>
          </p:nvPr>
        </p:nvSpPr>
        <p:spPr>
          <a:xfrm>
            <a:off x="457200" y="1600200"/>
            <a:ext cx="8208720" cy="450504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 vert="eaVert">
            <a:noAutofit/>
          </a:bodyPr>
          <a:p>
            <a:pPr marL="343080" indent="-343080" defTabSz="914400">
              <a:lnSpc>
                <a:spcPct val="100000"/>
              </a:lnSpc>
              <a:spcBef>
                <a:spcPts val="641"/>
              </a:spcBef>
              <a:buClr>
                <a:srgbClr val="000000"/>
              </a:buClr>
              <a:buFont typeface="Arial"/>
              <a:buChar char="•"/>
            </a:pPr>
            <a:r>
              <a:rPr lang="en-US" sz="32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Click to edit Master text styles</a:t>
            </a:r>
            <a:endParaRPr lang="es-AR" sz="3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743040" lvl="1" indent="-285840" defTabSz="914400">
              <a:lnSpc>
                <a:spcPct val="100000"/>
              </a:lnSpc>
              <a:spcBef>
                <a:spcPts val="561"/>
              </a:spcBef>
              <a:buClr>
                <a:srgbClr val="000000"/>
              </a:buClr>
              <a:buFont typeface="Arial"/>
              <a:buChar char="–"/>
            </a:pPr>
            <a:r>
              <a:rPr lang="en-US" sz="28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Second level</a:t>
            </a:r>
            <a:endParaRPr lang="es-AR" sz="2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143000" lvl="2" indent="-228600" defTabSz="914400">
              <a:lnSpc>
                <a:spcPct val="100000"/>
              </a:lnSpc>
              <a:spcBef>
                <a:spcPts val="479"/>
              </a:spcBef>
              <a:buClr>
                <a:srgbClr val="000000"/>
              </a:buClr>
              <a:buFont typeface="Arial"/>
              <a:buChar char="•"/>
            </a:pPr>
            <a:r>
              <a:rPr lang="en-US" sz="24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Third level</a:t>
            </a:r>
            <a:endParaRPr lang="es-AR" sz="2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600200" lvl="3" indent="-228600" defTabSz="914400">
              <a:lnSpc>
                <a:spcPct val="100000"/>
              </a:lnSpc>
              <a:spcBef>
                <a:spcPts val="400"/>
              </a:spcBef>
              <a:buClr>
                <a:srgbClr val="000000"/>
              </a:buClr>
              <a:buFont typeface="Arial"/>
              <a:buChar char="–"/>
            </a:pPr>
            <a:r>
              <a:rPr lang="en-US" sz="20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Fourth level</a:t>
            </a:r>
            <a:endParaRPr lang="es-AR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057400" lvl="4" indent="-228600" defTabSz="914400">
              <a:lnSpc>
                <a:spcPct val="100000"/>
              </a:lnSpc>
              <a:spcBef>
                <a:spcPts val="400"/>
              </a:spcBef>
              <a:buClr>
                <a:srgbClr val="000000"/>
              </a:buClr>
              <a:buFont typeface="Arial"/>
              <a:buChar char="»"/>
            </a:pPr>
            <a:r>
              <a:rPr lang="en-US" sz="20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Fifth level</a:t>
            </a:r>
            <a:endParaRPr lang="es-AR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1" name="PlaceHolder 3"/>
          <p:cNvSpPr>
            <a:spLocks noGrp="1"/>
          </p:cNvSpPr>
          <p:nvPr>
            <p:ph type="dt" idx="22"/>
          </p:nvPr>
        </p:nvSpPr>
        <p:spPr>
          <a:xfrm>
            <a:off x="457200" y="6356520"/>
            <a:ext cx="2112840" cy="34416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defTabSz="914400">
              <a:lnSpc>
                <a:spcPct val="100000"/>
              </a:lnSpc>
              <a:buNone/>
              <a:tabLst>
                <a:tab algn="l" pos="0"/>
              </a:tabLst>
              <a:def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defTabSz="914400">
              <a:lnSpc>
                <a:spcPct val="100000"/>
              </a:lnSpc>
              <a:buNone/>
              <a:tabLst>
                <a:tab algn="l" pos="0"/>
              </a:tabLst>
            </a:pPr>
            <a:r>
              <a: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&lt;fecha/hora&gt;</a:t>
            </a:r>
            <a:endParaRPr lang="es-AR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42" name="PlaceHolder 4"/>
          <p:cNvSpPr>
            <a:spLocks noGrp="1"/>
          </p:cNvSpPr>
          <p:nvPr>
            <p:ph type="ftr" idx="23"/>
          </p:nvPr>
        </p:nvSpPr>
        <p:spPr>
          <a:xfrm>
            <a:off x="3124080" y="6356520"/>
            <a:ext cx="2874600" cy="34416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ctr">
              <a:lnSpc>
                <a:spcPct val="100000"/>
              </a:lnSpc>
              <a:buNone/>
              <a:tabLst>
                <a:tab algn="l" pos="0"/>
              </a:tabLst>
              <a:defRPr lang="es-AR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ctr">
              <a:lnSpc>
                <a:spcPct val="100000"/>
              </a:lnSpc>
              <a:buNone/>
              <a:tabLst>
                <a:tab algn="l" pos="0"/>
              </a:tabLst>
            </a:pPr>
            <a:r>
              <a:rPr lang="es-AR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&lt;pie de página&gt;</a:t>
            </a:r>
            <a:endParaRPr lang="es-AR" sz="1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43" name="PlaceHolder 5"/>
          <p:cNvSpPr>
            <a:spLocks noGrp="1"/>
          </p:cNvSpPr>
          <p:nvPr>
            <p:ph type="sldNum" idx="24"/>
          </p:nvPr>
        </p:nvSpPr>
        <p:spPr>
          <a:xfrm>
            <a:off x="6553080" y="6356520"/>
            <a:ext cx="2112840" cy="34416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algn="l" pos="0"/>
              </a:tabLst>
              <a:def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algn="l" pos="0"/>
              </a:tabLst>
            </a:pPr>
            <a:fld id="{0087563C-3D85-458C-89FF-FBD438D845B4}" type="slidenum">
              <a: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&lt;número&gt;</a:t>
            </a:fld>
            <a:endParaRPr lang="es-AR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sldLayout>
</file>

<file path=ppt/slideLayouts/slideLayout9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vertTitleAndTx" preserve="1">
  <p:cSld name="Vertical Title and Text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" name="PlaceHolder 1"/>
          <p:cNvSpPr>
            <a:spLocks noGrp="1"/>
          </p:cNvSpPr>
          <p:nvPr>
            <p:ph type="title"/>
          </p:nvPr>
        </p:nvSpPr>
        <p:spPr>
          <a:xfrm>
            <a:off x="6629400" y="274680"/>
            <a:ext cx="2036520" cy="583056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 vert="eaVert">
            <a:noAutofit/>
          </a:bodyPr>
          <a:p>
            <a:pPr indent="0" algn="ctr" defTabSz="914400">
              <a:lnSpc>
                <a:spcPct val="100000"/>
              </a:lnSpc>
              <a:buNone/>
              <a:tabLst>
                <a:tab algn="l" pos="0"/>
              </a:tabLst>
            </a:pPr>
            <a:r>
              <a:rPr lang="en-US" sz="44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Click to edit Master title style</a:t>
            </a:r>
            <a:endParaRPr lang="es-AR" sz="4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5" name="PlaceHolder 2"/>
          <p:cNvSpPr>
            <a:spLocks noGrp="1"/>
          </p:cNvSpPr>
          <p:nvPr>
            <p:ph type="body"/>
          </p:nvPr>
        </p:nvSpPr>
        <p:spPr>
          <a:xfrm>
            <a:off x="457200" y="274680"/>
            <a:ext cx="5999040" cy="583056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 vert="eaVert">
            <a:noAutofit/>
          </a:bodyPr>
          <a:p>
            <a:pPr marL="343080" indent="-343080" defTabSz="914400">
              <a:lnSpc>
                <a:spcPct val="100000"/>
              </a:lnSpc>
              <a:spcBef>
                <a:spcPts val="641"/>
              </a:spcBef>
              <a:buClr>
                <a:srgbClr val="000000"/>
              </a:buClr>
              <a:buFont typeface="Arial"/>
              <a:buChar char="•"/>
            </a:pPr>
            <a:r>
              <a:rPr lang="en-US" sz="32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Click to edit Master text styles</a:t>
            </a:r>
            <a:endParaRPr lang="es-AR" sz="3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743040" lvl="1" indent="-285840" defTabSz="914400">
              <a:lnSpc>
                <a:spcPct val="100000"/>
              </a:lnSpc>
              <a:spcBef>
                <a:spcPts val="561"/>
              </a:spcBef>
              <a:buClr>
                <a:srgbClr val="000000"/>
              </a:buClr>
              <a:buFont typeface="Arial"/>
              <a:buChar char="–"/>
            </a:pPr>
            <a:r>
              <a:rPr lang="en-US" sz="28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Second level</a:t>
            </a:r>
            <a:endParaRPr lang="es-AR" sz="2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143000" lvl="2" indent="-228600" defTabSz="914400">
              <a:lnSpc>
                <a:spcPct val="100000"/>
              </a:lnSpc>
              <a:spcBef>
                <a:spcPts val="479"/>
              </a:spcBef>
              <a:buClr>
                <a:srgbClr val="000000"/>
              </a:buClr>
              <a:buFont typeface="Arial"/>
              <a:buChar char="•"/>
            </a:pPr>
            <a:r>
              <a:rPr lang="en-US" sz="24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Third level</a:t>
            </a:r>
            <a:endParaRPr lang="es-AR" sz="2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600200" lvl="3" indent="-228600" defTabSz="914400">
              <a:lnSpc>
                <a:spcPct val="100000"/>
              </a:lnSpc>
              <a:spcBef>
                <a:spcPts val="400"/>
              </a:spcBef>
              <a:buClr>
                <a:srgbClr val="000000"/>
              </a:buClr>
              <a:buFont typeface="Arial"/>
              <a:buChar char="–"/>
            </a:pPr>
            <a:r>
              <a:rPr lang="en-US" sz="20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Fourth level</a:t>
            </a:r>
            <a:endParaRPr lang="es-AR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057400" lvl="4" indent="-228600" defTabSz="914400">
              <a:lnSpc>
                <a:spcPct val="100000"/>
              </a:lnSpc>
              <a:spcBef>
                <a:spcPts val="400"/>
              </a:spcBef>
              <a:buClr>
                <a:srgbClr val="000000"/>
              </a:buClr>
              <a:buFont typeface="Arial"/>
              <a:buChar char="»"/>
            </a:pPr>
            <a:r>
              <a:rPr lang="en-US" sz="20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Fifth level</a:t>
            </a:r>
            <a:endParaRPr lang="es-AR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6" name="PlaceHolder 3"/>
          <p:cNvSpPr>
            <a:spLocks noGrp="1"/>
          </p:cNvSpPr>
          <p:nvPr>
            <p:ph type="dt" idx="25"/>
          </p:nvPr>
        </p:nvSpPr>
        <p:spPr>
          <a:xfrm>
            <a:off x="457200" y="6356520"/>
            <a:ext cx="2112840" cy="34416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defTabSz="914400">
              <a:lnSpc>
                <a:spcPct val="100000"/>
              </a:lnSpc>
              <a:buNone/>
              <a:tabLst>
                <a:tab algn="l" pos="0"/>
              </a:tabLst>
              <a:def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defTabSz="914400">
              <a:lnSpc>
                <a:spcPct val="100000"/>
              </a:lnSpc>
              <a:buNone/>
              <a:tabLst>
                <a:tab algn="l" pos="0"/>
              </a:tabLst>
            </a:pPr>
            <a:r>
              <a: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&lt;fecha/hora&gt;</a:t>
            </a:r>
            <a:endParaRPr lang="es-AR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47" name="PlaceHolder 4"/>
          <p:cNvSpPr>
            <a:spLocks noGrp="1"/>
          </p:cNvSpPr>
          <p:nvPr>
            <p:ph type="ftr" idx="26"/>
          </p:nvPr>
        </p:nvSpPr>
        <p:spPr>
          <a:xfrm>
            <a:off x="3124080" y="6356520"/>
            <a:ext cx="2874600" cy="34416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ctr">
              <a:lnSpc>
                <a:spcPct val="100000"/>
              </a:lnSpc>
              <a:buNone/>
              <a:tabLst>
                <a:tab algn="l" pos="0"/>
              </a:tabLst>
              <a:defRPr lang="es-AR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ctr">
              <a:lnSpc>
                <a:spcPct val="100000"/>
              </a:lnSpc>
              <a:buNone/>
              <a:tabLst>
                <a:tab algn="l" pos="0"/>
              </a:tabLst>
            </a:pPr>
            <a:r>
              <a:rPr lang="es-AR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&lt;pie de página&gt;</a:t>
            </a:r>
            <a:endParaRPr lang="es-AR" sz="1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48" name="PlaceHolder 5"/>
          <p:cNvSpPr>
            <a:spLocks noGrp="1"/>
          </p:cNvSpPr>
          <p:nvPr>
            <p:ph type="sldNum" idx="27"/>
          </p:nvPr>
        </p:nvSpPr>
        <p:spPr>
          <a:xfrm>
            <a:off x="6553080" y="6356520"/>
            <a:ext cx="2112840" cy="34416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algn="l" pos="0"/>
              </a:tabLst>
              <a:def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algn="l" pos="0"/>
              </a:tabLst>
            </a:pPr>
            <a:fld id="{0181195A-9738-4AAA-AD88-B1F24C19EB5D}" type="slidenum">
              <a: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&lt;número&gt;</a:t>
            </a:fld>
            <a:endParaRPr lang="es-AR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sldLayout>
</file>

<file path=ppt/slideLayouts/slideLayout10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obj" preserve="1">
  <p:cSld name="Title and Content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9" name="PlaceHolder 1"/>
          <p:cNvSpPr>
            <a:spLocks noGrp="1"/>
          </p:cNvSpPr>
          <p:nvPr>
            <p:ph type="title"/>
          </p:nvPr>
        </p:nvSpPr>
        <p:spPr>
          <a:xfrm>
            <a:off x="457200" y="274680"/>
            <a:ext cx="8208720" cy="112212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p>
            <a:pPr indent="0" algn="ctr" defTabSz="914400">
              <a:lnSpc>
                <a:spcPct val="100000"/>
              </a:lnSpc>
              <a:buNone/>
              <a:tabLst>
                <a:tab algn="l" pos="0"/>
              </a:tabLst>
            </a:pPr>
            <a:r>
              <a:rPr lang="en-US" sz="44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Click to edit Master title style</a:t>
            </a:r>
            <a:endParaRPr lang="es-AR" sz="4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0" name="PlaceHolder 2"/>
          <p:cNvSpPr>
            <a:spLocks noGrp="1"/>
          </p:cNvSpPr>
          <p:nvPr>
            <p:ph type="body"/>
          </p:nvPr>
        </p:nvSpPr>
        <p:spPr>
          <a:xfrm>
            <a:off x="457200" y="1600200"/>
            <a:ext cx="8208720" cy="450504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Autofit/>
          </a:bodyPr>
          <a:p>
            <a:pPr marL="343080" indent="-343080" defTabSz="914400">
              <a:lnSpc>
                <a:spcPct val="100000"/>
              </a:lnSpc>
              <a:spcBef>
                <a:spcPts val="641"/>
              </a:spcBef>
              <a:buClr>
                <a:srgbClr val="000000"/>
              </a:buClr>
              <a:buFont typeface="Arial"/>
              <a:buChar char="•"/>
            </a:pPr>
            <a:r>
              <a:rPr lang="en-US" sz="32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Click to edit Master text styles</a:t>
            </a:r>
            <a:endParaRPr lang="es-AR" sz="3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743040" lvl="1" indent="-285840" defTabSz="914400">
              <a:lnSpc>
                <a:spcPct val="100000"/>
              </a:lnSpc>
              <a:spcBef>
                <a:spcPts val="561"/>
              </a:spcBef>
              <a:buClr>
                <a:srgbClr val="000000"/>
              </a:buClr>
              <a:buFont typeface="Arial"/>
              <a:buChar char="–"/>
            </a:pPr>
            <a:r>
              <a:rPr lang="en-US" sz="28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Second level</a:t>
            </a:r>
            <a:endParaRPr lang="es-AR" sz="2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143000" lvl="2" indent="-228600" defTabSz="914400">
              <a:lnSpc>
                <a:spcPct val="100000"/>
              </a:lnSpc>
              <a:spcBef>
                <a:spcPts val="479"/>
              </a:spcBef>
              <a:buClr>
                <a:srgbClr val="000000"/>
              </a:buClr>
              <a:buFont typeface="Arial"/>
              <a:buChar char="•"/>
            </a:pPr>
            <a:r>
              <a:rPr lang="en-US" sz="24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Third level</a:t>
            </a:r>
            <a:endParaRPr lang="es-AR" sz="2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600200" lvl="3" indent="-228600" defTabSz="914400">
              <a:lnSpc>
                <a:spcPct val="100000"/>
              </a:lnSpc>
              <a:spcBef>
                <a:spcPts val="400"/>
              </a:spcBef>
              <a:buClr>
                <a:srgbClr val="000000"/>
              </a:buClr>
              <a:buFont typeface="Arial"/>
              <a:buChar char="–"/>
            </a:pPr>
            <a:r>
              <a:rPr lang="en-US" sz="20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Fourth level</a:t>
            </a:r>
            <a:endParaRPr lang="es-AR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057400" lvl="4" indent="-228600" defTabSz="914400">
              <a:lnSpc>
                <a:spcPct val="100000"/>
              </a:lnSpc>
              <a:spcBef>
                <a:spcPts val="400"/>
              </a:spcBef>
              <a:buClr>
                <a:srgbClr val="000000"/>
              </a:buClr>
              <a:buFont typeface="Arial"/>
              <a:buChar char="»"/>
            </a:pPr>
            <a:r>
              <a:rPr lang="en-US" sz="20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Fifth level</a:t>
            </a:r>
            <a:endParaRPr lang="es-AR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1" name="PlaceHolder 3"/>
          <p:cNvSpPr>
            <a:spLocks noGrp="1"/>
          </p:cNvSpPr>
          <p:nvPr>
            <p:ph type="dt" idx="28"/>
          </p:nvPr>
        </p:nvSpPr>
        <p:spPr>
          <a:xfrm>
            <a:off x="457200" y="6356520"/>
            <a:ext cx="2112840" cy="34416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defTabSz="914400">
              <a:lnSpc>
                <a:spcPct val="100000"/>
              </a:lnSpc>
              <a:buNone/>
              <a:tabLst>
                <a:tab algn="l" pos="0"/>
              </a:tabLst>
              <a:def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defTabSz="914400">
              <a:lnSpc>
                <a:spcPct val="100000"/>
              </a:lnSpc>
              <a:buNone/>
              <a:tabLst>
                <a:tab algn="l" pos="0"/>
              </a:tabLst>
            </a:pPr>
            <a:r>
              <a: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&lt;fecha/hora&gt;</a:t>
            </a:r>
            <a:endParaRPr lang="es-AR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52" name="PlaceHolder 4"/>
          <p:cNvSpPr>
            <a:spLocks noGrp="1"/>
          </p:cNvSpPr>
          <p:nvPr>
            <p:ph type="ftr" idx="29"/>
          </p:nvPr>
        </p:nvSpPr>
        <p:spPr>
          <a:xfrm>
            <a:off x="3124080" y="6356520"/>
            <a:ext cx="2874600" cy="34416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ctr">
              <a:lnSpc>
                <a:spcPct val="100000"/>
              </a:lnSpc>
              <a:buNone/>
              <a:tabLst>
                <a:tab algn="l" pos="0"/>
              </a:tabLst>
              <a:defRPr lang="es-AR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ctr">
              <a:lnSpc>
                <a:spcPct val="100000"/>
              </a:lnSpc>
              <a:buNone/>
              <a:tabLst>
                <a:tab algn="l" pos="0"/>
              </a:tabLst>
            </a:pPr>
            <a:r>
              <a:rPr lang="es-AR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&lt;pie de página&gt;</a:t>
            </a:r>
            <a:endParaRPr lang="es-AR" sz="1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53" name="PlaceHolder 5"/>
          <p:cNvSpPr>
            <a:spLocks noGrp="1"/>
          </p:cNvSpPr>
          <p:nvPr>
            <p:ph type="sldNum" idx="30"/>
          </p:nvPr>
        </p:nvSpPr>
        <p:spPr>
          <a:xfrm>
            <a:off x="6553080" y="6356520"/>
            <a:ext cx="2112840" cy="34416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algn="l" pos="0"/>
              </a:tabLst>
              <a:def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algn="l" pos="0"/>
              </a:tabLst>
            </a:pPr>
            <a:fld id="{AE67FE6A-100C-4FA9-847A-85E2A197D326}" type="slidenum">
              <a: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&lt;número&gt;</a:t>
            </a:fld>
            <a:endParaRPr lang="es-AR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sldLayout>
</file>

<file path=ppt/slideLayouts/slideLayout11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Section Header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4" name="PlaceHolder 1"/>
          <p:cNvSpPr>
            <a:spLocks noGrp="1"/>
          </p:cNvSpPr>
          <p:nvPr>
            <p:ph type="title"/>
          </p:nvPr>
        </p:nvSpPr>
        <p:spPr>
          <a:xfrm>
            <a:off x="722160" y="4406760"/>
            <a:ext cx="7751520" cy="134136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Autofit/>
          </a:bodyPr>
          <a:p>
            <a:pPr indent="0" defTabSz="914400">
              <a:lnSpc>
                <a:spcPct val="100000"/>
              </a:lnSpc>
              <a:buNone/>
              <a:tabLst>
                <a:tab algn="l" pos="0"/>
              </a:tabLst>
            </a:pPr>
            <a:r>
              <a:rPr lang="en-US" sz="4000" b="1" u="none" strike="noStrike" cap="all">
                <a:solidFill>
                  <a:schemeClr val="dk1"/>
                </a:solidFill>
                <a:effectLst/>
                <a:uFillTx/>
                <a:latin typeface="Calibri"/>
              </a:rPr>
              <a:t>Click to edit Master title style</a:t>
            </a:r>
            <a:endParaRPr lang="es-AR" sz="4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5" name="PlaceHolder 2"/>
          <p:cNvSpPr>
            <a:spLocks noGrp="1"/>
          </p:cNvSpPr>
          <p:nvPr>
            <p:ph type="body"/>
          </p:nvPr>
        </p:nvSpPr>
        <p:spPr>
          <a:xfrm>
            <a:off x="722160" y="2906640"/>
            <a:ext cx="7751520" cy="147924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b">
            <a:noAutofit/>
          </a:bodyPr>
          <a:p>
            <a:pPr indent="0" defTabSz="914400">
              <a:lnSpc>
                <a:spcPct val="100000"/>
              </a:lnSpc>
              <a:spcBef>
                <a:spcPts val="400"/>
              </a:spcBef>
              <a:buNone/>
              <a:tabLst>
                <a:tab algn="l" pos="0"/>
              </a:tabLst>
            </a:pPr>
            <a:r>
              <a:rPr lang="en-US" sz="20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Click to edit Master text styles</a:t>
            </a:r>
            <a:endParaRPr lang="es-AR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6" name="PlaceHolder 3"/>
          <p:cNvSpPr>
            <a:spLocks noGrp="1"/>
          </p:cNvSpPr>
          <p:nvPr>
            <p:ph type="dt" idx="31"/>
          </p:nvPr>
        </p:nvSpPr>
        <p:spPr>
          <a:xfrm>
            <a:off x="457200" y="6356520"/>
            <a:ext cx="2112840" cy="34416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defTabSz="914400">
              <a:lnSpc>
                <a:spcPct val="100000"/>
              </a:lnSpc>
              <a:buNone/>
              <a:tabLst>
                <a:tab algn="l" pos="0"/>
              </a:tabLst>
              <a:def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defTabSz="914400">
              <a:lnSpc>
                <a:spcPct val="100000"/>
              </a:lnSpc>
              <a:buNone/>
              <a:tabLst>
                <a:tab algn="l" pos="0"/>
              </a:tabLst>
            </a:pPr>
            <a:r>
              <a: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&lt;fecha/hora&gt;</a:t>
            </a:r>
            <a:endParaRPr lang="es-AR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57" name="PlaceHolder 4"/>
          <p:cNvSpPr>
            <a:spLocks noGrp="1"/>
          </p:cNvSpPr>
          <p:nvPr>
            <p:ph type="ftr" idx="32"/>
          </p:nvPr>
        </p:nvSpPr>
        <p:spPr>
          <a:xfrm>
            <a:off x="3124080" y="6356520"/>
            <a:ext cx="2874600" cy="34416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ctr">
              <a:lnSpc>
                <a:spcPct val="100000"/>
              </a:lnSpc>
              <a:buNone/>
              <a:tabLst>
                <a:tab algn="l" pos="0"/>
              </a:tabLst>
              <a:defRPr lang="es-AR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ctr">
              <a:lnSpc>
                <a:spcPct val="100000"/>
              </a:lnSpc>
              <a:buNone/>
              <a:tabLst>
                <a:tab algn="l" pos="0"/>
              </a:tabLst>
            </a:pPr>
            <a:r>
              <a:rPr lang="es-AR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&lt;pie de página&gt;</a:t>
            </a:r>
            <a:endParaRPr lang="es-AR" sz="1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58" name="PlaceHolder 5"/>
          <p:cNvSpPr>
            <a:spLocks noGrp="1"/>
          </p:cNvSpPr>
          <p:nvPr>
            <p:ph type="sldNum" idx="33"/>
          </p:nvPr>
        </p:nvSpPr>
        <p:spPr>
          <a:xfrm>
            <a:off x="6553080" y="6356520"/>
            <a:ext cx="2112840" cy="34416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algn="l" pos="0"/>
              </a:tabLst>
              <a:def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algn="l" pos="0"/>
              </a:tabLst>
            </a:pPr>
            <a:fld id="{A8198FFA-4609-476A-B838-E610D27D5037}" type="slidenum">
              <a: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&lt;número&gt;</a:t>
            </a:fld>
            <a:endParaRPr lang="es-AR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sldLayout>
</file>

<file path=ppt/slideMasters/_rels/slideMaster1.xml.rels><?xml version="1.0" encoding="UTF-8"?>
<Relationships xmlns="http://schemas.openxmlformats.org/package/2006/relationships"><Relationship Id="rId1" Type="http://schemas.openxmlformats.org/officeDocument/2006/relationships/theme" Target="../theme/theme1.xml"/><Relationship Id="rId2" Type="http://schemas.openxmlformats.org/officeDocument/2006/relationships/slideLayout" Target="../slideLayouts/slideLayout1.xml"/><Relationship Id="rId3" Type="http://schemas.openxmlformats.org/officeDocument/2006/relationships/slideLayout" Target="../slideLayouts/slideLayout2.xml"/><Relationship Id="rId4" Type="http://schemas.openxmlformats.org/officeDocument/2006/relationships/slideLayout" Target="../slideLayouts/slideLayout3.xml"/><Relationship Id="rId5" Type="http://schemas.openxmlformats.org/officeDocument/2006/relationships/slideLayout" Target="../slideLayouts/slideLayout4.xml"/><Relationship Id="rId6" Type="http://schemas.openxmlformats.org/officeDocument/2006/relationships/slideLayout" Target="../slideLayouts/slideLayout5.xml"/><Relationship Id="rId7" Type="http://schemas.openxmlformats.org/officeDocument/2006/relationships/slideLayout" Target="../slideLayouts/slideLayout6.xml"/><Relationship Id="rId8" Type="http://schemas.openxmlformats.org/officeDocument/2006/relationships/slideLayout" Target="../slideLayouts/slideLayout7.xml"/><Relationship Id="rId9" Type="http://schemas.openxmlformats.org/officeDocument/2006/relationships/slideLayout" Target="../slideLayouts/slideLayout8.xml"/><Relationship Id="rId10" Type="http://schemas.openxmlformats.org/officeDocument/2006/relationships/slideLayout" Target="../slideLayouts/slideLayout9.xml"/><Relationship Id="rId11" Type="http://schemas.openxmlformats.org/officeDocument/2006/relationships/slideLayout" Target="../slideLayouts/slideLayout10.xml"/><Relationship Id="rId12" Type="http://schemas.openxmlformats.org/officeDocument/2006/relationships/slideLayout" Target="../slideLayouts/slideLayout11.xml"/>
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  <p:sldLayoutId id="2147483659" r:id="rId12"/>
  </p:sldLayoutIdLst>
</p:sldMaster>
</file>

<file path=ppt/slides/_rels/slide1.xml.rels><?xml version="1.0" encoding="UTF-8"?>
<Relationships xmlns="http://schemas.openxmlformats.org/package/2006/relationships"><Relationship Id="rId1" Type="http://schemas.openxmlformats.org/officeDocument/2006/relationships/image" Target="../media/image1.png"/><Relationship Id="rId2" Type="http://schemas.openxmlformats.org/officeDocument/2006/relationships/image" Target="../media/image1.png"/><Relationship Id="rId3" Type="http://schemas.openxmlformats.org/officeDocument/2006/relationships/image" Target="../media/image1.png"/><Relationship Id="rId4" Type="http://schemas.openxmlformats.org/officeDocument/2006/relationships/image" Target="../media/image1.png"/><Relationship Id="rId5" Type="http://schemas.openxmlformats.org/officeDocument/2006/relationships/slideLayout" Target="../slideLayouts/slideLayout4.xml"/>
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59" name="Group 2"/>
          <p:cNvGrpSpPr/>
          <p:nvPr/>
        </p:nvGrpSpPr>
        <p:grpSpPr>
          <a:xfrm>
            <a:off x="14217840" y="-4680"/>
            <a:ext cx="7161120" cy="30256200"/>
            <a:chOff x="14217840" y="-4680"/>
            <a:chExt cx="7161120" cy="30256200"/>
          </a:xfrm>
        </p:grpSpPr>
        <p:sp>
          <p:nvSpPr>
            <p:cNvPr id="60" name="Freeform 3"/>
            <p:cNvSpPr/>
            <p:nvPr/>
          </p:nvSpPr>
          <p:spPr>
            <a:xfrm>
              <a:off x="14223960" y="1440"/>
              <a:ext cx="7148520" cy="30243600"/>
            </a:xfrm>
            <a:custGeom>
              <a:avLst/>
              <a:gdLst>
                <a:gd name="textAreaLeft" fmla="*/ 0 w 7148520"/>
                <a:gd name="textAreaRight" fmla="*/ 7169400 w 7148520"/>
                <a:gd name="textAreaTop" fmla="*/ 0 h 30243600"/>
                <a:gd name="textAreaBottom" fmla="*/ 30264480 h 30243600"/>
              </a:gdLst>
              <a:ahLst/>
              <a:cxnLst/>
              <a:rect l="textAreaLeft" t="textAreaTop" r="textAreaRight" b="textAreaBottom"/>
              <a:pathLst>
                <a:path w="9559163" h="40352599">
                  <a:moveTo>
                    <a:pt x="0" y="0"/>
                  </a:moveTo>
                  <a:lnTo>
                    <a:pt x="9559163" y="0"/>
                  </a:lnTo>
                  <a:lnTo>
                    <a:pt x="9559163" y="40352599"/>
                  </a:lnTo>
                  <a:lnTo>
                    <a:pt x="0" y="40352599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c0504d"/>
            </a:solidFill>
            <a:ln w="1270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90000" rIns="90000" tIns="45000" bIns="45000" anchor="t">
              <a:noAutofit/>
            </a:bodyPr>
            <a:p>
              <a:pPr>
                <a:lnSpc>
                  <a:spcPct val="100000"/>
                </a:lnSpc>
              </a:pPr>
              <a:endParaRPr lang="es-AR" sz="1800" b="0" u="none" strike="noStrike">
                <a:solidFill>
                  <a:srgbClr val="ffffff"/>
                </a:solidFill>
                <a:effectLst/>
                <a:uFillTx/>
                <a:latin typeface="Arial"/>
              </a:endParaRPr>
            </a:p>
          </p:txBody>
        </p:sp>
        <p:sp>
          <p:nvSpPr>
            <p:cNvPr id="61" name="Freeform 4"/>
            <p:cNvSpPr/>
            <p:nvPr/>
          </p:nvSpPr>
          <p:spPr>
            <a:xfrm>
              <a:off x="14217840" y="-4680"/>
              <a:ext cx="7161120" cy="30256200"/>
            </a:xfrm>
            <a:custGeom>
              <a:avLst/>
              <a:gdLst>
                <a:gd name="textAreaLeft" fmla="*/ 0 w 7161120"/>
                <a:gd name="textAreaRight" fmla="*/ 7182000 w 7161120"/>
                <a:gd name="textAreaTop" fmla="*/ 0 h 30256200"/>
                <a:gd name="textAreaBottom" fmla="*/ 30277080 h 30256200"/>
              </a:gdLst>
              <a:ahLst/>
              <a:cxnLst/>
              <a:rect l="textAreaLeft" t="textAreaTop" r="textAreaRight" b="textAreaBottom"/>
              <a:pathLst>
                <a:path w="9576181" h="40369617">
                  <a:moveTo>
                    <a:pt x="8509" y="0"/>
                  </a:moveTo>
                  <a:lnTo>
                    <a:pt x="9567672" y="0"/>
                  </a:lnTo>
                  <a:cubicBezTo>
                    <a:pt x="9572371" y="0"/>
                    <a:pt x="9576181" y="3810"/>
                    <a:pt x="9576181" y="8509"/>
                  </a:cubicBezTo>
                  <a:lnTo>
                    <a:pt x="9576181" y="40361108"/>
                  </a:lnTo>
                  <a:cubicBezTo>
                    <a:pt x="9576181" y="40365809"/>
                    <a:pt x="9572371" y="40369617"/>
                    <a:pt x="9567672" y="40369617"/>
                  </a:cubicBezTo>
                  <a:lnTo>
                    <a:pt x="8509" y="40369617"/>
                  </a:lnTo>
                  <a:cubicBezTo>
                    <a:pt x="3810" y="40369617"/>
                    <a:pt x="0" y="40365809"/>
                    <a:pt x="0" y="40361108"/>
                  </a:cubicBezTo>
                  <a:lnTo>
                    <a:pt x="0" y="8509"/>
                  </a:lnTo>
                  <a:cubicBezTo>
                    <a:pt x="0" y="3810"/>
                    <a:pt x="3810" y="0"/>
                    <a:pt x="8509" y="0"/>
                  </a:cubicBezTo>
                  <a:moveTo>
                    <a:pt x="8509" y="16891"/>
                  </a:moveTo>
                  <a:lnTo>
                    <a:pt x="8509" y="8509"/>
                  </a:lnTo>
                  <a:lnTo>
                    <a:pt x="17018" y="8509"/>
                  </a:lnTo>
                  <a:lnTo>
                    <a:pt x="17018" y="40361108"/>
                  </a:lnTo>
                  <a:lnTo>
                    <a:pt x="8509" y="40361108"/>
                  </a:lnTo>
                  <a:lnTo>
                    <a:pt x="8509" y="40352600"/>
                  </a:lnTo>
                  <a:lnTo>
                    <a:pt x="9567672" y="40352600"/>
                  </a:lnTo>
                  <a:lnTo>
                    <a:pt x="9567672" y="40361108"/>
                  </a:lnTo>
                  <a:lnTo>
                    <a:pt x="9559163" y="40361108"/>
                  </a:lnTo>
                  <a:lnTo>
                    <a:pt x="9559163" y="8509"/>
                  </a:lnTo>
                  <a:lnTo>
                    <a:pt x="9567672" y="8509"/>
                  </a:lnTo>
                  <a:lnTo>
                    <a:pt x="9567672" y="17018"/>
                  </a:lnTo>
                  <a:lnTo>
                    <a:pt x="8509" y="17018"/>
                  </a:lnTo>
                  <a:close/>
                </a:path>
              </a:pathLst>
            </a:custGeom>
            <a:solidFill>
              <a:srgbClr val="c0504d"/>
            </a:solidFill>
            <a:ln w="1270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90000" rIns="90000" tIns="45000" bIns="45000" anchor="t">
              <a:noAutofit/>
            </a:bodyPr>
            <a:p>
              <a:pPr>
                <a:lnSpc>
                  <a:spcPct val="100000"/>
                </a:lnSpc>
              </a:pPr>
              <a:endParaRPr lang="es-AR" sz="1800" b="0" u="none" strike="noStrike">
                <a:solidFill>
                  <a:srgbClr val="ffffff"/>
                </a:solidFill>
                <a:effectLst/>
                <a:uFillTx/>
                <a:latin typeface="Arial"/>
              </a:endParaRPr>
            </a:p>
          </p:txBody>
        </p:sp>
        <p:sp>
          <p:nvSpPr>
            <p:cNvPr id="62" name=""/>
            <p:cNvSpPr/>
            <p:nvPr/>
          </p:nvSpPr>
          <p:spPr>
            <a:xfrm>
              <a:off x="14760000" y="900000"/>
              <a:ext cx="5747400" cy="352440"/>
            </a:xfrm>
            <a:prstGeom prst="rect">
              <a:avLst/>
            </a:prstGeom>
            <a:noFill/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90000" rIns="90000" tIns="45000" bIns="45000" anchor="t">
              <a:spAutoFit/>
            </a:bodyPr>
            <a:p>
              <a:pPr>
                <a:lnSpc>
                  <a:spcPct val="100000"/>
                </a:lnSpc>
              </a:pPr>
              <a:endParaRPr lang="es-AR" sz="1800" b="0" u="none" strike="noStrike">
                <a:solidFill>
                  <a:srgbClr val="000000"/>
                </a:solidFill>
                <a:effectLst/>
                <a:uFillTx/>
                <a:latin typeface="Arial"/>
              </a:endParaRPr>
            </a:p>
          </p:txBody>
        </p:sp>
      </p:grpSp>
      <p:grpSp>
        <p:nvGrpSpPr>
          <p:cNvPr id="63" name="Group 43"/>
          <p:cNvGrpSpPr/>
          <p:nvPr/>
        </p:nvGrpSpPr>
        <p:grpSpPr>
          <a:xfrm>
            <a:off x="981360" y="900000"/>
            <a:ext cx="13242600" cy="26639640"/>
            <a:chOff x="981360" y="900000"/>
            <a:chExt cx="13242600" cy="26639640"/>
          </a:xfrm>
        </p:grpSpPr>
        <p:grpSp>
          <p:nvGrpSpPr>
            <p:cNvPr id="64" name="Group 44"/>
            <p:cNvGrpSpPr/>
            <p:nvPr/>
          </p:nvGrpSpPr>
          <p:grpSpPr>
            <a:xfrm>
              <a:off x="1074600" y="4579920"/>
              <a:ext cx="11630880" cy="8280"/>
              <a:chOff x="1074600" y="4579920"/>
              <a:chExt cx="11630880" cy="8280"/>
            </a:xfrm>
          </p:grpSpPr>
          <p:sp>
            <p:nvSpPr>
              <p:cNvPr id="65" name="Freeform 45"/>
              <p:cNvSpPr/>
              <p:nvPr/>
            </p:nvSpPr>
            <p:spPr>
              <a:xfrm>
                <a:off x="1081080" y="4586400"/>
                <a:ext cx="11618280" cy="360"/>
              </a:xfrm>
              <a:custGeom>
                <a:avLst/>
                <a:gdLst>
                  <a:gd name="textAreaLeft" fmla="*/ 0 w 11618280"/>
                  <a:gd name="textAreaRight" fmla="*/ 11639160 w 11618280"/>
                  <a:gd name="textAreaTop" fmla="*/ 0 h 360"/>
                  <a:gd name="textAreaBottom" fmla="*/ 135659520 h 360"/>
                </a:gdLst>
                <a:ahLst/>
                <a:cxnLst/>
                <a:rect l="textAreaLeft" t="textAreaTop" r="textAreaRight" b="textAreaBottom"/>
                <a:pathLst>
                  <a:path w="15518892" h="22098">
                    <a:moveTo>
                      <a:pt x="15518892" y="22098"/>
                    </a:moveTo>
                    <a:lnTo>
                      <a:pt x="0" y="22098"/>
                    </a:lnTo>
                    <a:lnTo>
                      <a:pt x="0" y="0"/>
                    </a:lnTo>
                    <a:lnTo>
                      <a:pt x="15518892" y="0"/>
                    </a:lnTo>
                    <a:close/>
                  </a:path>
                </a:pathLst>
              </a:custGeom>
              <a:solidFill>
                <a:srgbClr val="000000"/>
              </a:solidFill>
              <a:ln w="12700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lIns="90000" rIns="90000" tIns="-28440" bIns="-28440" anchor="t">
                <a:noAutofit/>
              </a:bodyPr>
              <a:p>
                <a:pPr>
                  <a:lnSpc>
                    <a:spcPct val="100000"/>
                  </a:lnSpc>
                </a:pPr>
                <a:endParaRPr lang="es-AR" sz="1800" b="0" u="none" strike="noStrike">
                  <a:solidFill>
                    <a:srgbClr val="ffffff"/>
                  </a:solidFill>
                  <a:effectLst/>
                  <a:uFillTx/>
                  <a:latin typeface="Arial"/>
                </a:endParaRPr>
              </a:p>
            </p:txBody>
          </p:sp>
          <p:sp>
            <p:nvSpPr>
              <p:cNvPr id="66" name="Freeform 46"/>
              <p:cNvSpPr/>
              <p:nvPr/>
            </p:nvSpPr>
            <p:spPr>
              <a:xfrm>
                <a:off x="1074600" y="4579920"/>
                <a:ext cx="11630880" cy="8280"/>
              </a:xfrm>
              <a:custGeom>
                <a:avLst/>
                <a:gdLst>
                  <a:gd name="textAreaLeft" fmla="*/ 0 w 11630880"/>
                  <a:gd name="textAreaRight" fmla="*/ 11651760 w 11630880"/>
                  <a:gd name="textAreaTop" fmla="*/ 0 h 8280"/>
                  <a:gd name="textAreaBottom" fmla="*/ 29160 h 8280"/>
                </a:gdLst>
                <a:ahLst/>
                <a:cxnLst/>
                <a:rect l="textAreaLeft" t="textAreaTop" r="textAreaRight" b="textAreaBottom"/>
                <a:pathLst>
                  <a:path w="15535911" h="39116">
                    <a:moveTo>
                      <a:pt x="15527401" y="38989"/>
                    </a:moveTo>
                    <a:lnTo>
                      <a:pt x="8509" y="38989"/>
                    </a:lnTo>
                    <a:cubicBezTo>
                      <a:pt x="3810" y="38989"/>
                      <a:pt x="0" y="35179"/>
                      <a:pt x="0" y="30607"/>
                    </a:cubicBezTo>
                    <a:lnTo>
                      <a:pt x="0" y="8509"/>
                    </a:lnTo>
                    <a:cubicBezTo>
                      <a:pt x="0" y="3810"/>
                      <a:pt x="3810" y="0"/>
                      <a:pt x="8509" y="0"/>
                    </a:cubicBezTo>
                    <a:lnTo>
                      <a:pt x="15527401" y="0"/>
                    </a:lnTo>
                    <a:cubicBezTo>
                      <a:pt x="15532100" y="0"/>
                      <a:pt x="15535911" y="3810"/>
                      <a:pt x="15535911" y="8509"/>
                    </a:cubicBezTo>
                    <a:lnTo>
                      <a:pt x="15535911" y="30607"/>
                    </a:lnTo>
                    <a:cubicBezTo>
                      <a:pt x="15535911" y="35306"/>
                      <a:pt x="15532100" y="39116"/>
                      <a:pt x="15527401" y="39116"/>
                    </a:cubicBezTo>
                    <a:moveTo>
                      <a:pt x="15527401" y="22225"/>
                    </a:moveTo>
                    <a:lnTo>
                      <a:pt x="15527401" y="30734"/>
                    </a:lnTo>
                    <a:lnTo>
                      <a:pt x="15518892" y="30734"/>
                    </a:lnTo>
                    <a:lnTo>
                      <a:pt x="15518892" y="8509"/>
                    </a:lnTo>
                    <a:lnTo>
                      <a:pt x="15527401" y="8509"/>
                    </a:lnTo>
                    <a:lnTo>
                      <a:pt x="15527401" y="17018"/>
                    </a:lnTo>
                    <a:lnTo>
                      <a:pt x="8509" y="17018"/>
                    </a:lnTo>
                    <a:lnTo>
                      <a:pt x="8509" y="8509"/>
                    </a:lnTo>
                    <a:lnTo>
                      <a:pt x="17018" y="8509"/>
                    </a:lnTo>
                    <a:lnTo>
                      <a:pt x="17018" y="30607"/>
                    </a:lnTo>
                    <a:lnTo>
                      <a:pt x="8509" y="30607"/>
                    </a:lnTo>
                    <a:lnTo>
                      <a:pt x="8509" y="22098"/>
                    </a:lnTo>
                    <a:lnTo>
                      <a:pt x="15527401" y="22098"/>
                    </a:lnTo>
                    <a:close/>
                  </a:path>
                </a:pathLst>
              </a:custGeom>
              <a:solidFill>
                <a:srgbClr val="000000"/>
              </a:solidFill>
              <a:ln w="12700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lIns="90000" rIns="90000" tIns="-15840" bIns="-15840" anchor="t">
                <a:noAutofit/>
              </a:bodyPr>
              <a:p>
                <a:pPr>
                  <a:lnSpc>
                    <a:spcPct val="100000"/>
                  </a:lnSpc>
                </a:pPr>
                <a:endParaRPr lang="es-AR" sz="1800" b="0" u="none" strike="noStrike">
                  <a:solidFill>
                    <a:srgbClr val="ffffff"/>
                  </a:solidFill>
                  <a:effectLst/>
                  <a:uFillTx/>
                  <a:latin typeface="Arial"/>
                </a:endParaRPr>
              </a:p>
            </p:txBody>
          </p:sp>
        </p:grpSp>
        <p:sp>
          <p:nvSpPr>
            <p:cNvPr id="67" name="TextBox 47"/>
            <p:cNvSpPr/>
            <p:nvPr/>
          </p:nvSpPr>
          <p:spPr>
            <a:xfrm>
              <a:off x="1127520" y="3556440"/>
              <a:ext cx="11617920" cy="501120"/>
            </a:xfrm>
            <a:prstGeom prst="rect">
              <a:avLst/>
            </a:prstGeom>
            <a:noFill/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0" rIns="0" tIns="0" bIns="0" anchor="t">
              <a:spAutoFit/>
            </a:bodyPr>
            <a:p>
              <a:pPr defTabSz="914400">
                <a:lnSpc>
                  <a:spcPts val="3960"/>
                </a:lnSpc>
              </a:pPr>
              <a:endParaRPr lang="es-AR" sz="1800" b="0" u="none" strike="noStrike">
                <a:solidFill>
                  <a:srgbClr val="000000"/>
                </a:solidFill>
                <a:effectLst/>
                <a:uFillTx/>
                <a:latin typeface="Arial"/>
              </a:endParaRPr>
            </a:p>
          </p:txBody>
        </p:sp>
        <p:sp>
          <p:nvSpPr>
            <p:cNvPr id="68" name="TextBox 49"/>
            <p:cNvSpPr/>
            <p:nvPr/>
          </p:nvSpPr>
          <p:spPr>
            <a:xfrm>
              <a:off x="1127520" y="4744440"/>
              <a:ext cx="11617920" cy="4616640"/>
            </a:xfrm>
            <a:prstGeom prst="rect">
              <a:avLst/>
            </a:prstGeom>
            <a:noFill/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0" rIns="0" tIns="0" bIns="0" anchor="t">
              <a:spAutoFit/>
            </a:bodyPr>
            <a:p>
              <a:pPr algn="just" defTabSz="914400">
                <a:lnSpc>
                  <a:spcPts val="4039"/>
                </a:lnSpc>
              </a:pPr>
              <a:r>
                <a:rPr lang="en-US" sz="2350" b="0" u="none" spc="45" strike="noStrike">
                  <a:solidFill>
                    <a:srgbClr val="000000"/>
                  </a:solidFill>
                  <a:effectLst/>
                  <a:uFillTx/>
                  <a:latin typeface="Lato"/>
                  <a:ea typeface="Montserrat"/>
                </a:rPr>
                <a:t>{{about}}</a:t>
              </a:r>
              <a:endParaRPr lang="es-AR" sz="2350" b="0" u="none" strike="noStrike">
                <a:solidFill>
                  <a:srgbClr val="000000"/>
                </a:solidFill>
                <a:effectLst/>
                <a:uFillTx/>
                <a:latin typeface="Arial"/>
              </a:endParaRPr>
            </a:p>
            <a:p>
              <a:pPr algn="just" defTabSz="914400">
                <a:lnSpc>
                  <a:spcPts val="4039"/>
                </a:lnSpc>
              </a:pPr>
              <a:endParaRPr lang="es-AR" sz="1800" b="0" u="none" strike="noStrike">
                <a:solidFill>
                  <a:srgbClr val="000000"/>
                </a:solidFill>
                <a:effectLst/>
                <a:uFillTx/>
                <a:latin typeface="Arial"/>
              </a:endParaRPr>
            </a:p>
            <a:p>
              <a:pPr algn="just" defTabSz="914400">
                <a:lnSpc>
                  <a:spcPts val="4039"/>
                </a:lnSpc>
              </a:pPr>
              <a:endParaRPr lang="es-AR" sz="1800" b="0" u="none" strike="noStrike">
                <a:solidFill>
                  <a:srgbClr val="000000"/>
                </a:solidFill>
                <a:effectLst/>
                <a:uFillTx/>
                <a:latin typeface="Arial"/>
              </a:endParaRPr>
            </a:p>
            <a:p>
              <a:pPr algn="just" defTabSz="914400">
                <a:lnSpc>
                  <a:spcPts val="4039"/>
                </a:lnSpc>
              </a:pPr>
              <a:endParaRPr lang="es-AR" sz="1800" b="0" u="none" strike="noStrike">
                <a:solidFill>
                  <a:srgbClr val="000000"/>
                </a:solidFill>
                <a:effectLst/>
                <a:uFillTx/>
                <a:latin typeface="Arial"/>
              </a:endParaRPr>
            </a:p>
            <a:p>
              <a:pPr algn="just" defTabSz="914400">
                <a:lnSpc>
                  <a:spcPts val="4039"/>
                </a:lnSpc>
              </a:pPr>
              <a:endParaRPr lang="es-AR" sz="1800" b="0" u="none" strike="noStrike">
                <a:solidFill>
                  <a:srgbClr val="000000"/>
                </a:solidFill>
                <a:effectLst/>
                <a:uFillTx/>
                <a:latin typeface="Arial"/>
              </a:endParaRPr>
            </a:p>
            <a:p>
              <a:pPr algn="just" defTabSz="914400">
                <a:lnSpc>
                  <a:spcPts val="4039"/>
                </a:lnSpc>
              </a:pPr>
              <a:endParaRPr lang="es-AR" sz="1800" b="0" u="none" strike="noStrike">
                <a:solidFill>
                  <a:srgbClr val="000000"/>
                </a:solidFill>
                <a:effectLst/>
                <a:uFillTx/>
                <a:latin typeface="Arial"/>
              </a:endParaRPr>
            </a:p>
            <a:p>
              <a:pPr algn="just" defTabSz="914400">
                <a:lnSpc>
                  <a:spcPts val="4039"/>
                </a:lnSpc>
              </a:pPr>
              <a:endParaRPr lang="es-AR" sz="1800" b="0" u="none" strike="noStrike">
                <a:solidFill>
                  <a:srgbClr val="000000"/>
                </a:solidFill>
                <a:effectLst/>
                <a:uFillTx/>
                <a:latin typeface="Arial"/>
              </a:endParaRPr>
            </a:p>
            <a:p>
              <a:pPr algn="just" defTabSz="914400">
                <a:lnSpc>
                  <a:spcPts val="4039"/>
                </a:lnSpc>
              </a:pPr>
              <a:endParaRPr lang="es-AR" sz="1800" b="0" u="none" strike="noStrike">
                <a:solidFill>
                  <a:srgbClr val="000000"/>
                </a:solidFill>
                <a:effectLst/>
                <a:uFillTx/>
                <a:latin typeface="Arial"/>
              </a:endParaRPr>
            </a:p>
            <a:p>
              <a:pPr algn="just" defTabSz="914400">
                <a:lnSpc>
                  <a:spcPts val="4039"/>
                </a:lnSpc>
              </a:pPr>
              <a:endParaRPr lang="es-AR" sz="1800" b="0" u="none" strike="noStrike">
                <a:solidFill>
                  <a:srgbClr val="000000"/>
                </a:solidFill>
                <a:effectLst/>
                <a:uFillTx/>
                <a:latin typeface="Arial"/>
              </a:endParaRPr>
            </a:p>
          </p:txBody>
        </p:sp>
        <p:sp>
          <p:nvSpPr>
            <p:cNvPr id="69" name="TextBox 50"/>
            <p:cNvSpPr/>
            <p:nvPr/>
          </p:nvSpPr>
          <p:spPr>
            <a:xfrm>
              <a:off x="1154880" y="8100000"/>
              <a:ext cx="8840160" cy="603000"/>
            </a:xfrm>
            <a:prstGeom prst="rect">
              <a:avLst/>
            </a:prstGeom>
            <a:noFill/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0" rIns="0" tIns="0" bIns="0" anchor="t">
              <a:spAutoFit/>
            </a:bodyPr>
            <a:p>
              <a:pPr defTabSz="914400">
                <a:lnSpc>
                  <a:spcPts val="4751"/>
                </a:lnSpc>
              </a:pPr>
              <a:r>
                <a:rPr lang="en-US" sz="3400" b="1" u="none" strike="noStrike">
                  <a:solidFill>
                    <a:srgbClr val="333333"/>
                  </a:solidFill>
                  <a:effectLst/>
                  <a:uFillTx/>
                  <a:latin typeface="Poppins"/>
                  <a:ea typeface="Montserrat Bold"/>
                </a:rPr>
                <a:t>EXPERIENCIA LABORAL</a:t>
              </a:r>
              <a:endParaRPr lang="es-AR" sz="3400" b="0" u="none" strike="noStrike">
                <a:solidFill>
                  <a:srgbClr val="000000"/>
                </a:solidFill>
                <a:effectLst/>
                <a:uFillTx/>
                <a:latin typeface="Arial"/>
              </a:endParaRPr>
            </a:p>
          </p:txBody>
        </p:sp>
        <p:grpSp>
          <p:nvGrpSpPr>
            <p:cNvPr id="70" name="Group 51"/>
            <p:cNvGrpSpPr/>
            <p:nvPr/>
          </p:nvGrpSpPr>
          <p:grpSpPr>
            <a:xfrm>
              <a:off x="1075320" y="8836200"/>
              <a:ext cx="11630880" cy="8280"/>
              <a:chOff x="1075320" y="8836200"/>
              <a:chExt cx="11630880" cy="8280"/>
            </a:xfrm>
          </p:grpSpPr>
          <p:sp>
            <p:nvSpPr>
              <p:cNvPr id="71" name="Freeform 52"/>
              <p:cNvSpPr/>
              <p:nvPr/>
            </p:nvSpPr>
            <p:spPr>
              <a:xfrm>
                <a:off x="1081800" y="8842680"/>
                <a:ext cx="11618280" cy="360"/>
              </a:xfrm>
              <a:custGeom>
                <a:avLst/>
                <a:gdLst>
                  <a:gd name="textAreaLeft" fmla="*/ 0 w 11618280"/>
                  <a:gd name="textAreaRight" fmla="*/ 11639160 w 11618280"/>
                  <a:gd name="textAreaTop" fmla="*/ 0 h 360"/>
                  <a:gd name="textAreaBottom" fmla="*/ 135659520 h 360"/>
                </a:gdLst>
                <a:ahLst/>
                <a:cxnLst/>
                <a:rect l="textAreaLeft" t="textAreaTop" r="textAreaRight" b="textAreaBottom"/>
                <a:pathLst>
                  <a:path w="15518892" h="22098">
                    <a:moveTo>
                      <a:pt x="15518892" y="22098"/>
                    </a:moveTo>
                    <a:lnTo>
                      <a:pt x="0" y="22098"/>
                    </a:lnTo>
                    <a:lnTo>
                      <a:pt x="0" y="0"/>
                    </a:lnTo>
                    <a:lnTo>
                      <a:pt x="15518892" y="0"/>
                    </a:lnTo>
                    <a:close/>
                  </a:path>
                </a:pathLst>
              </a:custGeom>
              <a:solidFill>
                <a:srgbClr val="000000"/>
              </a:solidFill>
              <a:ln w="12700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lIns="90000" rIns="90000" tIns="-28440" bIns="-28440" anchor="t">
                <a:noAutofit/>
              </a:bodyPr>
              <a:p>
                <a:pPr>
                  <a:lnSpc>
                    <a:spcPct val="100000"/>
                  </a:lnSpc>
                </a:pPr>
                <a:endParaRPr lang="es-AR" sz="1800" b="0" u="none" strike="noStrike">
                  <a:solidFill>
                    <a:srgbClr val="ffffff"/>
                  </a:solidFill>
                  <a:effectLst/>
                  <a:uFillTx/>
                  <a:latin typeface="Arial"/>
                </a:endParaRPr>
              </a:p>
            </p:txBody>
          </p:sp>
          <p:sp>
            <p:nvSpPr>
              <p:cNvPr id="72" name="Freeform 53"/>
              <p:cNvSpPr/>
              <p:nvPr/>
            </p:nvSpPr>
            <p:spPr>
              <a:xfrm>
                <a:off x="1075320" y="8836200"/>
                <a:ext cx="11630880" cy="8280"/>
              </a:xfrm>
              <a:custGeom>
                <a:avLst/>
                <a:gdLst>
                  <a:gd name="textAreaLeft" fmla="*/ 0 w 11630880"/>
                  <a:gd name="textAreaRight" fmla="*/ 11651760 w 11630880"/>
                  <a:gd name="textAreaTop" fmla="*/ 0 h 8280"/>
                  <a:gd name="textAreaBottom" fmla="*/ 29160 h 8280"/>
                </a:gdLst>
                <a:ahLst/>
                <a:cxnLst/>
                <a:rect l="textAreaLeft" t="textAreaTop" r="textAreaRight" b="textAreaBottom"/>
                <a:pathLst>
                  <a:path w="15535911" h="39116">
                    <a:moveTo>
                      <a:pt x="15527401" y="38989"/>
                    </a:moveTo>
                    <a:lnTo>
                      <a:pt x="8509" y="38989"/>
                    </a:lnTo>
                    <a:cubicBezTo>
                      <a:pt x="3810" y="38989"/>
                      <a:pt x="0" y="35179"/>
                      <a:pt x="0" y="30607"/>
                    </a:cubicBezTo>
                    <a:lnTo>
                      <a:pt x="0" y="8509"/>
                    </a:lnTo>
                    <a:cubicBezTo>
                      <a:pt x="0" y="3810"/>
                      <a:pt x="3810" y="0"/>
                      <a:pt x="8509" y="0"/>
                    </a:cubicBezTo>
                    <a:lnTo>
                      <a:pt x="15527401" y="0"/>
                    </a:lnTo>
                    <a:cubicBezTo>
                      <a:pt x="15532100" y="0"/>
                      <a:pt x="15535911" y="3810"/>
                      <a:pt x="15535911" y="8509"/>
                    </a:cubicBezTo>
                    <a:lnTo>
                      <a:pt x="15535911" y="30607"/>
                    </a:lnTo>
                    <a:cubicBezTo>
                      <a:pt x="15535911" y="35306"/>
                      <a:pt x="15532100" y="39116"/>
                      <a:pt x="15527401" y="39116"/>
                    </a:cubicBezTo>
                    <a:moveTo>
                      <a:pt x="15527401" y="22225"/>
                    </a:moveTo>
                    <a:lnTo>
                      <a:pt x="15527401" y="30734"/>
                    </a:lnTo>
                    <a:lnTo>
                      <a:pt x="15518892" y="30734"/>
                    </a:lnTo>
                    <a:lnTo>
                      <a:pt x="15518892" y="8509"/>
                    </a:lnTo>
                    <a:lnTo>
                      <a:pt x="15527401" y="8509"/>
                    </a:lnTo>
                    <a:lnTo>
                      <a:pt x="15527401" y="17018"/>
                    </a:lnTo>
                    <a:lnTo>
                      <a:pt x="8509" y="17018"/>
                    </a:lnTo>
                    <a:lnTo>
                      <a:pt x="8509" y="8509"/>
                    </a:lnTo>
                    <a:lnTo>
                      <a:pt x="17018" y="8509"/>
                    </a:lnTo>
                    <a:lnTo>
                      <a:pt x="17018" y="30607"/>
                    </a:lnTo>
                    <a:lnTo>
                      <a:pt x="8509" y="30607"/>
                    </a:lnTo>
                    <a:lnTo>
                      <a:pt x="8509" y="22098"/>
                    </a:lnTo>
                    <a:lnTo>
                      <a:pt x="15527401" y="22098"/>
                    </a:lnTo>
                    <a:close/>
                  </a:path>
                </a:pathLst>
              </a:custGeom>
              <a:solidFill>
                <a:srgbClr val="000000"/>
              </a:solidFill>
              <a:ln w="12700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lIns="90000" rIns="90000" tIns="-15840" bIns="-15840" anchor="t">
                <a:noAutofit/>
              </a:bodyPr>
              <a:p>
                <a:pPr>
                  <a:lnSpc>
                    <a:spcPct val="100000"/>
                  </a:lnSpc>
                </a:pPr>
                <a:endParaRPr lang="es-AR" sz="1800" b="0" u="none" strike="noStrike">
                  <a:solidFill>
                    <a:srgbClr val="ffffff"/>
                  </a:solidFill>
                  <a:effectLst/>
                  <a:uFillTx/>
                  <a:latin typeface="Arial"/>
                </a:endParaRPr>
              </a:p>
            </p:txBody>
          </p:sp>
        </p:grpSp>
        <p:grpSp>
          <p:nvGrpSpPr>
            <p:cNvPr id="73" name="Group 54"/>
            <p:cNvGrpSpPr/>
            <p:nvPr/>
          </p:nvGrpSpPr>
          <p:grpSpPr>
            <a:xfrm>
              <a:off x="1107360" y="9180000"/>
              <a:ext cx="360" cy="18359640"/>
              <a:chOff x="1107360" y="9180000"/>
              <a:chExt cx="360" cy="18359640"/>
            </a:xfrm>
          </p:grpSpPr>
          <p:sp>
            <p:nvSpPr>
              <p:cNvPr id="74" name="Freeform 55"/>
              <p:cNvSpPr/>
              <p:nvPr/>
            </p:nvSpPr>
            <p:spPr>
              <a:xfrm>
                <a:off x="1107360" y="9187200"/>
                <a:ext cx="360" cy="18345240"/>
              </a:xfrm>
              <a:custGeom>
                <a:avLst/>
                <a:gdLst>
                  <a:gd name="textAreaLeft" fmla="*/ 0 w 360"/>
                  <a:gd name="textAreaRight" fmla="*/ 135659520 w 360"/>
                  <a:gd name="textAreaTop" fmla="*/ 0 h 18345240"/>
                  <a:gd name="textAreaBottom" fmla="*/ 18368280 h 18345240"/>
                </a:gdLst>
                <a:ahLst/>
                <a:cxnLst/>
                <a:rect l="textAreaLeft" t="textAreaTop" r="textAreaRight" b="textAreaBottom"/>
                <a:pathLst>
                  <a:path w="22098" h="21874606">
                    <a:moveTo>
                      <a:pt x="22098" y="0"/>
                    </a:moveTo>
                    <a:lnTo>
                      <a:pt x="22098" y="21874606"/>
                    </a:lnTo>
                    <a:lnTo>
                      <a:pt x="0" y="21874606"/>
                    </a:lnTo>
                    <a:lnTo>
                      <a:pt x="0" y="0"/>
                    </a:lnTo>
                    <a:close/>
                  </a:path>
                </a:pathLst>
              </a:custGeom>
              <a:solidFill>
                <a:srgbClr val="000000"/>
              </a:solidFill>
              <a:ln w="12700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lIns="90000" rIns="90000" tIns="45000" bIns="45000" anchor="t">
                <a:noAutofit/>
              </a:bodyPr>
              <a:p>
                <a:pPr>
                  <a:lnSpc>
                    <a:spcPct val="100000"/>
                  </a:lnSpc>
                </a:pPr>
                <a:endParaRPr lang="es-AR" sz="1800" b="0" u="none" strike="noStrike">
                  <a:solidFill>
                    <a:srgbClr val="ffffff"/>
                  </a:solidFill>
                  <a:effectLst/>
                  <a:uFillTx/>
                  <a:latin typeface="Arial"/>
                </a:endParaRPr>
              </a:p>
            </p:txBody>
          </p:sp>
          <p:sp>
            <p:nvSpPr>
              <p:cNvPr id="75" name="Freeform 56"/>
              <p:cNvSpPr/>
              <p:nvPr/>
            </p:nvSpPr>
            <p:spPr>
              <a:xfrm>
                <a:off x="1107360" y="9180000"/>
                <a:ext cx="360" cy="18359640"/>
              </a:xfrm>
              <a:custGeom>
                <a:avLst/>
                <a:gdLst>
                  <a:gd name="textAreaLeft" fmla="*/ 0 w 360"/>
                  <a:gd name="textAreaRight" fmla="*/ 4320 w 360"/>
                  <a:gd name="textAreaTop" fmla="*/ 0 h 18359640"/>
                  <a:gd name="textAreaBottom" fmla="*/ 18382680 h 18359640"/>
                </a:gdLst>
                <a:ahLst/>
                <a:cxnLst/>
                <a:rect l="textAreaLeft" t="textAreaTop" r="textAreaRight" b="textAreaBottom"/>
                <a:pathLst>
                  <a:path w="39116" h="21891625">
                    <a:moveTo>
                      <a:pt x="38989" y="8509"/>
                    </a:moveTo>
                    <a:lnTo>
                      <a:pt x="38989" y="21883115"/>
                    </a:lnTo>
                    <a:cubicBezTo>
                      <a:pt x="38989" y="21887814"/>
                      <a:pt x="35179" y="21891625"/>
                      <a:pt x="30480" y="21891625"/>
                    </a:cubicBezTo>
                    <a:lnTo>
                      <a:pt x="8509" y="21891625"/>
                    </a:lnTo>
                    <a:cubicBezTo>
                      <a:pt x="3810" y="21891625"/>
                      <a:pt x="0" y="21887814"/>
                      <a:pt x="0" y="21883115"/>
                    </a:cubicBezTo>
                    <a:lnTo>
                      <a:pt x="0" y="8509"/>
                    </a:lnTo>
                    <a:cubicBezTo>
                      <a:pt x="0" y="3810"/>
                      <a:pt x="3810" y="0"/>
                      <a:pt x="8509" y="0"/>
                    </a:cubicBezTo>
                    <a:lnTo>
                      <a:pt x="30607" y="0"/>
                    </a:lnTo>
                    <a:cubicBezTo>
                      <a:pt x="35306" y="0"/>
                      <a:pt x="39116" y="3810"/>
                      <a:pt x="39116" y="8509"/>
                    </a:cubicBezTo>
                    <a:moveTo>
                      <a:pt x="22098" y="8509"/>
                    </a:moveTo>
                    <a:lnTo>
                      <a:pt x="30607" y="8509"/>
                    </a:lnTo>
                    <a:lnTo>
                      <a:pt x="30607" y="17018"/>
                    </a:lnTo>
                    <a:lnTo>
                      <a:pt x="8509" y="17018"/>
                    </a:lnTo>
                    <a:lnTo>
                      <a:pt x="8509" y="8509"/>
                    </a:lnTo>
                    <a:lnTo>
                      <a:pt x="17018" y="8509"/>
                    </a:lnTo>
                    <a:lnTo>
                      <a:pt x="17018" y="21883115"/>
                    </a:lnTo>
                    <a:lnTo>
                      <a:pt x="8509" y="21883115"/>
                    </a:lnTo>
                    <a:lnTo>
                      <a:pt x="8509" y="21874606"/>
                    </a:lnTo>
                    <a:lnTo>
                      <a:pt x="30607" y="21874606"/>
                    </a:lnTo>
                    <a:lnTo>
                      <a:pt x="30607" y="21883115"/>
                    </a:lnTo>
                    <a:lnTo>
                      <a:pt x="22098" y="21883115"/>
                    </a:lnTo>
                    <a:lnTo>
                      <a:pt x="22098" y="8509"/>
                    </a:lnTo>
                    <a:close/>
                  </a:path>
                </a:pathLst>
              </a:custGeom>
              <a:solidFill>
                <a:srgbClr val="000000"/>
              </a:solidFill>
              <a:ln w="12700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lIns="90000" rIns="90000" tIns="45000" bIns="45000" anchor="t">
                <a:noAutofit/>
              </a:bodyPr>
              <a:p>
                <a:pPr>
                  <a:lnSpc>
                    <a:spcPct val="100000"/>
                  </a:lnSpc>
                </a:pPr>
                <a:endParaRPr lang="es-AR" sz="1800" b="0" u="none" strike="noStrike">
                  <a:solidFill>
                    <a:srgbClr val="ffffff"/>
                  </a:solidFill>
                  <a:effectLst/>
                  <a:uFillTx/>
                  <a:latin typeface="Arial"/>
                </a:endParaRPr>
              </a:p>
            </p:txBody>
          </p:sp>
        </p:grpSp>
        <p:sp>
          <p:nvSpPr>
            <p:cNvPr id="76" name="TextBox 61"/>
            <p:cNvSpPr/>
            <p:nvPr/>
          </p:nvSpPr>
          <p:spPr>
            <a:xfrm>
              <a:off x="981360" y="9032040"/>
              <a:ext cx="12725640" cy="6429960"/>
            </a:xfrm>
            <a:prstGeom prst="rect">
              <a:avLst/>
            </a:prstGeom>
            <a:noFill/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0" rIns="0" tIns="0" bIns="0" anchor="t">
              <a:spAutoFit/>
            </a:bodyPr>
            <a:p>
              <a:pPr marL="216000" indent="-216000" defTabSz="914400">
                <a:lnSpc>
                  <a:spcPts val="3144"/>
                </a:lnSpc>
                <a:buSzPct val="124942"/>
                <a:buBlip>
                  <a:blip r:embed="rId1"/>
                </a:buBlip>
              </a:pPr>
              <a:r>
                <a:rPr lang="en-US" sz="2600" b="1" u="none" strike="noStrike">
                  <a:solidFill>
                    <a:srgbClr val="333333"/>
                  </a:solidFill>
                  <a:effectLst/>
                  <a:uFillTx/>
                  <a:latin typeface="Poppins"/>
                  <a:ea typeface="Montserrat Bold"/>
                </a:rPr>
                <a:t> {{exp_1_role}}</a:t>
              </a:r>
              <a:r>
                <a:rPr lang="en-US" sz="2600" b="1" u="none" strike="noStrike">
                  <a:solidFill>
                    <a:srgbClr val="333333"/>
                  </a:solidFill>
                  <a:effectLst/>
                  <a:uFillTx/>
                  <a:latin typeface="Montserrat Bold"/>
                  <a:ea typeface="Montserrat Bold"/>
                </a:rPr>
                <a:t>  </a:t>
              </a:r>
              <a:r>
                <a:rPr lang="en-US" sz="2200" b="0" u="none" strike="noStrike">
                  <a:solidFill>
                    <a:srgbClr val="000000"/>
                  </a:solidFill>
                  <a:effectLst/>
                  <a:uFillTx/>
                  <a:latin typeface="Lato"/>
                  <a:ea typeface="Montserrat"/>
                </a:rPr>
                <a:t> {{exp_1_company}}</a:t>
              </a:r>
              <a:r>
                <a:rPr lang="en-US" sz="2600" b="1" u="none" strike="noStrike">
                  <a:solidFill>
                    <a:srgbClr val="333333"/>
                  </a:solidFill>
                  <a:effectLst/>
                  <a:uFillTx/>
                  <a:latin typeface="Lato"/>
                  <a:ea typeface="Montserrat Bold"/>
                </a:rPr>
                <a:t> </a:t>
              </a:r>
              <a:r>
                <a:rPr lang="en-US" sz="2200" b="0" u="none" strike="noStrike">
                  <a:solidFill>
                    <a:srgbClr val="000000"/>
                  </a:solidFill>
                  <a:effectLst/>
                  <a:uFillTx/>
                  <a:latin typeface="Lato"/>
                  <a:ea typeface="Montserrat"/>
                </a:rPr>
                <a:t> {{exp_1_dates}}</a:t>
              </a:r>
              <a:r>
                <a:rPr lang="en-US" sz="2600" b="0" u="none" strike="noStrike">
                  <a:solidFill>
                    <a:srgbClr val="333333"/>
                  </a:solidFill>
                  <a:effectLst/>
                  <a:uFillTx/>
                  <a:latin typeface="Lato"/>
                  <a:ea typeface="Montserrat"/>
                </a:rPr>
                <a:t> </a:t>
              </a:r>
              <a:endParaRPr lang="es-AR" sz="2600" b="0" u="none" strike="noStrike">
                <a:solidFill>
                  <a:srgbClr val="000000"/>
                </a:solidFill>
                <a:effectLst/>
                <a:uFillTx/>
                <a:latin typeface="Arial"/>
              </a:endParaRPr>
            </a:p>
            <a:p>
              <a:pPr marL="360000" defTabSz="914400">
                <a:lnSpc>
                  <a:spcPts val="3685"/>
                </a:lnSpc>
              </a:pPr>
              <a:r>
                <a:rPr lang="es-AR" sz="2260" b="0" u="none" strike="noStrike">
                  <a:solidFill>
                    <a:srgbClr val="000000"/>
                  </a:solidFill>
                  <a:effectLst/>
                  <a:uFillTx/>
                  <a:latin typeface="Lato"/>
                  <a:ea typeface="Montserrat"/>
                </a:rPr>
                <a:t> {{exp_1_bullets_block}} </a:t>
              </a:r>
              <a:endParaRPr lang="es-AR" sz="2260" b="0" u="none" strike="noStrike">
                <a:solidFill>
                  <a:srgbClr val="000000"/>
                </a:solidFill>
                <a:effectLst/>
                <a:uFillTx/>
                <a:latin typeface="Arial"/>
              </a:endParaRPr>
            </a:p>
            <a:p>
              <a:pPr marL="360000" defTabSz="914400">
                <a:lnSpc>
                  <a:spcPts val="4252"/>
                </a:lnSpc>
              </a:pPr>
              <a:endParaRPr lang="es-AR" sz="2250" b="0" u="none" strike="noStrike">
                <a:solidFill>
                  <a:srgbClr val="000000"/>
                </a:solidFill>
                <a:effectLst/>
                <a:uFillTx/>
                <a:latin typeface="Arial"/>
              </a:endParaRPr>
            </a:p>
            <a:p>
              <a:pPr marL="216000" indent="-216000" defTabSz="914400">
                <a:lnSpc>
                  <a:spcPts val="3144"/>
                </a:lnSpc>
                <a:buSzPct val="124942"/>
                <a:buBlip>
                  <a:blip r:embed="rId2"/>
                </a:buBlip>
              </a:pPr>
              <a:r>
                <a:rPr lang="en-US" sz="2600" b="1" u="none" strike="noStrike">
                  <a:solidFill>
                    <a:srgbClr val="333333"/>
                  </a:solidFill>
                  <a:effectLst/>
                  <a:uFillTx/>
                  <a:latin typeface="Poppins"/>
                  <a:ea typeface="Montserrat Bold"/>
                </a:rPr>
                <a:t> {{exp_2_role}}</a:t>
              </a:r>
              <a:r>
                <a:rPr lang="en-US" sz="2600" b="1" u="none" strike="noStrike">
                  <a:solidFill>
                    <a:srgbClr val="333333"/>
                  </a:solidFill>
                  <a:effectLst/>
                  <a:uFillTx/>
                  <a:latin typeface="Montserrat Bold"/>
                  <a:ea typeface="Montserrat Bold"/>
                </a:rPr>
                <a:t>  </a:t>
              </a:r>
              <a:r>
                <a:rPr lang="en-US" sz="2200" b="0" u="none" strike="noStrike">
                  <a:solidFill>
                    <a:srgbClr val="000000"/>
                  </a:solidFill>
                  <a:effectLst/>
                  <a:uFillTx/>
                  <a:latin typeface="Lato"/>
                  <a:ea typeface="Montserrat"/>
                </a:rPr>
                <a:t> {{exp_2_company}}</a:t>
              </a:r>
              <a:r>
                <a:rPr lang="en-US" sz="2600" b="1" u="none" strike="noStrike">
                  <a:solidFill>
                    <a:srgbClr val="333333"/>
                  </a:solidFill>
                  <a:effectLst/>
                  <a:uFillTx/>
                  <a:latin typeface="Lato"/>
                  <a:ea typeface="Montserrat Bold"/>
                </a:rPr>
                <a:t> </a:t>
              </a:r>
              <a:r>
                <a:rPr lang="en-US" sz="2200" b="0" u="none" strike="noStrike">
                  <a:solidFill>
                    <a:srgbClr val="000000"/>
                  </a:solidFill>
                  <a:effectLst/>
                  <a:uFillTx/>
                  <a:latin typeface="Lato"/>
                  <a:ea typeface="Montserrat"/>
                </a:rPr>
                <a:t> {{exp_2_dates}}</a:t>
              </a:r>
              <a:r>
                <a:rPr lang="en-US" sz="2600" b="0" u="none" strike="noStrike">
                  <a:solidFill>
                    <a:srgbClr val="333333"/>
                  </a:solidFill>
                  <a:effectLst/>
                  <a:uFillTx/>
                  <a:latin typeface="Lato"/>
                  <a:ea typeface="Montserrat"/>
                </a:rPr>
                <a:t> </a:t>
              </a:r>
              <a:endParaRPr lang="es-AR" sz="2600" b="0" u="none" strike="noStrike">
                <a:solidFill>
                  <a:srgbClr val="000000"/>
                </a:solidFill>
                <a:effectLst/>
                <a:uFillTx/>
                <a:latin typeface="Arial"/>
              </a:endParaRPr>
            </a:p>
            <a:p>
              <a:pPr marL="360000" defTabSz="914400">
                <a:lnSpc>
                  <a:spcPts val="3685"/>
                </a:lnSpc>
              </a:pPr>
              <a:r>
                <a:rPr lang="es-AR" sz="2260" b="0" u="none" strike="noStrike">
                  <a:solidFill>
                    <a:srgbClr val="000000"/>
                  </a:solidFill>
                  <a:effectLst/>
                  <a:uFillTx/>
                  <a:latin typeface="Lato"/>
                  <a:ea typeface="Montserrat"/>
                </a:rPr>
                <a:t> {{exp_2_bullets_block}}</a:t>
              </a:r>
              <a:endParaRPr lang="es-AR" sz="2260" b="0" u="none" strike="noStrike">
                <a:solidFill>
                  <a:srgbClr val="000000"/>
                </a:solidFill>
                <a:effectLst/>
                <a:uFillTx/>
                <a:latin typeface="Arial"/>
              </a:endParaRPr>
            </a:p>
            <a:p>
              <a:pPr marL="360000" defTabSz="914400">
                <a:lnSpc>
                  <a:spcPts val="4252"/>
                </a:lnSpc>
              </a:pPr>
              <a:endParaRPr lang="es-AR" sz="2250" b="0" u="none" strike="noStrike">
                <a:solidFill>
                  <a:srgbClr val="000000"/>
                </a:solidFill>
                <a:effectLst/>
                <a:uFillTx/>
                <a:latin typeface="Arial"/>
              </a:endParaRPr>
            </a:p>
            <a:p>
              <a:pPr marL="216000" indent="-216000" defTabSz="914400">
                <a:lnSpc>
                  <a:spcPts val="3144"/>
                </a:lnSpc>
                <a:buSzPct val="124942"/>
                <a:buBlip>
                  <a:blip r:embed="rId3"/>
                </a:buBlip>
              </a:pPr>
              <a:r>
                <a:rPr lang="en-US" sz="2600" b="1" u="none" strike="noStrike">
                  <a:solidFill>
                    <a:srgbClr val="333333"/>
                  </a:solidFill>
                  <a:effectLst/>
                  <a:uFillTx/>
                  <a:latin typeface="Poppins"/>
                  <a:ea typeface="Montserrat Bold"/>
                </a:rPr>
                <a:t> {{exp_3_role}}</a:t>
              </a:r>
              <a:r>
                <a:rPr lang="en-US" sz="2600" b="1" u="none" strike="noStrike">
                  <a:solidFill>
                    <a:srgbClr val="333333"/>
                  </a:solidFill>
                  <a:effectLst/>
                  <a:uFillTx/>
                  <a:latin typeface="Montserrat Bold"/>
                  <a:ea typeface="Montserrat Bold"/>
                </a:rPr>
                <a:t>  </a:t>
              </a:r>
              <a:r>
                <a:rPr lang="en-US" sz="2200" b="0" u="none" strike="noStrike">
                  <a:solidFill>
                    <a:srgbClr val="000000"/>
                  </a:solidFill>
                  <a:effectLst/>
                  <a:uFillTx/>
                  <a:latin typeface="Lato"/>
                  <a:ea typeface="Montserrat"/>
                </a:rPr>
                <a:t> {{exp_3_company}}</a:t>
              </a:r>
              <a:r>
                <a:rPr lang="en-US" sz="2600" b="1" u="none" strike="noStrike">
                  <a:solidFill>
                    <a:srgbClr val="333333"/>
                  </a:solidFill>
                  <a:effectLst/>
                  <a:uFillTx/>
                  <a:latin typeface="Lato"/>
                  <a:ea typeface="Montserrat Bold"/>
                </a:rPr>
                <a:t> </a:t>
              </a:r>
              <a:r>
                <a:rPr lang="en-US" sz="2200" b="0" u="none" strike="noStrike">
                  <a:solidFill>
                    <a:srgbClr val="000000"/>
                  </a:solidFill>
                  <a:effectLst/>
                  <a:uFillTx/>
                  <a:latin typeface="Lato"/>
                  <a:ea typeface="Montserrat"/>
                </a:rPr>
                <a:t> {{exp_3_dates}}</a:t>
              </a:r>
              <a:r>
                <a:rPr lang="en-US" sz="2600" b="0" u="none" strike="noStrike">
                  <a:solidFill>
                    <a:srgbClr val="333333"/>
                  </a:solidFill>
                  <a:effectLst/>
                  <a:uFillTx/>
                  <a:latin typeface="Lato"/>
                  <a:ea typeface="Montserrat"/>
                </a:rPr>
                <a:t> </a:t>
              </a:r>
              <a:endParaRPr lang="es-AR" sz="2600" b="0" u="none" strike="noStrike">
                <a:solidFill>
                  <a:srgbClr val="000000"/>
                </a:solidFill>
                <a:effectLst/>
                <a:uFillTx/>
                <a:latin typeface="Arial"/>
              </a:endParaRPr>
            </a:p>
            <a:p>
              <a:pPr marL="360000" defTabSz="914400">
                <a:lnSpc>
                  <a:spcPts val="3685"/>
                </a:lnSpc>
              </a:pPr>
              <a:r>
                <a:rPr lang="es-AR" sz="2260" b="0" u="none" strike="noStrike">
                  <a:solidFill>
                    <a:srgbClr val="000000"/>
                  </a:solidFill>
                  <a:effectLst/>
                  <a:uFillTx/>
                  <a:latin typeface="Lato"/>
                  <a:ea typeface="Montserrat"/>
                </a:rPr>
                <a:t> {{exp_3_bullets_block}}</a:t>
              </a:r>
              <a:endParaRPr lang="es-AR" sz="2260" b="0" u="none" strike="noStrike">
                <a:solidFill>
                  <a:srgbClr val="000000"/>
                </a:solidFill>
                <a:effectLst/>
                <a:uFillTx/>
                <a:latin typeface="Arial"/>
              </a:endParaRPr>
            </a:p>
            <a:p>
              <a:pPr marL="360000" defTabSz="914400">
                <a:lnSpc>
                  <a:spcPts val="4252"/>
                </a:lnSpc>
              </a:pPr>
              <a:endParaRPr lang="es-AR" sz="2250" b="0" u="none" strike="noStrike">
                <a:solidFill>
                  <a:srgbClr val="000000"/>
                </a:solidFill>
                <a:effectLst/>
                <a:uFillTx/>
                <a:latin typeface="Arial"/>
              </a:endParaRPr>
            </a:p>
            <a:p>
              <a:pPr marL="216000" indent="-216000" defTabSz="914400">
                <a:lnSpc>
                  <a:spcPts val="3144"/>
                </a:lnSpc>
                <a:buSzPct val="124942"/>
                <a:buBlip>
                  <a:blip r:embed="rId4"/>
                </a:buBlip>
              </a:pPr>
              <a:r>
                <a:rPr lang="en-US" sz="2600" b="1" u="none" strike="noStrike">
                  <a:solidFill>
                    <a:srgbClr val="333333"/>
                  </a:solidFill>
                  <a:effectLst/>
                  <a:uFillTx/>
                  <a:latin typeface="Poppins"/>
                  <a:ea typeface="Montserrat Bold"/>
                </a:rPr>
                <a:t> {{exp_4_role}}</a:t>
              </a:r>
              <a:r>
                <a:rPr lang="en-US" sz="2600" b="1" u="none" strike="noStrike">
                  <a:solidFill>
                    <a:srgbClr val="333333"/>
                  </a:solidFill>
                  <a:effectLst/>
                  <a:uFillTx/>
                  <a:latin typeface="Montserrat Bold"/>
                  <a:ea typeface="Montserrat Bold"/>
                </a:rPr>
                <a:t>  </a:t>
              </a:r>
              <a:r>
                <a:rPr lang="en-US" sz="2200" b="0" u="none" strike="noStrike">
                  <a:solidFill>
                    <a:srgbClr val="000000"/>
                  </a:solidFill>
                  <a:effectLst/>
                  <a:uFillTx/>
                  <a:latin typeface="Lato"/>
                  <a:ea typeface="Montserrat"/>
                </a:rPr>
                <a:t> {{exp_4_company}}</a:t>
              </a:r>
              <a:r>
                <a:rPr lang="en-US" sz="2600" b="1" u="none" strike="noStrike">
                  <a:solidFill>
                    <a:srgbClr val="333333"/>
                  </a:solidFill>
                  <a:effectLst/>
                  <a:uFillTx/>
                  <a:latin typeface="Lato"/>
                  <a:ea typeface="Montserrat Bold"/>
                </a:rPr>
                <a:t> </a:t>
              </a:r>
              <a:r>
                <a:rPr lang="en-US" sz="2200" b="0" u="none" strike="noStrike">
                  <a:solidFill>
                    <a:srgbClr val="000000"/>
                  </a:solidFill>
                  <a:effectLst/>
                  <a:uFillTx/>
                  <a:latin typeface="Lato"/>
                  <a:ea typeface="Montserrat"/>
                </a:rPr>
                <a:t> {{exp_4_dates}}</a:t>
              </a:r>
              <a:r>
                <a:rPr lang="en-US" sz="2600" b="0" u="none" strike="noStrike">
                  <a:solidFill>
                    <a:srgbClr val="333333"/>
                  </a:solidFill>
                  <a:effectLst/>
                  <a:uFillTx/>
                  <a:latin typeface="Lato"/>
                  <a:ea typeface="Montserrat"/>
                </a:rPr>
                <a:t> </a:t>
              </a:r>
              <a:endParaRPr lang="es-AR" sz="2600" b="0" u="none" strike="noStrike">
                <a:solidFill>
                  <a:srgbClr val="000000"/>
                </a:solidFill>
                <a:effectLst/>
                <a:uFillTx/>
                <a:latin typeface="Arial"/>
              </a:endParaRPr>
            </a:p>
            <a:p>
              <a:pPr marL="360000" defTabSz="914400">
                <a:lnSpc>
                  <a:spcPts val="3685"/>
                </a:lnSpc>
              </a:pPr>
              <a:r>
                <a:rPr lang="es-AR" sz="2260" b="0" u="none" strike="noStrike">
                  <a:solidFill>
                    <a:srgbClr val="000000"/>
                  </a:solidFill>
                  <a:effectLst/>
                  <a:uFillTx/>
                  <a:latin typeface="Lato"/>
                  <a:ea typeface="Montserrat"/>
                </a:rPr>
                <a:t> {{exp_4_bullets_block}}</a:t>
              </a:r>
              <a:endParaRPr lang="es-AR" sz="2260" b="0" u="none" strike="noStrike">
                <a:solidFill>
                  <a:srgbClr val="000000"/>
                </a:solidFill>
                <a:effectLst/>
                <a:uFillTx/>
                <a:latin typeface="Arial"/>
              </a:endParaRPr>
            </a:p>
            <a:p>
              <a:pPr marL="360000" defTabSz="914400">
                <a:lnSpc>
                  <a:spcPts val="567"/>
                </a:lnSpc>
              </a:pPr>
              <a:endParaRPr lang="es-AR" sz="2250" b="0" u="none" strike="noStrike">
                <a:solidFill>
                  <a:srgbClr val="000000"/>
                </a:solidFill>
                <a:effectLst/>
                <a:uFillTx/>
                <a:latin typeface="Arial"/>
              </a:endParaRPr>
            </a:p>
            <a:p>
              <a:pPr marL="360000" defTabSz="914400">
                <a:lnSpc>
                  <a:spcPct val="100000"/>
                </a:lnSpc>
              </a:pPr>
              <a:endParaRPr lang="es-AR" sz="2100" b="0" u="none" strike="noStrike">
                <a:solidFill>
                  <a:srgbClr val="000000"/>
                </a:solidFill>
                <a:effectLst/>
                <a:uFillTx/>
                <a:latin typeface="Arial"/>
              </a:endParaRPr>
            </a:p>
            <a:p>
              <a:pPr marL="1074960" indent="-214920" defTabSz="914400">
                <a:lnSpc>
                  <a:spcPct val="150000"/>
                </a:lnSpc>
                <a:tabLst>
                  <a:tab algn="l" pos="0"/>
                </a:tabLst>
              </a:pPr>
              <a:endParaRPr lang="es-AR" sz="1800" b="0" u="none" strike="noStrike">
                <a:solidFill>
                  <a:srgbClr val="000000"/>
                </a:solidFill>
                <a:effectLst/>
                <a:uFillTx/>
                <a:latin typeface="Arial"/>
              </a:endParaRPr>
            </a:p>
            <a:p>
              <a:pPr marL="1074960" indent="-214920" defTabSz="914400">
                <a:lnSpc>
                  <a:spcPts val="4229"/>
                </a:lnSpc>
                <a:tabLst>
                  <a:tab algn="l" pos="0"/>
                </a:tabLst>
              </a:pPr>
              <a:endParaRPr lang="es-AR" sz="1800" b="0" u="none" strike="noStrike">
                <a:solidFill>
                  <a:srgbClr val="000000"/>
                </a:solidFill>
                <a:effectLst/>
                <a:uFillTx/>
                <a:latin typeface="Arial"/>
              </a:endParaRPr>
            </a:p>
          </p:txBody>
        </p:sp>
        <p:sp>
          <p:nvSpPr>
            <p:cNvPr id="77" name="TextBox 64"/>
            <p:cNvSpPr/>
            <p:nvPr/>
          </p:nvSpPr>
          <p:spPr>
            <a:xfrm>
              <a:off x="10310400" y="9257040"/>
              <a:ext cx="3601800" cy="289800"/>
            </a:xfrm>
            <a:prstGeom prst="rect">
              <a:avLst/>
            </a:prstGeom>
            <a:noFill/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0" rIns="0" tIns="0" bIns="0" anchor="t">
              <a:spAutoFit/>
            </a:bodyPr>
            <a:p>
              <a:pPr defTabSz="914400">
                <a:lnSpc>
                  <a:spcPts val="2415"/>
                </a:lnSpc>
              </a:pPr>
              <a:endParaRPr lang="es-AR" sz="1800" b="0" u="none" strike="noStrike">
                <a:solidFill>
                  <a:srgbClr val="000000"/>
                </a:solidFill>
                <a:effectLst/>
                <a:uFillTx/>
                <a:latin typeface="Arial"/>
              </a:endParaRPr>
            </a:p>
          </p:txBody>
        </p:sp>
        <p:sp>
          <p:nvSpPr>
            <p:cNvPr id="78" name="TextBox 68"/>
            <p:cNvSpPr/>
            <p:nvPr/>
          </p:nvSpPr>
          <p:spPr>
            <a:xfrm>
              <a:off x="10310400" y="16953480"/>
              <a:ext cx="3913560" cy="289800"/>
            </a:xfrm>
            <a:prstGeom prst="rect">
              <a:avLst/>
            </a:prstGeom>
            <a:noFill/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0" rIns="0" tIns="0" bIns="0" anchor="t">
              <a:spAutoFit/>
            </a:bodyPr>
            <a:p>
              <a:pPr defTabSz="914400">
                <a:lnSpc>
                  <a:spcPts val="2415"/>
                </a:lnSpc>
              </a:pPr>
              <a:endParaRPr lang="es-AR" sz="1800" b="0" u="none" strike="noStrike">
                <a:solidFill>
                  <a:srgbClr val="000000"/>
                </a:solidFill>
                <a:effectLst/>
                <a:uFillTx/>
                <a:latin typeface="Arial"/>
              </a:endParaRPr>
            </a:p>
          </p:txBody>
        </p:sp>
        <p:sp>
          <p:nvSpPr>
            <p:cNvPr id="79" name="TextBox 69"/>
            <p:cNvSpPr/>
            <p:nvPr/>
          </p:nvSpPr>
          <p:spPr>
            <a:xfrm>
              <a:off x="1868040" y="12938760"/>
              <a:ext cx="10835280" cy="1658880"/>
            </a:xfrm>
            <a:prstGeom prst="rect">
              <a:avLst/>
            </a:prstGeom>
            <a:noFill/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0" rIns="0" tIns="0" bIns="0" anchor="t">
              <a:spAutoFit/>
            </a:bodyPr>
            <a:p>
              <a:pPr defTabSz="914400">
                <a:lnSpc>
                  <a:spcPts val="4606"/>
                </a:lnSpc>
              </a:pPr>
              <a:endParaRPr lang="es-AR" sz="2000" b="0" u="none" strike="noStrike">
                <a:solidFill>
                  <a:srgbClr val="000000"/>
                </a:solidFill>
                <a:effectLst/>
                <a:uFillTx/>
                <a:latin typeface="Arial"/>
              </a:endParaRPr>
            </a:p>
            <a:p>
              <a:pPr marL="1074960" indent="-214920" defTabSz="914400">
                <a:lnSpc>
                  <a:spcPts val="4229"/>
                </a:lnSpc>
                <a:tabLst>
                  <a:tab algn="l" pos="0"/>
                </a:tabLst>
              </a:pPr>
              <a:endParaRPr lang="es-AR" sz="1800" b="0" u="none" strike="noStrike">
                <a:solidFill>
                  <a:srgbClr val="000000"/>
                </a:solidFill>
                <a:effectLst/>
                <a:uFillTx/>
                <a:latin typeface="Arial"/>
              </a:endParaRPr>
            </a:p>
            <a:p>
              <a:pPr marL="1074960" indent="-214920" defTabSz="914400">
                <a:lnSpc>
                  <a:spcPts val="4229"/>
                </a:lnSpc>
                <a:tabLst>
                  <a:tab algn="l" pos="0"/>
                </a:tabLst>
              </a:pPr>
              <a:endParaRPr lang="es-AR" sz="1800" b="0" u="none" strike="noStrike">
                <a:solidFill>
                  <a:srgbClr val="000000"/>
                </a:solidFill>
                <a:effectLst/>
                <a:uFillTx/>
                <a:latin typeface="Arial"/>
              </a:endParaRPr>
            </a:p>
          </p:txBody>
        </p:sp>
        <p:sp>
          <p:nvSpPr>
            <p:cNvPr id="80" name="TextBox 70"/>
            <p:cNvSpPr/>
            <p:nvPr/>
          </p:nvSpPr>
          <p:spPr>
            <a:xfrm>
              <a:off x="1865160" y="13073400"/>
              <a:ext cx="10925640" cy="290520"/>
            </a:xfrm>
            <a:prstGeom prst="rect">
              <a:avLst/>
            </a:prstGeom>
            <a:noFill/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0" rIns="0" tIns="0" bIns="0" anchor="t">
              <a:spAutoFit/>
            </a:bodyPr>
            <a:p>
              <a:pPr defTabSz="914400">
                <a:lnSpc>
                  <a:spcPts val="2415"/>
                </a:lnSpc>
              </a:pPr>
              <a:endParaRPr lang="es-AR" sz="1800" b="0" u="none" strike="noStrike">
                <a:solidFill>
                  <a:srgbClr val="000000"/>
                </a:solidFill>
                <a:effectLst/>
                <a:uFillTx/>
                <a:latin typeface="Arial"/>
              </a:endParaRPr>
            </a:p>
          </p:txBody>
        </p:sp>
        <p:sp>
          <p:nvSpPr>
            <p:cNvPr id="81" name="TextBox 48"/>
            <p:cNvSpPr/>
            <p:nvPr/>
          </p:nvSpPr>
          <p:spPr>
            <a:xfrm>
              <a:off x="1364400" y="900000"/>
              <a:ext cx="11043000" cy="1905120"/>
            </a:xfrm>
            <a:prstGeom prst="rect">
              <a:avLst/>
            </a:prstGeom>
            <a:noFill/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0" rIns="0" tIns="0" bIns="0" anchor="t">
              <a:spAutoFit/>
            </a:bodyPr>
            <a:p>
              <a:pPr defTabSz="914400">
                <a:lnSpc>
                  <a:spcPts val="9901"/>
                </a:lnSpc>
              </a:pPr>
              <a:r>
                <a:rPr lang="en-US" sz="7050" b="1" u="none" spc="547" strike="noStrike">
                  <a:solidFill>
                    <a:srgbClr val="c0504d"/>
                  </a:solidFill>
                  <a:effectLst/>
                  <a:uFillTx/>
                  <a:latin typeface="Poppins"/>
                  <a:ea typeface="Montserrat Bold"/>
                </a:rPr>
                <a:t>{{name}}</a:t>
              </a:r>
              <a:endParaRPr lang="es-AR" sz="7050" b="0" u="none" strike="noStrike">
                <a:solidFill>
                  <a:srgbClr val="000000"/>
                </a:solidFill>
                <a:effectLst/>
                <a:uFillTx/>
                <a:latin typeface="Arial"/>
              </a:endParaRPr>
            </a:p>
            <a:p>
              <a:pPr defTabSz="914400">
                <a:lnSpc>
                  <a:spcPts val="5102"/>
                </a:lnSpc>
              </a:pPr>
              <a:r>
                <a:rPr lang="en-US" sz="3600" b="0" u="none" spc="221" strike="noStrike">
                  <a:solidFill>
                    <a:srgbClr val="000000"/>
                  </a:solidFill>
                  <a:effectLst/>
                  <a:uFillTx/>
                  <a:latin typeface="Lato"/>
                  <a:ea typeface="Montserrat"/>
                </a:rPr>
                <a:t>{{title}}</a:t>
              </a:r>
              <a:endParaRPr lang="es-AR" sz="3600" b="0" u="none" strike="noStrike">
                <a:solidFill>
                  <a:srgbClr val="000000"/>
                </a:solidFill>
                <a:effectLst/>
                <a:uFillTx/>
                <a:latin typeface="Arial"/>
              </a:endParaRPr>
            </a:p>
          </p:txBody>
        </p:sp>
      </p:grpSp>
      <p:sp>
        <p:nvSpPr>
          <p:cNvPr id="82" name="TextBox 1"/>
          <p:cNvSpPr/>
          <p:nvPr/>
        </p:nvSpPr>
        <p:spPr>
          <a:xfrm>
            <a:off x="15120000" y="540000"/>
            <a:ext cx="5387400" cy="55317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914400">
              <a:lnSpc>
                <a:spcPts val="3960"/>
              </a:lnSpc>
            </a:pPr>
            <a:endParaRPr lang="es-AR" sz="3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ts val="3960"/>
              </a:lnSpc>
            </a:pPr>
            <a:endParaRPr lang="es-AR" sz="3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ts val="3960"/>
              </a:lnSpc>
            </a:pPr>
            <a:endParaRPr lang="es-AR" sz="3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ts val="3960"/>
              </a:lnSpc>
            </a:pPr>
            <a:endParaRPr lang="es-AR" sz="3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ts val="3960"/>
              </a:lnSpc>
            </a:pPr>
            <a:endParaRPr lang="es-AR" sz="3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ts val="3960"/>
              </a:lnSpc>
            </a:pPr>
            <a:endParaRPr lang="es-AR" sz="3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ts val="3960"/>
              </a:lnSpc>
            </a:pPr>
            <a:endParaRPr lang="es-AR" sz="3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ts val="3960"/>
              </a:lnSpc>
            </a:pPr>
            <a:endParaRPr lang="es-AR" sz="3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ts val="3960"/>
              </a:lnSpc>
            </a:pPr>
            <a:endParaRPr lang="es-AR" sz="3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ts val="3960"/>
              </a:lnSpc>
            </a:pPr>
            <a:endParaRPr lang="es-AR" sz="3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ts val="3960"/>
              </a:lnSpc>
            </a:pPr>
            <a:endParaRPr lang="es-AR" sz="3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83" name=""/>
          <p:cNvSpPr/>
          <p:nvPr/>
        </p:nvSpPr>
        <p:spPr>
          <a:xfrm>
            <a:off x="15310440" y="900000"/>
            <a:ext cx="5207760" cy="52077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lang="es-AR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{{%photo}}</a:t>
            </a:r>
            <a:endParaRPr lang="es-AR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84" name=""/>
          <p:cNvSpPr/>
          <p:nvPr/>
        </p:nvSpPr>
        <p:spPr>
          <a:xfrm>
            <a:off x="14580000" y="6660360"/>
            <a:ext cx="6331320" cy="40777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>
              <a:lnSpc>
                <a:spcPts val="4535"/>
              </a:lnSpc>
            </a:pPr>
            <a:r>
              <a:rPr lang="es-AR" sz="3400" b="1" u="none" strike="noStrike">
                <a:solidFill>
                  <a:srgbClr val="543f3f"/>
                </a:solidFill>
                <a:effectLst/>
                <a:uFillTx/>
                <a:latin typeface="Poppins"/>
                <a:ea typeface="Montserrat Bold"/>
              </a:rPr>
              <a:t>{{#sidebar_sections_full}}</a:t>
            </a:r>
            <a:endParaRPr lang="es-AR" sz="3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ts val="7937"/>
              </a:lnSpc>
            </a:pPr>
            <a:r>
              <a:rPr lang="es-AR" sz="3400" b="1" u="none" strike="noStrike">
                <a:solidFill>
                  <a:srgbClr val="543f3f"/>
                </a:solidFill>
                <a:effectLst/>
                <a:uFillTx/>
                <a:latin typeface="Poppins"/>
                <a:ea typeface="Montserrat Bold"/>
              </a:rPr>
              <a:t>{{title}}</a:t>
            </a:r>
            <a:endParaRPr lang="es-AR" sz="3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ts val="2268"/>
              </a:lnSpc>
            </a:pPr>
            <a:r>
              <a:rPr lang="es-AR" sz="2000" b="1" u="none" spc="-300" strike="noStrike">
                <a:solidFill>
                  <a:srgbClr val="543f3f"/>
                </a:solidFill>
                <a:effectLst/>
                <a:uFillTx/>
                <a:latin typeface="Poppins"/>
                <a:ea typeface="Montserrat Bold"/>
              </a:rPr>
              <a:t>{{line}}</a:t>
            </a:r>
            <a:endParaRPr lang="es-AR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ts val="3969"/>
              </a:lnSpc>
            </a:pPr>
            <a:r>
              <a:rPr lang="es-AR" sz="2260" b="0" u="none" strike="noStrike">
                <a:solidFill>
                  <a:srgbClr val="543f3f"/>
                </a:solidFill>
                <a:effectLst/>
                <a:uFillTx/>
                <a:latin typeface="Lato"/>
                <a:ea typeface="Montserrat Bold"/>
              </a:rPr>
              <a:t>{{body}}</a:t>
            </a:r>
            <a:endParaRPr lang="es-AR" sz="226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ts val="4535"/>
              </a:lnSpc>
            </a:pPr>
            <a:r>
              <a:rPr lang="es-AR" sz="3400" b="1" u="none" strike="noStrike">
                <a:solidFill>
                  <a:srgbClr val="543f3f"/>
                </a:solidFill>
                <a:effectLst/>
                <a:uFillTx/>
                <a:latin typeface="Poppins"/>
                <a:ea typeface="Montserrat Bold"/>
              </a:rPr>
              <a:t>{{/sidebar_sections_full}}</a:t>
            </a:r>
            <a:endParaRPr lang="es-AR" sz="3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100000"/>
              </a:lnSpc>
            </a:pPr>
            <a:endParaRPr lang="es-AR" sz="3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</a:pPr>
            <a:endParaRPr lang="es-AR" sz="3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 pitchFamily="0" charset="1"/>
        <a:ea typeface=""/>
        <a:cs typeface=""/>
      </a:majorFont>
      <a:minorFont>
        <a:latin typeface="Calibri" pitchFamily="0" charset="1"/>
        <a:ea typeface=""/>
        <a:cs typeface=""/>
      </a:minorFont>
    </a:fontScheme>
    <a:fmtScheme>
      <a:fillStyleLst>
        <a:solidFill>
          <a:schemeClr val="phClr"/>
        </a:solidFill>
        <a:gradFill>
          <a:gsLst>
            <a:gs pos="0">
              <a:schemeClr val="phClr">
                <a:tint val="50000"/>
              </a:schemeClr>
            </a:gs>
            <a:gs pos="35000">
              <a:schemeClr val="phClr">
                <a:tint val="37000"/>
              </a:schemeClr>
            </a:gs>
            <a:gs pos="100000">
              <a:schemeClr val="phClr">
                <a:tint val="15000"/>
              </a:schemeClr>
            </a:gs>
          </a:gsLst>
          <a:lin ang="16200000" scaled="1"/>
          <a:tileRect l="0" t="0" r="0" b="0"/>
        </a:gradFill>
        <a:gradFill>
          <a:gsLst>
            <a:gs pos="0">
              <a:schemeClr val="phClr">
                <a:shade val="51000"/>
              </a:schemeClr>
            </a:gs>
            <a:gs pos="80000">
              <a:schemeClr val="phClr">
                <a:shade val="93000"/>
              </a:schemeClr>
            </a:gs>
            <a:gs pos="100000">
              <a:schemeClr val="phClr">
                <a:shade val="94000"/>
              </a:schemeClr>
            </a:gs>
          </a:gsLst>
          <a:lin ang="16200000" scaled="0"/>
          <a:tileRect l="0" t="0" r="0" b="0"/>
        </a:gradFill>
      </a:fillStyleLst>
      <a:lnStyleLst>
        <a:ln w="9525" cap="flat" cmpd="sng" algn="ctr">
          <a:prstDash val="solid"/>
        </a:ln>
        <a:ln w="25400" cap="flat" cmpd="sng" algn="ctr">
          <a:prstDash val="solid"/>
        </a:ln>
        <a:ln w="38100" cap="flat" cmpd="sng" algn="ctr"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gradFill>
          <a:gsLst>
            <a:gs pos="0">
              <a:schemeClr val="phClr">
                <a:tint val="40000"/>
              </a:schemeClr>
            </a:gs>
            <a:gs pos="40000">
              <a:schemeClr val="phClr">
                <a:tint val="45000"/>
                <a:shade val="99000"/>
              </a:schemeClr>
            </a:gs>
            <a:gs pos="100000">
              <a:schemeClr val="phClr">
                <a:shade val="20000"/>
              </a:schemeClr>
            </a:gs>
          </a:gsLst>
          <a:path path="circle">
            <a:fillToRect l="50000" t="-80000" r="50000" b="180000"/>
          </a:path>
          <a:tileRect l="0" t="0" r="0" b="0"/>
        </a:gradFill>
        <a:gradFill>
          <a:gsLst>
            <a:gs pos="0">
              <a:schemeClr val="phClr">
                <a:tint val="80000"/>
              </a:schemeClr>
            </a:gs>
            <a:gs pos="100000">
              <a:schemeClr val="phClr">
                <a:shade val="30000"/>
              </a:schemeClr>
            </a:gs>
          </a:gsLst>
          <a:path path="circle">
            <a:fillToRect l="50000" t="50000" r="50000" b="50000"/>
          </a:path>
          <a:tileRect l="0" t="0" r="0" b="0"/>
        </a:gradFill>
      </a:bgFillStyleLst>
    </a:fmtScheme>
  </a:themeElements>
</a:theme>
</file>

<file path=docProps/app.xml><?xml version="1.0" encoding="utf-8"?>
<Properties xmlns="http://schemas.openxmlformats.org/officeDocument/2006/extended-properties" xmlns:vt="http://schemas.openxmlformats.org/officeDocument/2006/docPropsVTypes">
  <Template/>
  <TotalTime>161</TotalTime>
  <Application>LibreOffice/25.8.4.2$Windows_X86_64 LibreOffice_project/290daaa01b999472f0c7a3890eb6a550fd74c6df</Application>
  <AppVersion>15.0000</AppVersion>
  <Words>0</Words>
  <Paragraphs>0</Paragraphs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terms:created xsi:type="dcterms:W3CDTF">2006-08-16T00:00:00Z</dcterms:created>
  <dc:creator/>
  <dc:description/>
  <dc:identifier>DAG9BWUorPU</dc:identifier>
  <dc:language>es-AR</dc:language>
  <cp:lastModifiedBy/>
  <dcterms:modified xsi:type="dcterms:W3CDTF">2026-02-17T16:12:25Z</dcterms:modified>
  <cp:revision>69</cp:revision>
  <dc:subject/>
  <dc:title>Template_2_moderno</dc:title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PresentationFormat">
    <vt:lpwstr>On-screen Show (4:3)</vt:lpwstr>
  </property>
</Properties>
</file>