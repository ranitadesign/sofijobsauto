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Lato"/>
      <p:regular r:id="rId5"/>
      <p:bold r:id="rId5"/>
    </p:embeddedFont>
    <p:embeddedFont>
      <p:font typeface="Montserrat Bold"/>
    </p:embeddedFont>
    <p:embeddedFont>
      <p:font typeface="Microsoft YaHei"/>
      <p:regular r:id="rId6"/>
    </p:embeddedFont>
    <p:embeddedFont>
      <p:font typeface="Montserrat"/>
      <p:regular r:id="rId7"/>
      <p:bold r:id="rId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Lato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36160" cy="58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5998680" cy="58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F3E51A-E0D3-4342-BEF2-769607D7B7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08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08360" cy="45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79D4C2-3B0F-4FB3-85B8-65322D12BB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1160" cy="13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1160" cy="147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5EED48-2FB3-40F8-9581-A21F71719F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08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7240" cy="45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17240" cy="45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0F54CA-BDD9-415E-9190-BC3472B024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08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19040" cy="6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19040" cy="39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0480" cy="6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0480" cy="39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F0277C-1257-4DCE-95C0-327FCCC72B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08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E64454-4974-4BE3-9A66-AB7C89BD02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D98CD7-D74D-4F62-B17D-F2A0FA79BB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8692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0400" cy="583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8692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FCA494-C475-4405-85F6-2A55F5DA0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5160" cy="5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5160" cy="409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5160" cy="78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AE788A-712F-4A58-B870-648AEB313C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1160" cy="14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603C8B-B14F-4F30-8306-FAFAEC191B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08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08360" cy="45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424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2480" cy="3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A1648C-9480-4C75-B60C-B3CA82B3AF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4217840" y="-4680"/>
            <a:ext cx="7160760" cy="30255840"/>
            <a:chOff x="14217840" y="-4680"/>
            <a:chExt cx="7160760" cy="30255840"/>
          </a:xfrm>
        </p:grpSpPr>
        <p:sp>
          <p:nvSpPr>
            <p:cNvPr id="60" name="Freeform 3"/>
            <p:cNvSpPr/>
            <p:nvPr/>
          </p:nvSpPr>
          <p:spPr>
            <a:xfrm>
              <a:off x="14223960" y="1440"/>
              <a:ext cx="7148160" cy="30243240"/>
            </a:xfrm>
            <a:custGeom>
              <a:avLst/>
              <a:gdLst>
                <a:gd name="textAreaLeft" fmla="*/ 0 w 7148160"/>
                <a:gd name="textAreaRight" fmla="*/ 7169400 w 7148160"/>
                <a:gd name="textAreaTop" fmla="*/ 0 h 30243240"/>
                <a:gd name="textAreaBottom" fmla="*/ 30264480 h 30243240"/>
              </a:gdLst>
              <a:ahLst/>
              <a:cxnLst/>
              <a:rect l="textAreaLeft" t="textAreaTop" r="textAreaRight" b="textAreaBottom"/>
              <a:pathLst>
                <a:path w="9559163" h="40352599">
                  <a:moveTo>
                    <a:pt x="0" y="0"/>
                  </a:moveTo>
                  <a:lnTo>
                    <a:pt x="9559163" y="0"/>
                  </a:lnTo>
                  <a:lnTo>
                    <a:pt x="9559163" y="40352599"/>
                  </a:lnTo>
                  <a:lnTo>
                    <a:pt x="0" y="40352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 4"/>
            <p:cNvSpPr/>
            <p:nvPr/>
          </p:nvSpPr>
          <p:spPr>
            <a:xfrm>
              <a:off x="14217840" y="-4680"/>
              <a:ext cx="7160760" cy="30255840"/>
            </a:xfrm>
            <a:custGeom>
              <a:avLst/>
              <a:gdLst>
                <a:gd name="textAreaLeft" fmla="*/ 0 w 7160760"/>
                <a:gd name="textAreaRight" fmla="*/ 7182000 w 7160760"/>
                <a:gd name="textAreaTop" fmla="*/ 0 h 30255840"/>
                <a:gd name="textAreaBottom" fmla="*/ 30277080 h 30255840"/>
              </a:gdLst>
              <a:ahLst/>
              <a:cxnLst/>
              <a:rect l="textAreaLeft" t="textAreaTop" r="textAreaRight" b="textAreaBottom"/>
              <a:pathLst>
                <a:path w="9576181" h="40369617">
                  <a:moveTo>
                    <a:pt x="8509" y="0"/>
                  </a:moveTo>
                  <a:lnTo>
                    <a:pt x="9567672" y="0"/>
                  </a:lnTo>
                  <a:cubicBezTo>
                    <a:pt x="9572371" y="0"/>
                    <a:pt x="9576181" y="3810"/>
                    <a:pt x="9576181" y="8509"/>
                  </a:cubicBezTo>
                  <a:lnTo>
                    <a:pt x="9576181" y="40361108"/>
                  </a:lnTo>
                  <a:cubicBezTo>
                    <a:pt x="9576181" y="40365809"/>
                    <a:pt x="9572371" y="40369617"/>
                    <a:pt x="9567672" y="40369617"/>
                  </a:cubicBezTo>
                  <a:lnTo>
                    <a:pt x="8509" y="40369617"/>
                  </a:lnTo>
                  <a:cubicBezTo>
                    <a:pt x="3810" y="40369617"/>
                    <a:pt x="0" y="40365809"/>
                    <a:pt x="0" y="4036110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61108"/>
                  </a:lnTo>
                  <a:lnTo>
                    <a:pt x="8509" y="40361108"/>
                  </a:lnTo>
                  <a:lnTo>
                    <a:pt x="8509" y="40352600"/>
                  </a:lnTo>
                  <a:lnTo>
                    <a:pt x="9567672" y="40352600"/>
                  </a:lnTo>
                  <a:lnTo>
                    <a:pt x="9567672" y="40361108"/>
                  </a:lnTo>
                  <a:lnTo>
                    <a:pt x="9559163" y="40361108"/>
                  </a:lnTo>
                  <a:lnTo>
                    <a:pt x="9559163" y="8509"/>
                  </a:lnTo>
                  <a:lnTo>
                    <a:pt x="9567672" y="8509"/>
                  </a:lnTo>
                  <a:lnTo>
                    <a:pt x="956767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14760000" y="900000"/>
              <a:ext cx="5747040" cy="35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43"/>
          <p:cNvGrpSpPr/>
          <p:nvPr/>
        </p:nvGrpSpPr>
        <p:grpSpPr>
          <a:xfrm>
            <a:off x="981360" y="900000"/>
            <a:ext cx="13242240" cy="26639280"/>
            <a:chOff x="981360" y="900000"/>
            <a:chExt cx="13242240" cy="26639280"/>
          </a:xfrm>
        </p:grpSpPr>
        <p:grpSp>
          <p:nvGrpSpPr>
            <p:cNvPr id="64" name="Group 44"/>
            <p:cNvGrpSpPr/>
            <p:nvPr/>
          </p:nvGrpSpPr>
          <p:grpSpPr>
            <a:xfrm>
              <a:off x="1074600" y="4579920"/>
              <a:ext cx="11630520" cy="7920"/>
              <a:chOff x="1074600" y="4579920"/>
              <a:chExt cx="11630520" cy="7920"/>
            </a:xfrm>
          </p:grpSpPr>
          <p:sp>
            <p:nvSpPr>
              <p:cNvPr id="65" name="Freeform 45"/>
              <p:cNvSpPr/>
              <p:nvPr/>
            </p:nvSpPr>
            <p:spPr>
              <a:xfrm>
                <a:off x="1081080" y="4586400"/>
                <a:ext cx="11617920" cy="360"/>
              </a:xfrm>
              <a:custGeom>
                <a:avLst/>
                <a:gdLst>
                  <a:gd name="textAreaLeft" fmla="*/ 0 w 11617920"/>
                  <a:gd name="textAreaRight" fmla="*/ 11639160 w 11617920"/>
                  <a:gd name="textAreaTop" fmla="*/ 0 h 360"/>
                  <a:gd name="textAreaBottom" fmla="*/ 271319040 h 3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Freeform 46"/>
              <p:cNvSpPr/>
              <p:nvPr/>
            </p:nvSpPr>
            <p:spPr>
              <a:xfrm>
                <a:off x="1074600" y="4579920"/>
                <a:ext cx="11630520" cy="7920"/>
              </a:xfrm>
              <a:custGeom>
                <a:avLst/>
                <a:gdLst>
                  <a:gd name="textAreaLeft" fmla="*/ 0 w 11630520"/>
                  <a:gd name="textAreaRight" fmla="*/ 11651760 w 11630520"/>
                  <a:gd name="textAreaTop" fmla="*/ 0 h 7920"/>
                  <a:gd name="textAreaBottom" fmla="*/ 29160 h 7920"/>
                </a:gdLst>
                <a:ahLst/>
                <a:cxnLst/>
                <a:rect l="textAreaLeft" t="textAreaTop" r="textAreaRight" b="textAreaBottom"/>
                <a:pathLst>
                  <a:path w="15535911" h="39116">
                    <a:moveTo>
                      <a:pt x="15527401" y="38989"/>
                    </a:moveTo>
                    <a:lnTo>
                      <a:pt x="8509" y="38989"/>
                    </a:lnTo>
                    <a:cubicBezTo>
                      <a:pt x="3810" y="38989"/>
                      <a:pt x="0" y="35179"/>
                      <a:pt x="0" y="30607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15527401" y="0"/>
                    </a:lnTo>
                    <a:cubicBezTo>
                      <a:pt x="15532100" y="0"/>
                      <a:pt x="15535911" y="3810"/>
                      <a:pt x="15535911" y="8509"/>
                    </a:cubicBezTo>
                    <a:lnTo>
                      <a:pt x="15535911" y="30607"/>
                    </a:lnTo>
                    <a:cubicBezTo>
                      <a:pt x="15535911" y="35306"/>
                      <a:pt x="15532100" y="39116"/>
                      <a:pt x="15527401" y="39116"/>
                    </a:cubicBezTo>
                    <a:moveTo>
                      <a:pt x="15527401" y="22225"/>
                    </a:moveTo>
                    <a:lnTo>
                      <a:pt x="15527401" y="30734"/>
                    </a:lnTo>
                    <a:lnTo>
                      <a:pt x="15518892" y="30734"/>
                    </a:lnTo>
                    <a:lnTo>
                      <a:pt x="15518892" y="8509"/>
                    </a:lnTo>
                    <a:lnTo>
                      <a:pt x="15527401" y="8509"/>
                    </a:lnTo>
                    <a:lnTo>
                      <a:pt x="15527401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30607"/>
                    </a:lnTo>
                    <a:lnTo>
                      <a:pt x="8509" y="30607"/>
                    </a:lnTo>
                    <a:lnTo>
                      <a:pt x="8509" y="22098"/>
                    </a:lnTo>
                    <a:lnTo>
                      <a:pt x="15527401" y="2209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" name="TextBox 47"/>
            <p:cNvSpPr/>
            <p:nvPr/>
          </p:nvSpPr>
          <p:spPr>
            <a:xfrm>
              <a:off x="1127520" y="3556440"/>
              <a:ext cx="1161756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49"/>
            <p:cNvSpPr/>
            <p:nvPr/>
          </p:nvSpPr>
          <p:spPr>
            <a:xfrm>
              <a:off x="1127520" y="4744440"/>
              <a:ext cx="11617560" cy="461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4039"/>
                </a:lnSpc>
              </a:pPr>
              <a:r>
                <a:rPr lang="en-US" sz="2350" b="0" u="none" spc="45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{{about}}</a:t>
              </a:r>
              <a:endParaRPr lang="es-AR" sz="2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50"/>
            <p:cNvSpPr/>
            <p:nvPr/>
          </p:nvSpPr>
          <p:spPr>
            <a:xfrm>
              <a:off x="1154880" y="8100000"/>
              <a:ext cx="883980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751"/>
                </a:lnSpc>
              </a:pPr>
              <a:r>
                <a:rPr lang="en-US" sz="3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EXPERIENCIA LABORAL</a:t>
              </a:r>
              <a:endParaRPr lang="es-AR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" name="Group 51"/>
            <p:cNvGrpSpPr/>
            <p:nvPr/>
          </p:nvGrpSpPr>
          <p:grpSpPr>
            <a:xfrm>
              <a:off x="1075320" y="8836200"/>
              <a:ext cx="11630520" cy="10800"/>
              <a:chOff x="1075320" y="8836200"/>
              <a:chExt cx="11630520" cy="10800"/>
            </a:xfrm>
          </p:grpSpPr>
          <p:sp>
            <p:nvSpPr>
              <p:cNvPr id="71" name="Freeform 52"/>
              <p:cNvSpPr/>
              <p:nvPr/>
            </p:nvSpPr>
            <p:spPr>
              <a:xfrm>
                <a:off x="1081800" y="8845200"/>
                <a:ext cx="11617920" cy="360"/>
              </a:xfrm>
              <a:custGeom>
                <a:avLst/>
                <a:gdLst>
                  <a:gd name="textAreaLeft" fmla="*/ 0 w 11617920"/>
                  <a:gd name="textAreaRight" fmla="*/ 11639160 w 11617920"/>
                  <a:gd name="textAreaTop" fmla="*/ 0 h 360"/>
                  <a:gd name="textAreaBottom" fmla="*/ 271319040 h 3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Freeform 53"/>
              <p:cNvSpPr/>
              <p:nvPr/>
            </p:nvSpPr>
            <p:spPr>
              <a:xfrm>
                <a:off x="1075320" y="8836200"/>
                <a:ext cx="11630520" cy="10800"/>
              </a:xfrm>
              <a:custGeom>
                <a:avLst/>
                <a:gdLst>
                  <a:gd name="textAreaLeft" fmla="*/ 0 w 11630520"/>
                  <a:gd name="textAreaRight" fmla="*/ 11651760 w 11630520"/>
                  <a:gd name="textAreaTop" fmla="*/ 0 h 10800"/>
                  <a:gd name="textAreaBottom" fmla="*/ 39240 h 10800"/>
                </a:gdLst>
                <a:ahLst/>
                <a:cxnLst/>
                <a:rect l="textAreaLeft" t="textAreaTop" r="textAreaRight" b="textAreaBottom"/>
                <a:pathLst>
                  <a:path w="15535911" h="39116">
                    <a:moveTo>
                      <a:pt x="15527401" y="38989"/>
                    </a:moveTo>
                    <a:lnTo>
                      <a:pt x="8509" y="38989"/>
                    </a:lnTo>
                    <a:cubicBezTo>
                      <a:pt x="3810" y="38989"/>
                      <a:pt x="0" y="35179"/>
                      <a:pt x="0" y="30607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15527401" y="0"/>
                    </a:lnTo>
                    <a:cubicBezTo>
                      <a:pt x="15532100" y="0"/>
                      <a:pt x="15535911" y="3810"/>
                      <a:pt x="15535911" y="8509"/>
                    </a:cubicBezTo>
                    <a:lnTo>
                      <a:pt x="15535911" y="30607"/>
                    </a:lnTo>
                    <a:cubicBezTo>
                      <a:pt x="15535911" y="35306"/>
                      <a:pt x="15532100" y="39116"/>
                      <a:pt x="15527401" y="39116"/>
                    </a:cubicBezTo>
                    <a:moveTo>
                      <a:pt x="15527401" y="22225"/>
                    </a:moveTo>
                    <a:lnTo>
                      <a:pt x="15527401" y="30734"/>
                    </a:lnTo>
                    <a:lnTo>
                      <a:pt x="15518892" y="30734"/>
                    </a:lnTo>
                    <a:lnTo>
                      <a:pt x="15518892" y="8509"/>
                    </a:lnTo>
                    <a:lnTo>
                      <a:pt x="15527401" y="8509"/>
                    </a:lnTo>
                    <a:lnTo>
                      <a:pt x="15527401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30607"/>
                    </a:lnTo>
                    <a:lnTo>
                      <a:pt x="8509" y="30607"/>
                    </a:lnTo>
                    <a:lnTo>
                      <a:pt x="8509" y="22098"/>
                    </a:lnTo>
                    <a:lnTo>
                      <a:pt x="15527401" y="2209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3" name="Group 54"/>
            <p:cNvGrpSpPr/>
            <p:nvPr/>
          </p:nvGrpSpPr>
          <p:grpSpPr>
            <a:xfrm>
              <a:off x="1107360" y="9180000"/>
              <a:ext cx="10800" cy="18359280"/>
              <a:chOff x="1107360" y="9180000"/>
              <a:chExt cx="10800" cy="18359280"/>
            </a:xfrm>
          </p:grpSpPr>
          <p:sp>
            <p:nvSpPr>
              <p:cNvPr id="74" name="Freeform 55"/>
              <p:cNvSpPr/>
              <p:nvPr/>
            </p:nvSpPr>
            <p:spPr>
              <a:xfrm>
                <a:off x="1107360" y="9187200"/>
                <a:ext cx="10800" cy="18344880"/>
              </a:xfrm>
              <a:custGeom>
                <a:avLst/>
                <a:gdLst>
                  <a:gd name="textAreaLeft" fmla="*/ 0 w 10800"/>
                  <a:gd name="textAreaRight" fmla="*/ 4205445120 w 10800"/>
                  <a:gd name="textAreaTop" fmla="*/ 0 h 18344880"/>
                  <a:gd name="textAreaBottom" fmla="*/ 18368280 h 18344880"/>
                </a:gdLst>
                <a:ahLst/>
                <a:cxnLst/>
                <a:rect l="textAreaLeft" t="textAreaTop" r="textAreaRight" b="textAreaBottom"/>
                <a:pathLst>
                  <a:path w="22098" h="21874606">
                    <a:moveTo>
                      <a:pt x="22098" y="0"/>
                    </a:moveTo>
                    <a:lnTo>
                      <a:pt x="22098" y="21874606"/>
                    </a:lnTo>
                    <a:lnTo>
                      <a:pt x="0" y="218746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eform 56"/>
              <p:cNvSpPr/>
              <p:nvPr/>
            </p:nvSpPr>
            <p:spPr>
              <a:xfrm>
                <a:off x="1107360" y="9180000"/>
                <a:ext cx="10800" cy="18359280"/>
              </a:xfrm>
              <a:custGeom>
                <a:avLst/>
                <a:gdLst>
                  <a:gd name="textAreaLeft" fmla="*/ 0 w 10800"/>
                  <a:gd name="textAreaRight" fmla="*/ 133920 w 10800"/>
                  <a:gd name="textAreaTop" fmla="*/ 0 h 18359280"/>
                  <a:gd name="textAreaBottom" fmla="*/ 18382680 h 18359280"/>
                </a:gdLst>
                <a:ahLst/>
                <a:cxnLst/>
                <a:rect l="textAreaLeft" t="textAreaTop" r="textAreaRight" b="textAreaBottom"/>
                <a:pathLst>
                  <a:path w="39116" h="21891625">
                    <a:moveTo>
                      <a:pt x="38989" y="8509"/>
                    </a:moveTo>
                    <a:lnTo>
                      <a:pt x="38989" y="21883115"/>
                    </a:lnTo>
                    <a:cubicBezTo>
                      <a:pt x="38989" y="21887814"/>
                      <a:pt x="35179" y="21891625"/>
                      <a:pt x="30480" y="21891625"/>
                    </a:cubicBezTo>
                    <a:lnTo>
                      <a:pt x="8509" y="21891625"/>
                    </a:lnTo>
                    <a:cubicBezTo>
                      <a:pt x="3810" y="21891625"/>
                      <a:pt x="0" y="21887814"/>
                      <a:pt x="0" y="21883115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30607" y="0"/>
                    </a:lnTo>
                    <a:cubicBezTo>
                      <a:pt x="35306" y="0"/>
                      <a:pt x="39116" y="3810"/>
                      <a:pt x="39116" y="8509"/>
                    </a:cubicBezTo>
                    <a:moveTo>
                      <a:pt x="22098" y="8509"/>
                    </a:moveTo>
                    <a:lnTo>
                      <a:pt x="30607" y="8509"/>
                    </a:lnTo>
                    <a:lnTo>
                      <a:pt x="30607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21883115"/>
                    </a:lnTo>
                    <a:lnTo>
                      <a:pt x="8509" y="21883115"/>
                    </a:lnTo>
                    <a:lnTo>
                      <a:pt x="8509" y="21874606"/>
                    </a:lnTo>
                    <a:lnTo>
                      <a:pt x="30607" y="21874606"/>
                    </a:lnTo>
                    <a:lnTo>
                      <a:pt x="30607" y="21883115"/>
                    </a:lnTo>
                    <a:lnTo>
                      <a:pt x="22098" y="21883115"/>
                    </a:lnTo>
                    <a:lnTo>
                      <a:pt x="22098" y="85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" name="TextBox 61"/>
            <p:cNvSpPr/>
            <p:nvPr/>
          </p:nvSpPr>
          <p:spPr>
            <a:xfrm>
              <a:off x="981360" y="9032040"/>
              <a:ext cx="12725280" cy="682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216000" indent="-216000" defTabSz="914400">
                <a:lnSpc>
                  <a:spcPts val="3144"/>
                </a:lnSpc>
                <a:buSzPct val="231926"/>
                <a:buBlip>
                  <a:blip r:embed="rId1"/>
                </a:buBlip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[[EXPERIENCE_BLOCK]]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 defTabSz="914400">
                <a:lnSpc>
                  <a:spcPts val="3144"/>
                </a:lnSpc>
                <a:buSzPct val="124942"/>
                <a:buBlip>
                  <a:blip r:embed="rId2"/>
                </a:buBlip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{{exp_1_role}}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{{exp_1_company}}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{{exp_1_dates}}</a:t>
              </a:r>
              <a:r>
                <a:rPr lang="en-US" sz="2600" b="0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3685"/>
                </a:lnSpc>
              </a:pPr>
              <a:r>
                <a:rPr lang="es-AR" sz="226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{{exp_1_bullets_block}} </a:t>
              </a: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4252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 defTabSz="914400">
                <a:lnSpc>
                  <a:spcPts val="3144"/>
                </a:lnSpc>
                <a:buSzPct val="124942"/>
                <a:buBlip>
                  <a:blip r:embed="rId3"/>
                </a:buBlip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 {{exp_2_role}}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{{exp_2_company}}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{{exp_2_dates}}</a:t>
              </a:r>
              <a:r>
                <a:rPr lang="en-US" sz="2600" b="0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3685"/>
                </a:lnSpc>
              </a:pPr>
              <a:r>
                <a:rPr lang="es-AR" sz="226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{{exp_2_bullets_block}}</a:t>
              </a: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4252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 defTabSz="914400">
                <a:lnSpc>
                  <a:spcPts val="3144"/>
                </a:lnSpc>
                <a:buSzPct val="124942"/>
                <a:buBlip>
                  <a:blip r:embed="rId4"/>
                </a:buBlip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 {{exp_3_role}}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{{exp_3_company}}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{{exp_3_dates}}</a:t>
              </a:r>
              <a:r>
                <a:rPr lang="en-US" sz="2600" b="0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3685"/>
                </a:lnSpc>
              </a:pPr>
              <a:r>
                <a:rPr lang="es-AR" sz="226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{{exp_3_bullets_block}}</a:t>
              </a: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4252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 defTabSz="914400">
                <a:lnSpc>
                  <a:spcPts val="3144"/>
                </a:lnSpc>
                <a:buSzPct val="124942"/>
                <a:buBlip>
                  <a:blip r:embed="rId5"/>
                </a:buBlip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 {{exp_4_role}}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{{exp_4_company}}</a:t>
              </a: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{{exp_4_dates}}</a:t>
              </a:r>
              <a:r>
                <a:rPr lang="en-US" sz="2600" b="0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3685"/>
                </a:lnSpc>
              </a:pPr>
              <a:r>
                <a:rPr lang="es-AR" sz="226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{{exp_4_bullets_block}}</a:t>
              </a: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ts val="567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60000" defTabSz="914400">
                <a:lnSpc>
                  <a:spcPct val="100000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ct val="150000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64"/>
            <p:cNvSpPr/>
            <p:nvPr/>
          </p:nvSpPr>
          <p:spPr>
            <a:xfrm>
              <a:off x="10310400" y="9257040"/>
              <a:ext cx="360144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68"/>
            <p:cNvSpPr/>
            <p:nvPr/>
          </p:nvSpPr>
          <p:spPr>
            <a:xfrm>
              <a:off x="10310400" y="16953480"/>
              <a:ext cx="39132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69"/>
            <p:cNvSpPr/>
            <p:nvPr/>
          </p:nvSpPr>
          <p:spPr>
            <a:xfrm>
              <a:off x="1868040" y="12938760"/>
              <a:ext cx="10834920" cy="16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70"/>
            <p:cNvSpPr/>
            <p:nvPr/>
          </p:nvSpPr>
          <p:spPr>
            <a:xfrm>
              <a:off x="1865160" y="13073400"/>
              <a:ext cx="10925280" cy="29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48"/>
            <p:cNvSpPr/>
            <p:nvPr/>
          </p:nvSpPr>
          <p:spPr>
            <a:xfrm>
              <a:off x="1364400" y="900000"/>
              <a:ext cx="11042640" cy="190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901"/>
                </a:lnSpc>
              </a:pPr>
              <a:r>
                <a:rPr lang="en-US" sz="7050" b="1" u="none" spc="547" strike="noStrike">
                  <a:solidFill>
                    <a:srgbClr val="c0504d"/>
                  </a:solidFill>
                  <a:effectLst/>
                  <a:uFillTx/>
                  <a:latin typeface="Poppins"/>
                  <a:ea typeface="Montserrat Bold"/>
                </a:rPr>
                <a:t>{{name}}</a:t>
              </a:r>
              <a:endParaRPr lang="es-AR" sz="7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102"/>
                </a:lnSpc>
              </a:pPr>
              <a:r>
                <a:rPr lang="en-US" sz="3600" b="0" u="none" spc="221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{{title}}</a:t>
              </a: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1"/>
          <p:cNvSpPr/>
          <p:nvPr/>
        </p:nvSpPr>
        <p:spPr>
          <a:xfrm>
            <a:off x="15120000" y="540000"/>
            <a:ext cx="5387040" cy="55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5310440" y="900000"/>
            <a:ext cx="5207400" cy="52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4580000" y="6660360"/>
            <a:ext cx="6330960" cy="46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15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9"/>
              </a:lnSpc>
            </a:pPr>
            <a:r>
              <a:rPr lang="es-AR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DAG9BWUorPU</dc:identifier>
  <dc:language>es-AR</dc:language>
  <cp:lastModifiedBy/>
  <dcterms:modified xsi:type="dcterms:W3CDTF">2026-03-05T00:56:23Z</dcterms:modified>
  <cp:revision>70</cp:revision>
  <dc:subject/>
  <dc:title>Template_2_moderno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