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ontserrat Bold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4800" cy="54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4800" cy="4093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4800" cy="78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6A5A89-34D0-427D-A06B-85CFDEA0AD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0800" cy="144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4F07BB-09AC-4584-928F-8B369637AB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00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8000" cy="450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2D2D3C-891B-418F-9810-B760618419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5800" cy="58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5998320" cy="582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0DF626-C7FE-4E2A-B818-422C6D0A5D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00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8000" cy="450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CDE63B-54F2-4892-AE56-A10BB7C2E2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0800" cy="13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0800" cy="147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1D4C5D-4E88-4DFA-ABC3-764EEF4793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00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6880" cy="450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16880" cy="450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018950-3B93-477E-B51E-06BE8A61FB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00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18680" cy="61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18680" cy="392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0120" cy="61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0120" cy="392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F6515D-CA1E-4869-B7C0-408A957297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00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4226B0-402B-416C-8C31-C270590D67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2D3D06-7041-4F13-A24F-FB56DB3232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6560" cy="114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0040" cy="583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6560" cy="466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388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212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5E88BE-BF6E-4803-B40C-DD16C9550F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60400" cy="30255480"/>
            <a:chOff x="14217840" y="-4680"/>
            <a:chExt cx="7160400" cy="3025548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47800" cy="30242880"/>
            </a:xfrm>
            <a:custGeom>
              <a:avLst/>
              <a:gdLst>
                <a:gd name="textAreaLeft" fmla="*/ 0 w 7147800"/>
                <a:gd name="textAreaRight" fmla="*/ 7169400 w 7147800"/>
                <a:gd name="textAreaTop" fmla="*/ 0 h 30242880"/>
                <a:gd name="textAreaBottom" fmla="*/ 30264480 h 3024288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60400" cy="30255480"/>
            </a:xfrm>
            <a:custGeom>
              <a:avLst/>
              <a:gdLst>
                <a:gd name="textAreaLeft" fmla="*/ 0 w 7160400"/>
                <a:gd name="textAreaRight" fmla="*/ 7182000 w 7160400"/>
                <a:gd name="textAreaTop" fmla="*/ 0 h 30255480"/>
                <a:gd name="textAreaBottom" fmla="*/ 30277080 h 3025548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46680" cy="35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981360" y="900000"/>
            <a:ext cx="12930120" cy="26638920"/>
            <a:chOff x="981360" y="900000"/>
            <a:chExt cx="12930120" cy="26638920"/>
          </a:xfrm>
        </p:grpSpPr>
        <p:grpSp>
          <p:nvGrpSpPr>
            <p:cNvPr id="64" name="Group 44"/>
            <p:cNvGrpSpPr/>
            <p:nvPr/>
          </p:nvGrpSpPr>
          <p:grpSpPr>
            <a:xfrm>
              <a:off x="1074600" y="4579920"/>
              <a:ext cx="11630160" cy="7560"/>
              <a:chOff x="1074600" y="4579920"/>
              <a:chExt cx="11630160" cy="756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1081080" y="4586400"/>
                <a:ext cx="11617560" cy="360"/>
              </a:xfrm>
              <a:custGeom>
                <a:avLst/>
                <a:gdLst>
                  <a:gd name="textAreaLeft" fmla="*/ 0 w 11617560"/>
                  <a:gd name="textAreaRight" fmla="*/ 11639160 w 11617560"/>
                  <a:gd name="textAreaTop" fmla="*/ 0 h 360"/>
                  <a:gd name="textAreaBottom" fmla="*/ 54263808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1074600" y="4579920"/>
                <a:ext cx="11630160" cy="7560"/>
              </a:xfrm>
              <a:custGeom>
                <a:avLst/>
                <a:gdLst>
                  <a:gd name="textAreaLeft" fmla="*/ 0 w 11630160"/>
                  <a:gd name="textAreaRight" fmla="*/ 11651760 w 11630160"/>
                  <a:gd name="textAreaTop" fmla="*/ 0 h 7560"/>
                  <a:gd name="textAreaBottom" fmla="*/ 29160 h 756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27520" y="3556440"/>
              <a:ext cx="11617200" cy="50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1127520" y="4744440"/>
              <a:ext cx="1161720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1154880" y="8100000"/>
              <a:ext cx="883944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" name="Group 51"/>
            <p:cNvGrpSpPr/>
            <p:nvPr/>
          </p:nvGrpSpPr>
          <p:grpSpPr>
            <a:xfrm>
              <a:off x="1075320" y="8836200"/>
              <a:ext cx="11630160" cy="10440"/>
              <a:chOff x="1075320" y="8836200"/>
              <a:chExt cx="11630160" cy="10440"/>
            </a:xfrm>
          </p:grpSpPr>
          <p:sp>
            <p:nvSpPr>
              <p:cNvPr id="71" name="Freeform 52"/>
              <p:cNvSpPr/>
              <p:nvPr/>
            </p:nvSpPr>
            <p:spPr>
              <a:xfrm>
                <a:off x="1081800" y="8845200"/>
                <a:ext cx="11617560" cy="360"/>
              </a:xfrm>
              <a:custGeom>
                <a:avLst/>
                <a:gdLst>
                  <a:gd name="textAreaLeft" fmla="*/ 0 w 11617560"/>
                  <a:gd name="textAreaRight" fmla="*/ 11639160 w 11617560"/>
                  <a:gd name="textAreaTop" fmla="*/ 0 h 360"/>
                  <a:gd name="textAreaBottom" fmla="*/ 54263808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" name="Freeform 53"/>
              <p:cNvSpPr/>
              <p:nvPr/>
            </p:nvSpPr>
            <p:spPr>
              <a:xfrm>
                <a:off x="1075320" y="8836200"/>
                <a:ext cx="11630160" cy="10440"/>
              </a:xfrm>
              <a:custGeom>
                <a:avLst/>
                <a:gdLst>
                  <a:gd name="textAreaLeft" fmla="*/ 0 w 11630160"/>
                  <a:gd name="textAreaRight" fmla="*/ 11651760 w 11630160"/>
                  <a:gd name="textAreaTop" fmla="*/ 0 h 10440"/>
                  <a:gd name="textAreaBottom" fmla="*/ 39240 h 1044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3" name="Group 54"/>
            <p:cNvGrpSpPr/>
            <p:nvPr/>
          </p:nvGrpSpPr>
          <p:grpSpPr>
            <a:xfrm>
              <a:off x="1107360" y="9180000"/>
              <a:ext cx="10440" cy="18358920"/>
              <a:chOff x="1107360" y="9180000"/>
              <a:chExt cx="10440" cy="18358920"/>
            </a:xfrm>
          </p:grpSpPr>
          <p:sp>
            <p:nvSpPr>
              <p:cNvPr id="74" name="Freeform 55"/>
              <p:cNvSpPr/>
              <p:nvPr/>
            </p:nvSpPr>
            <p:spPr>
              <a:xfrm>
                <a:off x="1107360" y="9187200"/>
                <a:ext cx="10440" cy="18344520"/>
              </a:xfrm>
              <a:custGeom>
                <a:avLst/>
                <a:gdLst/>
                <a:ahLst/>
                <a:rect l="l" t="t" r="r" b="b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eform 56"/>
              <p:cNvSpPr/>
              <p:nvPr/>
            </p:nvSpPr>
            <p:spPr>
              <a:xfrm>
                <a:off x="1107360" y="9180000"/>
                <a:ext cx="10440" cy="18358920"/>
              </a:xfrm>
              <a:custGeom>
                <a:avLst/>
                <a:gdLst>
                  <a:gd name="textAreaLeft" fmla="*/ 0 w 10440"/>
                  <a:gd name="textAreaRight" fmla="*/ 133920 w 10440"/>
                  <a:gd name="textAreaTop" fmla="*/ 0 h 18358920"/>
                  <a:gd name="textAreaBottom" fmla="*/ 18382680 h 1835892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" name="TextBox 61"/>
            <p:cNvSpPr/>
            <p:nvPr/>
          </p:nvSpPr>
          <p:spPr>
            <a:xfrm>
              <a:off x="981360" y="9032040"/>
              <a:ext cx="12724920" cy="682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31926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2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{{exp_1_bullets_block}} 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4252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3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{{exp_2_role}}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{{exp_2_bullets_block}}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4252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4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{{exp_3_role}}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{{exp_3_bullets_block}}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4252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5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{{exp_4_role}}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{{exp_4_bullets_block}}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00000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64"/>
            <p:cNvSpPr/>
            <p:nvPr/>
          </p:nvSpPr>
          <p:spPr>
            <a:xfrm>
              <a:off x="10310400" y="9257040"/>
              <a:ext cx="3601080" cy="28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48"/>
            <p:cNvSpPr/>
            <p:nvPr/>
          </p:nvSpPr>
          <p:spPr>
            <a:xfrm>
              <a:off x="1364400" y="900000"/>
              <a:ext cx="1104228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1"/>
          <p:cNvSpPr/>
          <p:nvPr/>
        </p:nvSpPr>
        <p:spPr>
          <a:xfrm>
            <a:off x="15120000" y="540000"/>
            <a:ext cx="538668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5310440" y="900000"/>
            <a:ext cx="5207040" cy="520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4580000" y="6660360"/>
            <a:ext cx="633060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2026-03-05T23:54:30Z</dcterms:modified>
  <cp:revision>71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