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Raleway"/>
      <p:regular r:id="rId4"/>
      <p:bold r:id="rId4"/>
    </p:embeddedFont>
    <p:embeddedFont>
      <p:font typeface="Poppins"/>
      <p:regular r:id="rId5"/>
      <p:bold r:id="rId5"/>
    </p:embeddedFont>
    <p:embeddedFont>
      <p:font typeface="Lato"/>
      <p:regular r:id="rId6"/>
      <p:bold r:id="rId6"/>
    </p:embeddedFont>
    <p:embeddedFont>
      <p:font typeface="Poppins Bold"/>
    </p:embeddedFont>
    <p:embeddedFont>
      <p:font typeface="Raleway Bold"/>
    </p:embeddedFont>
    <p:embeddedFont>
      <p:font typeface="Microsoft YaHei"/>
      <p:regular r:id="rId7"/>
    </p:embeddedFont>
    <p:embeddedFont>
      <p:font typeface="Montserrat"/>
      <p:regular r:id="rId8"/>
      <p:bold r:id="rId8"/>
    </p:embeddedFont>
    <p:embeddedFont>
      <p:font typeface="Montserrat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Raleway_Regular.fntdata"/><Relationship Id="rId5" Type="http://schemas.openxmlformats.org/officeDocument/2006/relationships/font" Target="fonts/Font_2_Poppins_Regular.fntdata"/><Relationship Id="rId6" Type="http://schemas.openxmlformats.org/officeDocument/2006/relationships/font" Target="fonts/Font_3_Lato_Regular.fntdata"/><Relationship Id="rId7" Type="http://schemas.openxmlformats.org/officeDocument/2006/relationships/font" Target="fonts/Font_4_Microsoft_YaHei_Regular.fntdata"/><Relationship Id="rId8" Type="http://schemas.openxmlformats.org/officeDocument/2006/relationships/font" Target="fonts/Font_5_Montserrat_Regular.fntdata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080" cy="113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8760" cy="62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8760" cy="393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0200" cy="62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0200" cy="393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7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97A4CF0-9962-4117-A8E8-73E452F52B3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080" cy="113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731EEA1-E226-409B-8B5A-5077704C5F7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819B395-CDF1-4346-827B-8EBD15C7A29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6640" cy="1150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0120" cy="584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6640" cy="467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482CFC2-C486-494E-9861-21B4BB8CCAE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4880" cy="55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4880" cy="4103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4880" cy="79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5D32650-911C-4C72-AE8F-0171F88CB2A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0880" cy="1458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8CC2493-DD5D-4AA4-8FD5-B630DD57C97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080" cy="113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8080" cy="451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9BE3C4B-DD50-42EB-AFE4-D4A0DF6B890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5880" cy="583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8400" cy="583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7B6210C-DECA-4BA1-9D47-BF47B83DF03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080" cy="113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8080" cy="451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1160A30-45EA-4F49-A62A-0E3E94644F2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0880" cy="135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0880" cy="148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161CAC8-07A8-4ED3-AF79-0905C50F583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080" cy="113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6960" cy="451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6960" cy="451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2F4D52D-6EE5-4A06-BECF-7D3CC482604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9814680" y="4996800"/>
            <a:ext cx="8544600" cy="42480"/>
            <a:chOff x="9814680" y="4996800"/>
            <a:chExt cx="8544600" cy="42480"/>
          </a:xfrm>
        </p:grpSpPr>
        <p:sp>
          <p:nvSpPr>
            <p:cNvPr id="60" name="Freeform 3"/>
            <p:cNvSpPr/>
            <p:nvPr/>
          </p:nvSpPr>
          <p:spPr>
            <a:xfrm>
              <a:off x="9814680" y="4996800"/>
              <a:ext cx="8544600" cy="42480"/>
            </a:xfrm>
            <a:custGeom>
              <a:avLst/>
              <a:gdLst>
                <a:gd name="textAreaLeft" fmla="*/ 0 w 8544600"/>
                <a:gd name="textAreaRight" fmla="*/ 8556120 w 8544600"/>
                <a:gd name="textAreaTop" fmla="*/ 0 h 42480"/>
                <a:gd name="textAreaBottom" fmla="*/ 54000 h 42480"/>
              </a:gdLst>
              <a:ahLst/>
              <a:cxnLst/>
              <a:rect l="textAreaLeft" t="textAreaTop" r="textAreaRight" b="textAreaBottom"/>
              <a:pathLst>
                <a:path w="11408156" h="71882">
                  <a:moveTo>
                    <a:pt x="11408156" y="71882"/>
                  </a:moveTo>
                  <a:lnTo>
                    <a:pt x="0" y="71882"/>
                  </a:lnTo>
                  <a:lnTo>
                    <a:pt x="0" y="0"/>
                  </a:lnTo>
                  <a:lnTo>
                    <a:pt x="11408156" y="0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000" bIns="9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1" name="Group 4"/>
          <p:cNvGrpSpPr/>
          <p:nvPr/>
        </p:nvGrpSpPr>
        <p:grpSpPr>
          <a:xfrm>
            <a:off x="9697680" y="5896080"/>
            <a:ext cx="8835840" cy="731880"/>
            <a:chOff x="9697680" y="5896080"/>
            <a:chExt cx="8835840" cy="731880"/>
          </a:xfrm>
        </p:grpSpPr>
        <p:sp>
          <p:nvSpPr>
            <p:cNvPr id="62" name="Freeform 5"/>
            <p:cNvSpPr/>
            <p:nvPr/>
          </p:nvSpPr>
          <p:spPr>
            <a:xfrm>
              <a:off x="9697680" y="5896080"/>
              <a:ext cx="8835840" cy="731880"/>
            </a:xfrm>
            <a:custGeom>
              <a:avLst/>
              <a:gdLst>
                <a:gd name="textAreaLeft" fmla="*/ 0 w 8835840"/>
                <a:gd name="textAreaRight" fmla="*/ 8847360 w 8835840"/>
                <a:gd name="textAreaTop" fmla="*/ 0 h 731880"/>
                <a:gd name="textAreaBottom" fmla="*/ 743400 h 731880"/>
              </a:gdLst>
              <a:ahLst/>
              <a:cxnLst/>
              <a:rect l="textAreaLeft" t="textAreaTop" r="textAreaRight" b="textAreaBottom"/>
              <a:pathLst>
                <a:path w="11796268" h="990981">
                  <a:moveTo>
                    <a:pt x="0" y="0"/>
                  </a:moveTo>
                  <a:lnTo>
                    <a:pt x="11796268" y="0"/>
                  </a:lnTo>
                  <a:lnTo>
                    <a:pt x="11796268" y="990981"/>
                  </a:lnTo>
                  <a:lnTo>
                    <a:pt x="0" y="990981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3" name="TextBox 6"/>
          <p:cNvSpPr/>
          <p:nvPr/>
        </p:nvSpPr>
        <p:spPr>
          <a:xfrm>
            <a:off x="9906840" y="5923440"/>
            <a:ext cx="8626680" cy="56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414"/>
              </a:lnSpc>
            </a:pPr>
            <a:r>
              <a:rPr lang="en-US" sz="3680" b="1" u="none" spc="238" strike="noStrike">
                <a:solidFill>
                  <a:srgbClr val="543f3f"/>
                </a:solidFill>
                <a:effectLst/>
                <a:uFillTx/>
                <a:latin typeface="Poppins Bold"/>
                <a:ea typeface="Poppins Bold"/>
              </a:rPr>
              <a:t>EXPERIENCIA LABORAL</a:t>
            </a:r>
            <a:endParaRPr lang="es-AR" sz="36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4" name="Group 7"/>
          <p:cNvGrpSpPr/>
          <p:nvPr/>
        </p:nvGrpSpPr>
        <p:grpSpPr>
          <a:xfrm>
            <a:off x="0" y="0"/>
            <a:ext cx="9188280" cy="30244320"/>
            <a:chOff x="0" y="0"/>
            <a:chExt cx="9188280" cy="30244320"/>
          </a:xfrm>
        </p:grpSpPr>
        <p:sp>
          <p:nvSpPr>
            <p:cNvPr id="65" name="Freeform 8"/>
            <p:cNvSpPr/>
            <p:nvPr/>
          </p:nvSpPr>
          <p:spPr>
            <a:xfrm>
              <a:off x="0" y="0"/>
              <a:ext cx="9188280" cy="30244320"/>
            </a:xfrm>
            <a:custGeom>
              <a:avLst/>
              <a:gdLst>
                <a:gd name="textAreaLeft" fmla="*/ 0 w 9188280"/>
                <a:gd name="textAreaRight" fmla="*/ 9199800 w 9188280"/>
                <a:gd name="textAreaTop" fmla="*/ 0 h 30244320"/>
                <a:gd name="textAreaBottom" fmla="*/ 30255840 h 30244320"/>
              </a:gdLst>
              <a:ahLst/>
              <a:cxnLst/>
              <a:rect l="textAreaLeft" t="textAreaTop" r="textAreaRight" b="textAreaBottom"/>
              <a:pathLst>
                <a:path w="12266295" h="40341042">
                  <a:moveTo>
                    <a:pt x="0" y="0"/>
                  </a:moveTo>
                  <a:lnTo>
                    <a:pt x="12266295" y="0"/>
                  </a:lnTo>
                  <a:lnTo>
                    <a:pt x="12266295" y="40341042"/>
                  </a:lnTo>
                  <a:lnTo>
                    <a:pt x="0" y="40341042"/>
                  </a:lnTo>
                  <a:close/>
                </a:path>
              </a:pathLst>
            </a:custGeom>
            <a:solidFill>
              <a:srgbClr val="c0504d"/>
            </a:solidFill>
            <a:ln w="127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6" name="TextBox 21"/>
          <p:cNvSpPr/>
          <p:nvPr/>
        </p:nvSpPr>
        <p:spPr>
          <a:xfrm>
            <a:off x="9801000" y="528120"/>
            <a:ext cx="11258280" cy="260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5687"/>
              </a:lnSpc>
            </a:pPr>
            <a:r>
              <a:rPr lang="en-US" sz="7200" b="0" u="none" strike="noStrike">
                <a:solidFill>
                  <a:srgbClr val="c0504d"/>
                </a:solidFill>
                <a:effectLst/>
                <a:uFillTx/>
                <a:latin typeface="Poppins"/>
                <a:ea typeface="Raleway"/>
              </a:rPr>
              <a:t>{{name}}</a:t>
            </a:r>
            <a:endParaRPr lang="es-AR" sz="7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4844"/>
              </a:lnSpc>
            </a:pPr>
            <a:r>
              <a:rPr lang="en-US" sz="2600" b="0" u="none" spc="431" strike="noStrike">
                <a:solidFill>
                  <a:srgbClr val="292829"/>
                </a:solidFill>
                <a:effectLst/>
                <a:uFillTx/>
                <a:latin typeface="Lato"/>
                <a:ea typeface="Raleway"/>
              </a:rPr>
              <a:t>{{title}}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22"/>
          <p:cNvSpPr/>
          <p:nvPr/>
        </p:nvSpPr>
        <p:spPr>
          <a:xfrm>
            <a:off x="9735840" y="6781680"/>
            <a:ext cx="10956600" cy="743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122"/>
              </a:lnSpc>
            </a:pPr>
            <a:r>
              <a:rPr lang="en-US" sz="2950" b="1" u="none" spc="57" strike="noStrike">
                <a:solidFill>
                  <a:srgbClr val="1c191a"/>
                </a:solidFill>
                <a:effectLst/>
                <a:uFillTx/>
                <a:latin typeface="Poppins"/>
                <a:ea typeface="Raleway Bold"/>
              </a:rPr>
              <a:t>{{exp_1_role}}</a:t>
            </a:r>
            <a:r>
              <a:rPr lang="en-US" sz="2950" b="1" u="none" spc="57" strike="noStrike">
                <a:solidFill>
                  <a:srgbClr val="1c191a"/>
                </a:solidFill>
                <a:effectLst/>
                <a:uFillTx/>
                <a:latin typeface="Raleway Bold"/>
                <a:ea typeface="Raleway Bold"/>
              </a:rPr>
              <a:t> </a:t>
            </a:r>
            <a:r>
              <a:rPr lang="en-US" sz="2950" b="0" u="none" spc="57" strike="noStrike">
                <a:solidFill>
                  <a:srgbClr val="1c191a"/>
                </a:solidFill>
                <a:effectLst/>
                <a:uFillTx/>
                <a:latin typeface="Raleway"/>
                <a:ea typeface="Raleway"/>
              </a:rPr>
              <a:t> </a:t>
            </a:r>
            <a:r>
              <a:rPr lang="en-US" sz="2600" b="0" u="none" spc="57" strike="noStrike">
                <a:solidFill>
                  <a:srgbClr val="1c191a"/>
                </a:solidFill>
                <a:effectLst/>
                <a:uFillTx/>
                <a:latin typeface="Lato"/>
                <a:ea typeface="Raleway"/>
              </a:rPr>
              <a:t>{{exp_1_company}} {{exp_1_dates}}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118"/>
              </a:lnSpc>
            </a:pPr>
            <a:r>
              <a:rPr lang="es-AR" sz="26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{{exp_1_bullets_block}}</a:t>
            </a: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122"/>
              </a:lnSpc>
            </a:pPr>
            <a:r>
              <a:rPr lang="en-US" sz="2950" b="1" u="none" spc="57" strike="noStrike">
                <a:solidFill>
                  <a:srgbClr val="1c191a"/>
                </a:solidFill>
                <a:effectLst/>
                <a:uFillTx/>
                <a:latin typeface="Poppins"/>
                <a:ea typeface="Raleway Bold"/>
              </a:rPr>
              <a:t>{{exp_2_role}}</a:t>
            </a:r>
            <a:r>
              <a:rPr lang="en-US" sz="2950" b="1" u="none" spc="57" strike="noStrike">
                <a:solidFill>
                  <a:srgbClr val="1c191a"/>
                </a:solidFill>
                <a:effectLst/>
                <a:uFillTx/>
                <a:latin typeface="Raleway Bold"/>
                <a:ea typeface="Raleway Bold"/>
              </a:rPr>
              <a:t>  </a:t>
            </a:r>
            <a:r>
              <a:rPr lang="en-US" sz="2950" b="0" u="none" spc="57" strike="noStrike">
                <a:solidFill>
                  <a:srgbClr val="1c191a"/>
                </a:solidFill>
                <a:effectLst/>
                <a:uFillTx/>
                <a:latin typeface="Lato"/>
                <a:ea typeface="Raleway"/>
              </a:rPr>
              <a:t>{{exp_2_company}} {{exp_2_dates}}</a:t>
            </a:r>
            <a:endParaRPr lang="es-AR" sz="2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118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{{exp_2_bullets_block}}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122"/>
              </a:lnSpc>
            </a:pPr>
            <a:r>
              <a:rPr lang="en-US" sz="2950" b="1" u="none" spc="57" strike="noStrike">
                <a:solidFill>
                  <a:srgbClr val="1c191a"/>
                </a:solidFill>
                <a:effectLst/>
                <a:uFillTx/>
                <a:latin typeface="Poppins"/>
                <a:ea typeface="Raleway Bold"/>
              </a:rPr>
              <a:t>{{exp_3_role}}</a:t>
            </a:r>
            <a:r>
              <a:rPr lang="en-US" sz="2950" b="1" u="none" spc="57" strike="noStrike">
                <a:solidFill>
                  <a:srgbClr val="1c191a"/>
                </a:solidFill>
                <a:effectLst/>
                <a:uFillTx/>
                <a:latin typeface="Raleway Bold"/>
                <a:ea typeface="Raleway Bold"/>
              </a:rPr>
              <a:t> </a:t>
            </a:r>
            <a:r>
              <a:rPr lang="en-US" sz="2950" b="0" u="none" spc="57" strike="noStrike">
                <a:solidFill>
                  <a:srgbClr val="1c191a"/>
                </a:solidFill>
                <a:effectLst/>
                <a:uFillTx/>
                <a:latin typeface="Raleway"/>
                <a:ea typeface="Raleway"/>
              </a:rPr>
              <a:t> </a:t>
            </a:r>
            <a:r>
              <a:rPr lang="en-US" sz="2950" b="0" u="none" spc="57" strike="noStrike">
                <a:solidFill>
                  <a:srgbClr val="1c191a"/>
                </a:solidFill>
                <a:effectLst/>
                <a:uFillTx/>
                <a:latin typeface="Lato"/>
                <a:ea typeface="Raleway"/>
              </a:rPr>
              <a:t>{{exp_3_company}} {{exp_3_dates}}</a:t>
            </a:r>
            <a:endParaRPr lang="es-AR" sz="2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118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{{exp_3_bullets_block}}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122"/>
              </a:lnSpc>
            </a:pPr>
            <a:r>
              <a:rPr lang="en-US" sz="2950" b="1" u="none" spc="57" strike="noStrike">
                <a:solidFill>
                  <a:srgbClr val="1c191a"/>
                </a:solidFill>
                <a:effectLst/>
                <a:uFillTx/>
                <a:latin typeface="Poppins"/>
                <a:ea typeface="Raleway Bold"/>
              </a:rPr>
              <a:t>{{exp_4_role}}</a:t>
            </a:r>
            <a:r>
              <a:rPr lang="en-US" sz="2950" b="1" u="none" spc="57" strike="noStrike">
                <a:solidFill>
                  <a:srgbClr val="1c191a"/>
                </a:solidFill>
                <a:effectLst/>
                <a:uFillTx/>
                <a:latin typeface="Raleway Bold"/>
                <a:ea typeface="Raleway Bold"/>
              </a:rPr>
              <a:t>  </a:t>
            </a:r>
            <a:r>
              <a:rPr lang="en-US" sz="2950" b="0" u="none" spc="57" strike="noStrike">
                <a:solidFill>
                  <a:srgbClr val="1c191a"/>
                </a:solidFill>
                <a:effectLst/>
                <a:uFillTx/>
                <a:latin typeface="Lato"/>
                <a:ea typeface="Raleway"/>
              </a:rPr>
              <a:t>{{exp_4_company}} {{exp_4_dates}}</a:t>
            </a:r>
            <a:endParaRPr lang="es-AR" sz="2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118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{{exp_4_bullets_block}}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261"/>
              </a:lnSpc>
            </a:pP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122"/>
              </a:lnSpc>
            </a:pPr>
            <a:r>
              <a:rPr lang="en-US" sz="2950" b="1" u="none" spc="57" strike="noStrike">
                <a:solidFill>
                  <a:srgbClr val="1c191a"/>
                </a:solidFill>
                <a:effectLst/>
                <a:uFillTx/>
                <a:latin typeface="Poppins"/>
                <a:ea typeface="Raleway Bold"/>
              </a:rPr>
              <a:t>{{exp_5_role}}</a:t>
            </a:r>
            <a:r>
              <a:rPr lang="en-US" sz="2950" b="1" u="none" spc="57" strike="noStrike">
                <a:solidFill>
                  <a:srgbClr val="1c191a"/>
                </a:solidFill>
                <a:effectLst/>
                <a:uFillTx/>
                <a:latin typeface="Raleway Bold"/>
                <a:ea typeface="Raleway Bold"/>
              </a:rPr>
              <a:t>  </a:t>
            </a:r>
            <a:r>
              <a:rPr lang="en-US" sz="2950" b="0" u="none" spc="57" strike="noStrike">
                <a:solidFill>
                  <a:srgbClr val="1c191a"/>
                </a:solidFill>
                <a:effectLst/>
                <a:uFillTx/>
                <a:latin typeface="Lato"/>
                <a:ea typeface="Raleway"/>
              </a:rPr>
              <a:t>{{exp_5_company}} {{exp_5_dates}}</a:t>
            </a:r>
            <a:endParaRPr lang="es-AR" sz="2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118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{{exp_5_bullets_block}}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124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11"/>
          <p:cNvSpPr/>
          <p:nvPr/>
        </p:nvSpPr>
        <p:spPr>
          <a:xfrm>
            <a:off x="1220040" y="6444360"/>
            <a:ext cx="676080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37"/>
              </a:lnSpc>
            </a:pPr>
            <a:r>
              <a:rPr lang="en-US" sz="3609" b="1" u="none" spc="235" strike="noStrike">
                <a:solidFill>
                  <a:srgbClr val="c0504d"/>
                </a:solidFill>
                <a:effectLst/>
                <a:highlight>
                  <a:srgbClr val="f8f7f2"/>
                </a:highlight>
                <a:uFillTx/>
                <a:latin typeface="Poppins Bold"/>
                <a:ea typeface="Poppins Bold"/>
              </a:rPr>
              <a:t> PERFIL PROFESIONAL     </a:t>
            </a:r>
            <a:endParaRPr lang="es-AR" sz="360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12"/>
          <p:cNvSpPr/>
          <p:nvPr/>
        </p:nvSpPr>
        <p:spPr>
          <a:xfrm>
            <a:off x="1177920" y="7128360"/>
            <a:ext cx="6705360" cy="42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328"/>
              </a:lnSpc>
            </a:pPr>
            <a:r>
              <a:rPr lang="en-US" sz="2260" b="0" u="none" spc="45" strike="noStrike">
                <a:solidFill>
                  <a:srgbClr val="543f3f"/>
                </a:solidFill>
                <a:effectLst/>
                <a:uFillTx/>
                <a:latin typeface="Lato"/>
                <a:ea typeface="Raleway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34"/>
          <p:cNvSpPr/>
          <p:nvPr/>
        </p:nvSpPr>
        <p:spPr>
          <a:xfrm>
            <a:off x="1177920" y="11427480"/>
            <a:ext cx="5841000" cy="55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337"/>
              </a:lnSpc>
            </a:pPr>
            <a:r>
              <a:rPr lang="en-US" sz="3609" b="1" u="none" spc="235" strike="noStrike">
                <a:solidFill>
                  <a:srgbClr val="c0504d"/>
                </a:solidFill>
                <a:effectLst/>
                <a:highlight>
                  <a:srgbClr val="f8f7f2"/>
                </a:highlight>
                <a:uFillTx/>
                <a:latin typeface="Poppins Bold"/>
                <a:ea typeface="Poppins Bold"/>
              </a:rPr>
              <a:t> CONTACTO                   </a:t>
            </a:r>
            <a:endParaRPr lang="es-AR" sz="360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"/>
          <p:cNvSpPr/>
          <p:nvPr/>
        </p:nvSpPr>
        <p:spPr>
          <a:xfrm>
            <a:off x="1622520" y="35568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1004040" y="13860000"/>
            <a:ext cx="6914880" cy="395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</a:rPr>
              <a:t>__SB_TITLE__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</a:rPr>
              <a:t>{{#sidebar_sections}}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r>
              <a:rPr lang="en-US" sz="3600" b="1" u="none" strike="noStrike">
                <a:solidFill>
                  <a:srgbClr val="c0504d"/>
                </a:solidFill>
                <a:effectLst/>
                <a:highlight>
                  <a:srgbClr val="f8f7f2"/>
                </a:highlight>
                <a:uFillTx/>
                <a:latin typeface="Poppins"/>
                <a:ea typeface="Montserrat Bold"/>
              </a:rPr>
              <a:t> {{title}}              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551"/>
              </a:lnSpc>
            </a:pPr>
            <a:r>
              <a:rPr lang="es-AR" sz="2400" b="0" u="none" strike="noStrike">
                <a:solidFill>
                  <a:srgbClr val="543f3f"/>
                </a:solidFill>
                <a:effectLst/>
                <a:uFillTx/>
                <a:latin typeface="Lato"/>
                <a:ea typeface="Montserrat Bold"/>
              </a:rPr>
              <a:t>{{body}}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31"/>
          <p:cNvSpPr/>
          <p:nvPr/>
        </p:nvSpPr>
        <p:spPr>
          <a:xfrm>
            <a:off x="1221840" y="12192120"/>
            <a:ext cx="5614920" cy="241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804"/>
              </a:lnSpc>
            </a:pPr>
            <a:r>
              <a:rPr lang="en-US" sz="2260" b="0" u="none" strike="noStrike">
                <a:solidFill>
                  <a:srgbClr val="543f3f"/>
                </a:solidFill>
                <a:effectLst/>
                <a:uFillTx/>
                <a:latin typeface="Lato"/>
                <a:ea typeface="Raleway"/>
              </a:rPr>
              <a:t>{{contact_phone}}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804"/>
              </a:lnSpc>
            </a:pPr>
            <a:r>
              <a:rPr lang="en-US" sz="2260" b="0" u="none" strike="noStrike">
                <a:solidFill>
                  <a:srgbClr val="543f3f"/>
                </a:solidFill>
                <a:effectLst/>
                <a:uFillTx/>
                <a:latin typeface="Lato"/>
                <a:ea typeface="Raleway"/>
              </a:rPr>
              <a:t>{{contact_email}}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804"/>
              </a:lnSpc>
            </a:pPr>
            <a:r>
              <a:rPr lang="en-US" sz="2260" b="0" u="none" strike="noStrike">
                <a:solidFill>
                  <a:srgbClr val="543f3f"/>
                </a:solidFill>
                <a:effectLst/>
                <a:uFillTx/>
                <a:latin typeface="Lato"/>
                <a:ea typeface="Raleway"/>
              </a:rPr>
              <a:t>{{licencia}}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804"/>
              </a:lnSpc>
            </a:pPr>
            <a:r>
              <a:rPr lang="en-US" sz="2260" b="0" u="none" strike="noStrike">
                <a:solidFill>
                  <a:srgbClr val="543f3f"/>
                </a:solidFill>
                <a:effectLst/>
                <a:uFillTx/>
                <a:latin typeface="Lato"/>
                <a:ea typeface="Raleway"/>
              </a:rPr>
              <a:t>{{contact_location}}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804"/>
              </a:lnSpc>
            </a:pP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121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DAG9ko10TaE</dc:identifier>
  <dc:language>es-AR</dc:language>
  <cp:lastModifiedBy/>
  <dcterms:modified xsi:type="dcterms:W3CDTF">2026-02-09T12:30:28Z</dcterms:modified>
  <cp:revision>46</cp:revision>
  <dc:subject/>
  <dc:title>Plantilla_oficial_14.pptx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