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oppins Bold"/>
    </p:embeddedFont>
    <p:embeddedFont>
      <p:font typeface="Poppins"/>
      <p:regular r:id="rId5"/>
      <p:bold r:id="rId5"/>
    </p:embeddedFont>
    <p:embeddedFont>
      <p:font typeface="Raleway Bold"/>
    </p:embeddedFont>
    <p:embeddedFont>
      <p:font typeface="Proxima nova"/>
    </p:embeddedFont>
    <p:embeddedFont>
      <p:font typeface="Raleway"/>
      <p:regular r:id="rId6"/>
      <p:bold r:id="rId6"/>
    </p:embeddedFont>
    <p:embeddedFont>
      <p:font typeface="Microsoft YaHei"/>
      <p:regular r:id="rId7"/>
    </p:embeddedFont>
    <p:embeddedFont>
      <p:font typeface="Montserrat"/>
      <p:regular r:id="rId8"/>
      <p:bold r:id="rId8"/>
    </p:embeddedFont>
    <p:embeddedFont>
      <p:font typeface="Garet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Raleway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ABB479-3065-4F7D-BE33-3F05776816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520" cy="13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520" cy="148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02FA26-17CC-4E1F-890C-CEC14D3667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6E9A60-33F1-46CC-9F09-0233562C50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40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40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84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84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509C2F-0199-4917-9155-EDFC6FF609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4863AB-D7CA-45D7-8829-4669C8AAC3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E717B8-56F7-4638-8B88-5561C205E1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28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76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280" cy="46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847E58-A1B1-429A-8C65-9B40AEAA82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52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520" cy="41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520" cy="79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025AE4-28FF-4C7E-841D-37B02F8E23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52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A4543B-0716-4E30-9875-8848065283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14C9CC-0DC8-42C9-BB58-7C78E123E4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52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04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CA10FE-8433-4B01-8325-DBAD0A1EBF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9814680" y="4996800"/>
            <a:ext cx="8544240" cy="42120"/>
            <a:chOff x="9814680" y="4996800"/>
            <a:chExt cx="8544240" cy="42120"/>
          </a:xfrm>
        </p:grpSpPr>
        <p:sp>
          <p:nvSpPr>
            <p:cNvPr id="60" name="Freeform 3"/>
            <p:cNvSpPr/>
            <p:nvPr/>
          </p:nvSpPr>
          <p:spPr>
            <a:xfrm>
              <a:off x="9814680" y="4996800"/>
              <a:ext cx="8544240" cy="42120"/>
            </a:xfrm>
            <a:custGeom>
              <a:avLst/>
              <a:gdLst>
                <a:gd name="textAreaLeft" fmla="*/ 0 w 8544240"/>
                <a:gd name="textAreaRight" fmla="*/ 8556120 w 8544240"/>
                <a:gd name="textAreaTop" fmla="*/ 0 h 42120"/>
                <a:gd name="textAreaBottom" fmla="*/ 54000 h 4212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9697680" y="5896080"/>
            <a:ext cx="8835480" cy="731520"/>
            <a:chOff x="9697680" y="5896080"/>
            <a:chExt cx="8835480" cy="731520"/>
          </a:xfrm>
        </p:grpSpPr>
        <p:sp>
          <p:nvSpPr>
            <p:cNvPr id="62" name="Freeform 5"/>
            <p:cNvSpPr/>
            <p:nvPr/>
          </p:nvSpPr>
          <p:spPr>
            <a:xfrm>
              <a:off x="9697680" y="5896080"/>
              <a:ext cx="8835480" cy="731520"/>
            </a:xfrm>
            <a:custGeom>
              <a:avLst/>
              <a:gdLst>
                <a:gd name="textAreaLeft" fmla="*/ 0 w 8835480"/>
                <a:gd name="textAreaRight" fmla="*/ 8847360 w 8835480"/>
                <a:gd name="textAreaTop" fmla="*/ 0 h 731520"/>
                <a:gd name="textAreaBottom" fmla="*/ 743400 h 731520"/>
              </a:gdLst>
              <a:ahLst/>
              <a:cxnLst/>
              <a:rect l="textAreaLeft" t="textAreaTop" r="textAreaRight" b="textAreaBottom"/>
              <a:pathLst>
                <a:path w="11796268" h="990981">
                  <a:moveTo>
                    <a:pt x="0" y="0"/>
                  </a:moveTo>
                  <a:lnTo>
                    <a:pt x="11796268" y="0"/>
                  </a:lnTo>
                  <a:lnTo>
                    <a:pt x="11796268" y="990981"/>
                  </a:lnTo>
                  <a:lnTo>
                    <a:pt x="0" y="99098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6"/>
          <p:cNvSpPr/>
          <p:nvPr/>
        </p:nvSpPr>
        <p:spPr>
          <a:xfrm>
            <a:off x="9906840" y="5923440"/>
            <a:ext cx="862632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14"/>
              </a:lnSpc>
            </a:pPr>
            <a:r>
              <a:rPr lang="en-US" sz="3680" b="1" u="none" spc="238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EXPERIENCIA LABORAL</a:t>
            </a:r>
            <a:endParaRPr lang="es-AR" sz="36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0" y="0"/>
            <a:ext cx="9187920" cy="30243960"/>
            <a:chOff x="0" y="0"/>
            <a:chExt cx="9187920" cy="30243960"/>
          </a:xfrm>
        </p:grpSpPr>
        <p:sp>
          <p:nvSpPr>
            <p:cNvPr id="65" name="Freeform 8"/>
            <p:cNvSpPr/>
            <p:nvPr/>
          </p:nvSpPr>
          <p:spPr>
            <a:xfrm>
              <a:off x="0" y="0"/>
              <a:ext cx="9187920" cy="30243960"/>
            </a:xfrm>
            <a:custGeom>
              <a:avLst/>
              <a:gdLst>
                <a:gd name="textAreaLeft" fmla="*/ 0 w 9187920"/>
                <a:gd name="textAreaRight" fmla="*/ 9199800 w 9187920"/>
                <a:gd name="textAreaTop" fmla="*/ 0 h 30243960"/>
                <a:gd name="textAreaBottom" fmla="*/ 30255840 h 30243960"/>
              </a:gdLst>
              <a:ahLst/>
              <a:cxnLst/>
              <a:rect l="textAreaLeft" t="textAreaTop" r="textAreaRight" b="textAreaBottom"/>
              <a:pathLst>
                <a:path w="12266295" h="40341042">
                  <a:moveTo>
                    <a:pt x="0" y="0"/>
                  </a:moveTo>
                  <a:lnTo>
                    <a:pt x="12266295" y="0"/>
                  </a:lnTo>
                  <a:lnTo>
                    <a:pt x="12266295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21"/>
          <p:cNvSpPr/>
          <p:nvPr/>
        </p:nvSpPr>
        <p:spPr>
          <a:xfrm>
            <a:off x="9801000" y="528120"/>
            <a:ext cx="11257920" cy="260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5687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Raleway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844"/>
              </a:lnSpc>
            </a:pPr>
            <a:r>
              <a:rPr lang="en-US" sz="2600" b="0" u="none" spc="431" strike="noStrike">
                <a:solidFill>
                  <a:srgbClr val="292829"/>
                </a:solidFill>
                <a:effectLst/>
                <a:uFillTx/>
                <a:latin typeface="Lato"/>
                <a:ea typeface="Raleway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2"/>
          <p:cNvSpPr/>
          <p:nvPr/>
        </p:nvSpPr>
        <p:spPr>
          <a:xfrm>
            <a:off x="9735840" y="6457680"/>
            <a:ext cx="10956240" cy="80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{{exp_1_role}}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260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{{exp_1_company}}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{{exp_2_role}}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{{exp_2_company}} {{exp_2_dates}}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{{exp_3_role}}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{{exp_3_company}} {{exp_3_dates}}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{{exp_4_role}}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{{exp_4_company}} {{exp_4_dates}}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{{exp_4_bullets_block}}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{{exp_5_role}}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{{exp_5_company}} {{exp_5_dates}}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{{exp_5_bullets_block}}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1220040" y="6444360"/>
            <a:ext cx="67604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PERFIL PROFESIONAL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1177920" y="7128360"/>
            <a:ext cx="670500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8"/>
              </a:lnSpc>
            </a:pPr>
            <a:r>
              <a:rPr lang="en-US" sz="2260" b="0" u="none" spc="45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4"/>
          <p:cNvSpPr/>
          <p:nvPr/>
        </p:nvSpPr>
        <p:spPr>
          <a:xfrm>
            <a:off x="1177920" y="11427480"/>
            <a:ext cx="58406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CONTACTO              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622520" y="355680"/>
            <a:ext cx="3050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1"/>
          <p:cNvSpPr/>
          <p:nvPr/>
        </p:nvSpPr>
        <p:spPr>
          <a:xfrm>
            <a:off x="1221840" y="12192120"/>
            <a:ext cx="5614560" cy="24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1004760" y="14220000"/>
            <a:ext cx="6915240" cy="37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0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[[SIDEBAR_BLOCK]]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n-US" sz="3600" b="1" u="none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"/>
                <a:ea typeface="Montserrat Bold"/>
              </a:rPr>
              <a:t> {{title}}              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DAG9ko10TaE</dc:identifier>
  <dc:language>es-AR</dc:language>
  <cp:lastModifiedBy/>
  <dcterms:modified xsi:type="dcterms:W3CDTF">2026-03-05T15:45:29Z</dcterms:modified>
  <cp:revision>47</cp:revision>
  <dc:subject/>
  <dc:title>Plantilla_oficial_14.pptx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