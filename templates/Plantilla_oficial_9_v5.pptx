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Microsoft YaHei"/>
      <p:regular r:id="rId5"/>
    </p:embeddedFont>
    <p:embeddedFont>
      <p:font typeface="Garet"/>
      <p:regular r:id="rId6"/>
      <p:bold r:id="rId6"/>
    </p:embeddedFont>
    <p:embeddedFont>
      <p:font typeface="Montserra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ED8BD3-AF40-4585-B9C6-B47B823CD7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520" cy="115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00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520" cy="46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D78873-BF13-48B0-A25A-53409DBC1F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760" cy="5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760" cy="410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760" cy="79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67F5FF-87BF-4536-B3C7-0C08FF58C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760" cy="14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CC2B1C-B1BA-498F-B312-7D7F858783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96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E19520-179E-4D60-B448-69B55FE8A7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76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128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B3875B-920F-45D2-95C1-481BC449AF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96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55496F-B506-467E-9D10-31561B130F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760" cy="135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760" cy="14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657F3C-2287-49F3-8095-E6C9A7AE3A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84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84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A378DE-4BA8-489F-89DF-DE2E326D6E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640" cy="63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640" cy="39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080" cy="63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080" cy="39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727A6A-D0E3-48FE-AA6F-2634F7DB16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E0A555-8024-4232-B2AF-15D357E93D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2844000"/>
            <a:ext cx="3335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3580560"/>
            <a:ext cx="19176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85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5302440"/>
            <a:ext cx="66801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157040" y="3539160"/>
            <a:ext cx="19176480" cy="18360"/>
            <a:chOff x="1157040" y="3539160"/>
            <a:chExt cx="19176480" cy="18360"/>
          </a:xfrm>
        </p:grpSpPr>
        <p:sp>
          <p:nvSpPr>
            <p:cNvPr id="63" name="Freeform 19"/>
            <p:cNvSpPr/>
            <p:nvPr/>
          </p:nvSpPr>
          <p:spPr>
            <a:xfrm>
              <a:off x="1157040" y="3539160"/>
              <a:ext cx="19176480" cy="18360"/>
            </a:xfrm>
            <a:custGeom>
              <a:avLst/>
              <a:gdLst>
                <a:gd name="textAreaLeft" fmla="*/ 0 w 19176480"/>
                <a:gd name="textAreaRight" fmla="*/ 19185120 w 1917648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8480" y="5942160"/>
            <a:ext cx="19176480" cy="18360"/>
            <a:chOff x="978480" y="5942160"/>
            <a:chExt cx="19176480" cy="18360"/>
          </a:xfrm>
        </p:grpSpPr>
        <p:sp>
          <p:nvSpPr>
            <p:cNvPr id="65" name="Freeform 21"/>
            <p:cNvSpPr/>
            <p:nvPr/>
          </p:nvSpPr>
          <p:spPr>
            <a:xfrm>
              <a:off x="978480" y="5942160"/>
              <a:ext cx="19176480" cy="18360"/>
            </a:xfrm>
            <a:custGeom>
              <a:avLst/>
              <a:gdLst>
                <a:gd name="textAreaLeft" fmla="*/ 0 w 19176480"/>
                <a:gd name="textAreaRight" fmla="*/ 19185120 w 1917648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6"/>
          <p:cNvSpPr/>
          <p:nvPr/>
        </p:nvSpPr>
        <p:spPr>
          <a:xfrm>
            <a:off x="900000" y="5875560"/>
            <a:ext cx="19794960" cy="53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900000" y="-324000"/>
            <a:ext cx="199782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044000"/>
            <a:ext cx="181778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420360" y="2260512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680" y="18520560"/>
            <a:ext cx="149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229400" y="23343120"/>
            <a:ext cx="196462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32920" y="19034280"/>
            <a:ext cx="1494972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835680" y="18520560"/>
            <a:ext cx="4436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680" y="18434880"/>
            <a:ext cx="19178640" cy="20520"/>
            <a:chOff x="1093680" y="18434880"/>
            <a:chExt cx="19178640" cy="20520"/>
          </a:xfrm>
        </p:grpSpPr>
        <p:sp>
          <p:nvSpPr>
            <p:cNvPr id="75" name="Freeform 23"/>
            <p:cNvSpPr/>
            <p:nvPr/>
          </p:nvSpPr>
          <p:spPr>
            <a:xfrm>
              <a:off x="1093680" y="18434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0804760"/>
            <a:ext cx="19178640" cy="20520"/>
            <a:chOff x="1080000" y="20804760"/>
            <a:chExt cx="19178640" cy="20520"/>
          </a:xfrm>
        </p:grpSpPr>
        <p:sp>
          <p:nvSpPr>
            <p:cNvPr id="77" name="Freeform 25"/>
            <p:cNvSpPr/>
            <p:nvPr/>
          </p:nvSpPr>
          <p:spPr>
            <a:xfrm>
              <a:off x="1080000" y="20804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80360" y="23317200"/>
            <a:ext cx="19178640" cy="20520"/>
            <a:chOff x="1080360" y="23317200"/>
            <a:chExt cx="19178640" cy="20520"/>
          </a:xfrm>
        </p:grpSpPr>
        <p:sp>
          <p:nvSpPr>
            <p:cNvPr id="79" name="Freeform 27"/>
            <p:cNvSpPr/>
            <p:nvPr/>
          </p:nvSpPr>
          <p:spPr>
            <a:xfrm>
              <a:off x="1080360" y="2331720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360" y="19383120"/>
            <a:ext cx="15182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19476000"/>
            <a:ext cx="149630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359400" y="19383120"/>
            <a:ext cx="4899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537000" y="2250288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61640" y="20809800"/>
            <a:ext cx="1909404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017360" y="27192600"/>
            <a:ext cx="19359720" cy="27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914400" y="27167760"/>
            <a:ext cx="19178640" cy="20520"/>
            <a:chOff x="914400" y="27167760"/>
            <a:chExt cx="19178640" cy="20520"/>
          </a:xfrm>
        </p:grpSpPr>
        <p:sp>
          <p:nvSpPr>
            <p:cNvPr id="87" name="Freeform 1"/>
            <p:cNvSpPr/>
            <p:nvPr/>
          </p:nvSpPr>
          <p:spPr>
            <a:xfrm>
              <a:off x="914400" y="27167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/>
          <p:nvPr/>
        </p:nvSpPr>
        <p:spPr>
          <a:xfrm>
            <a:off x="7305120" y="2273292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449480" y="26513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7305480" y="20249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305840" y="1787364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2026-03-08T22:31:01Z</dcterms:modified>
  <cp:revision>26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