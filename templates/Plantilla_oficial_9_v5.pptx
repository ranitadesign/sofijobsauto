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 Bold"/>
    </p:embeddedFont>
    <p:embeddedFont>
      <p:font typeface="Proxima nova"/>
      <p:regular r:id="rId4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  <p:embeddedFont>
      <p:font typeface="Garet"/>
      <p:regular r:id="rId7"/>
      <p:bold r:id="rId7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68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FCB7517-AD84-4D58-B8AE-371EEBE4FF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480" cy="135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480" cy="149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F395C3C-BA9C-4C6E-A32A-9033705699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56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56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0D8782-869C-4ABB-844E-FC39DADE72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360" cy="63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360" cy="39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3800" cy="63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3800" cy="39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1CA219-3652-4E02-A880-78E4A8E7A56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D73C6F-5857-495E-AE5E-B7F87C521F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261E1B-557A-46BA-AEFA-8AA0F1B331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240" cy="115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372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240" cy="468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0AFA32-46A6-49E9-B6C8-FC7610E16B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480" cy="5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480" cy="4106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480" cy="79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569EFF-A8D5-42EA-A852-4AFC6372A1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480" cy="14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E3AD54-FD50-433A-B653-D882B77AD91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68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F548EA-03BC-4A48-92DD-9108C14BCD5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48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00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DAF497-56F1-49E0-AE34-3A4036F93D9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600000"/>
            <a:ext cx="33364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8"/>
          <p:cNvSpPr/>
          <p:nvPr/>
        </p:nvSpPr>
        <p:spPr>
          <a:xfrm>
            <a:off x="986400" y="4336560"/>
            <a:ext cx="1917684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685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4"/>
          <p:cNvSpPr/>
          <p:nvPr/>
        </p:nvSpPr>
        <p:spPr>
          <a:xfrm>
            <a:off x="7299720" y="6382440"/>
            <a:ext cx="66808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18"/>
          <p:cNvGrpSpPr/>
          <p:nvPr/>
        </p:nvGrpSpPr>
        <p:grpSpPr>
          <a:xfrm>
            <a:off x="1157040" y="4295160"/>
            <a:ext cx="19177200" cy="19080"/>
            <a:chOff x="1157040" y="4295160"/>
            <a:chExt cx="19177200" cy="19080"/>
          </a:xfrm>
        </p:grpSpPr>
        <p:sp>
          <p:nvSpPr>
            <p:cNvPr id="63" name="Freeform 19"/>
            <p:cNvSpPr/>
            <p:nvPr/>
          </p:nvSpPr>
          <p:spPr>
            <a:xfrm>
              <a:off x="1157040" y="4295160"/>
              <a:ext cx="19177200" cy="19080"/>
            </a:xfrm>
            <a:custGeom>
              <a:avLst/>
              <a:gdLst>
                <a:gd name="textAreaLeft" fmla="*/ 0 w 19177200"/>
                <a:gd name="textAreaRight" fmla="*/ 19185120 w 19177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0"/>
          <p:cNvGrpSpPr/>
          <p:nvPr/>
        </p:nvGrpSpPr>
        <p:grpSpPr>
          <a:xfrm>
            <a:off x="978480" y="7022160"/>
            <a:ext cx="19177200" cy="19080"/>
            <a:chOff x="978480" y="7022160"/>
            <a:chExt cx="19177200" cy="19080"/>
          </a:xfrm>
        </p:grpSpPr>
        <p:sp>
          <p:nvSpPr>
            <p:cNvPr id="65" name="Freeform 21"/>
            <p:cNvSpPr/>
            <p:nvPr/>
          </p:nvSpPr>
          <p:spPr>
            <a:xfrm>
              <a:off x="978480" y="7022160"/>
              <a:ext cx="19177200" cy="19080"/>
            </a:xfrm>
            <a:custGeom>
              <a:avLst/>
              <a:gdLst>
                <a:gd name="textAreaLeft" fmla="*/ 0 w 19177200"/>
                <a:gd name="textAreaRight" fmla="*/ 19185120 w 19177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4"/>
          <p:cNvSpPr/>
          <p:nvPr/>
        </p:nvSpPr>
        <p:spPr>
          <a:xfrm>
            <a:off x="3696480" y="18920520"/>
            <a:ext cx="139374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5"/>
          <p:cNvSpPr/>
          <p:nvPr/>
        </p:nvSpPr>
        <p:spPr>
          <a:xfrm>
            <a:off x="3780000" y="27540000"/>
            <a:ext cx="139374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6"/>
          <p:cNvSpPr/>
          <p:nvPr/>
        </p:nvSpPr>
        <p:spPr>
          <a:xfrm>
            <a:off x="3876480" y="22861800"/>
            <a:ext cx="139374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1093320" y="19762200"/>
            <a:ext cx="1498716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1049040" y="28440000"/>
            <a:ext cx="196444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1079640" y="26059680"/>
            <a:ext cx="193579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3"/>
          <p:cNvSpPr/>
          <p:nvPr/>
        </p:nvSpPr>
        <p:spPr>
          <a:xfrm>
            <a:off x="17680680" y="19762200"/>
            <a:ext cx="25891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22"/>
          <p:cNvGrpSpPr/>
          <p:nvPr/>
        </p:nvGrpSpPr>
        <p:grpSpPr>
          <a:xfrm>
            <a:off x="1092960" y="19640520"/>
            <a:ext cx="19176840" cy="18720"/>
            <a:chOff x="1092960" y="19640520"/>
            <a:chExt cx="19176840" cy="18720"/>
          </a:xfrm>
        </p:grpSpPr>
        <p:sp>
          <p:nvSpPr>
            <p:cNvPr id="74" name="Freeform 23"/>
            <p:cNvSpPr/>
            <p:nvPr/>
          </p:nvSpPr>
          <p:spPr>
            <a:xfrm>
              <a:off x="1092960" y="19640520"/>
              <a:ext cx="19176840" cy="18720"/>
            </a:xfrm>
            <a:custGeom>
              <a:avLst/>
              <a:gdLst>
                <a:gd name="textAreaLeft" fmla="*/ 0 w 19176840"/>
                <a:gd name="textAreaRight" fmla="*/ 19185120 w 1917684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24"/>
          <p:cNvGrpSpPr/>
          <p:nvPr/>
        </p:nvGrpSpPr>
        <p:grpSpPr>
          <a:xfrm>
            <a:off x="1080000" y="23555880"/>
            <a:ext cx="19176840" cy="18720"/>
            <a:chOff x="1080000" y="23555880"/>
            <a:chExt cx="19176840" cy="18720"/>
          </a:xfrm>
        </p:grpSpPr>
        <p:sp>
          <p:nvSpPr>
            <p:cNvPr id="76" name="Freeform 25"/>
            <p:cNvSpPr/>
            <p:nvPr/>
          </p:nvSpPr>
          <p:spPr>
            <a:xfrm>
              <a:off x="1080000" y="23555880"/>
              <a:ext cx="19176840" cy="18720"/>
            </a:xfrm>
            <a:custGeom>
              <a:avLst/>
              <a:gdLst>
                <a:gd name="textAreaLeft" fmla="*/ 0 w 19176840"/>
                <a:gd name="textAreaRight" fmla="*/ 19185120 w 1917684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roup 26"/>
          <p:cNvGrpSpPr/>
          <p:nvPr/>
        </p:nvGrpSpPr>
        <p:grpSpPr>
          <a:xfrm>
            <a:off x="900000" y="28234080"/>
            <a:ext cx="19176840" cy="18720"/>
            <a:chOff x="900000" y="28234080"/>
            <a:chExt cx="19176840" cy="18720"/>
          </a:xfrm>
        </p:grpSpPr>
        <p:sp>
          <p:nvSpPr>
            <p:cNvPr id="78" name="Freeform 27"/>
            <p:cNvSpPr/>
            <p:nvPr/>
          </p:nvSpPr>
          <p:spPr>
            <a:xfrm>
              <a:off x="900000" y="28234080"/>
              <a:ext cx="19176840" cy="18720"/>
            </a:xfrm>
            <a:custGeom>
              <a:avLst/>
              <a:gdLst>
                <a:gd name="textAreaLeft" fmla="*/ 0 w 19176840"/>
                <a:gd name="textAreaRight" fmla="*/ 19185120 w 1917684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31"/>
          <p:cNvSpPr/>
          <p:nvPr/>
        </p:nvSpPr>
        <p:spPr>
          <a:xfrm>
            <a:off x="1080000" y="21393720"/>
            <a:ext cx="1518048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3"/>
          <p:cNvSpPr/>
          <p:nvPr/>
        </p:nvSpPr>
        <p:spPr>
          <a:xfrm>
            <a:off x="17568720" y="21393720"/>
            <a:ext cx="26877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6"/>
          <p:cNvSpPr/>
          <p:nvPr/>
        </p:nvSpPr>
        <p:spPr>
          <a:xfrm>
            <a:off x="3779640" y="25200000"/>
            <a:ext cx="139374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1"/>
          <p:cNvGrpSpPr/>
          <p:nvPr/>
        </p:nvGrpSpPr>
        <p:grpSpPr>
          <a:xfrm>
            <a:off x="976680" y="25894080"/>
            <a:ext cx="19176840" cy="18720"/>
            <a:chOff x="976680" y="25894080"/>
            <a:chExt cx="19176840" cy="18720"/>
          </a:xfrm>
        </p:grpSpPr>
        <p:sp>
          <p:nvSpPr>
            <p:cNvPr id="83" name="Freeform 1"/>
            <p:cNvSpPr/>
            <p:nvPr/>
          </p:nvSpPr>
          <p:spPr>
            <a:xfrm>
              <a:off x="976680" y="25894080"/>
              <a:ext cx="19176840" cy="18720"/>
            </a:xfrm>
            <a:custGeom>
              <a:avLst/>
              <a:gdLst>
                <a:gd name="textAreaLeft" fmla="*/ 0 w 19176840"/>
                <a:gd name="textAreaRight" fmla="*/ 19185120 w 1917684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"/>
          <p:cNvSpPr/>
          <p:nvPr/>
        </p:nvSpPr>
        <p:spPr>
          <a:xfrm>
            <a:off x="1080000" y="23742360"/>
            <a:ext cx="19092240" cy="12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"/>
          <p:cNvSpPr/>
          <p:nvPr/>
        </p:nvSpPr>
        <p:spPr>
          <a:xfrm>
            <a:off x="900000" y="6955560"/>
            <a:ext cx="19795680" cy="53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{{exp_5_role}} {{exp_5_company}}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{{exp_5_dates}}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{{exp_5_bullets_block}}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900000" y="-180000"/>
            <a:ext cx="1997892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1800000" y="1440000"/>
            <a:ext cx="181785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2026-03-05T21:59:08Z</dcterms:modified>
  <cp:revision>24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