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 Bold"/>
    </p:embeddedFont>
    <p:embeddedFont>
      <p:font typeface="Proxima Nova"/>
      <p:regular r:id="rId4"/>
      <p:bold r:id="rId4"/>
    </p:embeddedFont>
    <p:embeddedFont>
      <p:font typeface="Proxima nova"/>
      <p:regular r:id="rId4"/>
    </p:embeddedFont>
    <p:embeddedFont>
      <p:font typeface="Garet"/>
      <p:regular r:id="rId5"/>
      <p:bold r:id="rId5"/>
    </p:embeddedFont>
    <p:embeddedFont>
      <p:font typeface="Microsoft YaHei"/>
      <p:regular r:id="rId6"/>
    </p:embeddedFont>
    <p:embeddedFont>
      <p:font typeface="Poppins Bold"/>
    </p:embeddedFont>
    <p:embeddedFont>
      <p:font typeface="Montserrat"/>
      <p:regular r:id="rId7"/>
      <p:bold r:id="rId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roxima_Nova_Regular.fntdata"/><Relationship Id="rId5" Type="http://schemas.openxmlformats.org/officeDocument/2006/relationships/font" Target="fonts/Font_2_Garet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Montserrat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600" cy="11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94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94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09335E-B815-49AC-B997-692FF063D5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600" cy="11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1280" cy="6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1280" cy="39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2720" cy="6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2720" cy="39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AA3A6D-8F37-406D-8CF7-8DA5F72D7A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600" cy="11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CF9FD0-9635-48C1-AF96-06E42A7C69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D62AFA-5FFB-4475-9009-6AB417B8D2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9160" cy="11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2640" cy="58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9160" cy="468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384C84-F01E-4C8B-AC6F-8A1AAB8D24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740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7400" cy="410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7400" cy="79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676BD2-133D-4A27-B7FD-9DB82BC53E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3400" cy="146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732805-6128-4717-AE9D-901518DF6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600" cy="11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60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39B987-8613-4250-80FD-091309DF0A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8400" cy="584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0920" cy="584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04E1FB-AD42-42EB-BBDF-CA4C7AA922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600" cy="11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60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DA8FA5-8E07-4FA5-8FCC-C3383F3B25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3400" cy="13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3400" cy="149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3D2254-9ED5-4D84-8A50-131A262A55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3"/>
          <p:cNvSpPr/>
          <p:nvPr/>
        </p:nvSpPr>
        <p:spPr>
          <a:xfrm>
            <a:off x="8971920" y="2844000"/>
            <a:ext cx="33354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PERFIL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8"/>
          <p:cNvSpPr/>
          <p:nvPr/>
        </p:nvSpPr>
        <p:spPr>
          <a:xfrm>
            <a:off x="986400" y="3580560"/>
            <a:ext cx="1917576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685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{{about}}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14"/>
          <p:cNvSpPr/>
          <p:nvPr/>
        </p:nvSpPr>
        <p:spPr>
          <a:xfrm>
            <a:off x="7299720" y="5302440"/>
            <a:ext cx="667980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EXPERIENCIA LABORAL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18"/>
          <p:cNvGrpSpPr/>
          <p:nvPr/>
        </p:nvGrpSpPr>
        <p:grpSpPr>
          <a:xfrm>
            <a:off x="1157040" y="3539160"/>
            <a:ext cx="19176120" cy="18000"/>
            <a:chOff x="1157040" y="3539160"/>
            <a:chExt cx="19176120" cy="18000"/>
          </a:xfrm>
        </p:grpSpPr>
        <p:sp>
          <p:nvSpPr>
            <p:cNvPr id="63" name="Freeform 19"/>
            <p:cNvSpPr/>
            <p:nvPr/>
          </p:nvSpPr>
          <p:spPr>
            <a:xfrm>
              <a:off x="1157040" y="3539160"/>
              <a:ext cx="19176120" cy="18000"/>
            </a:xfrm>
            <a:custGeom>
              <a:avLst/>
              <a:gdLst>
                <a:gd name="textAreaLeft" fmla="*/ 0 w 19176120"/>
                <a:gd name="textAreaRight" fmla="*/ 19185120 w 19176120"/>
                <a:gd name="textAreaTop" fmla="*/ 0 h 18000"/>
                <a:gd name="textAreaBottom" fmla="*/ 27000 h 1800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oup 20"/>
          <p:cNvGrpSpPr/>
          <p:nvPr/>
        </p:nvGrpSpPr>
        <p:grpSpPr>
          <a:xfrm>
            <a:off x="978480" y="5942160"/>
            <a:ext cx="19176120" cy="18000"/>
            <a:chOff x="978480" y="5942160"/>
            <a:chExt cx="19176120" cy="18000"/>
          </a:xfrm>
        </p:grpSpPr>
        <p:sp>
          <p:nvSpPr>
            <p:cNvPr id="65" name="Freeform 21"/>
            <p:cNvSpPr/>
            <p:nvPr/>
          </p:nvSpPr>
          <p:spPr>
            <a:xfrm>
              <a:off x="978480" y="5942160"/>
              <a:ext cx="19176120" cy="18000"/>
            </a:xfrm>
            <a:custGeom>
              <a:avLst/>
              <a:gdLst>
                <a:gd name="textAreaLeft" fmla="*/ 0 w 19176120"/>
                <a:gd name="textAreaRight" fmla="*/ 19185120 w 19176120"/>
                <a:gd name="textAreaTop" fmla="*/ 0 h 18000"/>
                <a:gd name="textAreaBottom" fmla="*/ 27000 h 1800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TextBox 16"/>
          <p:cNvSpPr/>
          <p:nvPr/>
        </p:nvSpPr>
        <p:spPr>
          <a:xfrm>
            <a:off x="900000" y="6019560"/>
            <a:ext cx="19794600" cy="53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{{exp_1_role}} {{exp_1_company}}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{{exp_1_dates}}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{{exp_1_bullets_block}}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{{exp_2_role}} {{exp_2_company}}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{{exp_2_dates}}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{{exp_2_bullets_block}}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{{exp_3_role}} {{exp_3_company}}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{{exp_3_dates}}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{{exp_3_bullets_block}}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{{exp_4_role}} {{exp_4_company}}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{{exp_4_dates}}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{{exp_4_bullets_block}}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{{exp_5_role}} {{exp_5_company}}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{{exp_5_dates}}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icrosoft YaHei"/>
              </a:rPr>
              <a:t>   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"/>
              </a:rPr>
              <a:t>{{exp_5_bullets_block}}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00000" y="-324000"/>
            <a:ext cx="19977840" cy="17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504"/>
              </a:lnSpc>
            </a:pPr>
            <a:r>
              <a:rPr lang="en-US" sz="80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{{name}}</a:t>
            </a:r>
            <a:endParaRPr lang="es-AR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7"/>
          <p:cNvSpPr/>
          <p:nvPr/>
        </p:nvSpPr>
        <p:spPr>
          <a:xfrm>
            <a:off x="1800000" y="1044000"/>
            <a:ext cx="1817748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{{title}}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{{contact_phone}} | {{contact_email}} | {{contact_location}}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3420360" y="22605120"/>
            <a:ext cx="1393884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1093680" y="18520560"/>
            <a:ext cx="149886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{{edu_1_school}}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1229400" y="23343120"/>
            <a:ext cx="19645920" cy="33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{{it_1}}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{{it_2}}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{{it_3}}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132920" y="19034280"/>
            <a:ext cx="149493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15835680" y="18520560"/>
            <a:ext cx="44359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roup 22"/>
          <p:cNvGrpSpPr/>
          <p:nvPr/>
        </p:nvGrpSpPr>
        <p:grpSpPr>
          <a:xfrm>
            <a:off x="1093680" y="18434880"/>
            <a:ext cx="19178280" cy="20160"/>
            <a:chOff x="1093680" y="18434880"/>
            <a:chExt cx="19178280" cy="20160"/>
          </a:xfrm>
        </p:grpSpPr>
        <p:sp>
          <p:nvSpPr>
            <p:cNvPr id="75" name="Freeform 23"/>
            <p:cNvSpPr/>
            <p:nvPr/>
          </p:nvSpPr>
          <p:spPr>
            <a:xfrm>
              <a:off x="1093680" y="18434880"/>
              <a:ext cx="19178280" cy="20160"/>
            </a:xfrm>
            <a:custGeom>
              <a:avLst/>
              <a:gdLst>
                <a:gd name="textAreaLeft" fmla="*/ 0 w 19178280"/>
                <a:gd name="textAreaRight" fmla="*/ 19185120 w 19178280"/>
                <a:gd name="textAreaTop" fmla="*/ 0 h 20160"/>
                <a:gd name="textAreaBottom" fmla="*/ 27000 h 201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roup 24"/>
          <p:cNvGrpSpPr/>
          <p:nvPr/>
        </p:nvGrpSpPr>
        <p:grpSpPr>
          <a:xfrm>
            <a:off x="1080000" y="20804760"/>
            <a:ext cx="19178280" cy="20160"/>
            <a:chOff x="1080000" y="20804760"/>
            <a:chExt cx="19178280" cy="20160"/>
          </a:xfrm>
        </p:grpSpPr>
        <p:sp>
          <p:nvSpPr>
            <p:cNvPr id="77" name="Freeform 25"/>
            <p:cNvSpPr/>
            <p:nvPr/>
          </p:nvSpPr>
          <p:spPr>
            <a:xfrm>
              <a:off x="1080000" y="20804760"/>
              <a:ext cx="19178280" cy="20160"/>
            </a:xfrm>
            <a:custGeom>
              <a:avLst/>
              <a:gdLst>
                <a:gd name="textAreaLeft" fmla="*/ 0 w 19178280"/>
                <a:gd name="textAreaRight" fmla="*/ 19185120 w 19178280"/>
                <a:gd name="textAreaTop" fmla="*/ 0 h 20160"/>
                <a:gd name="textAreaBottom" fmla="*/ 27000 h 201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26"/>
          <p:cNvGrpSpPr/>
          <p:nvPr/>
        </p:nvGrpSpPr>
        <p:grpSpPr>
          <a:xfrm>
            <a:off x="1080360" y="23317200"/>
            <a:ext cx="19178280" cy="20160"/>
            <a:chOff x="1080360" y="23317200"/>
            <a:chExt cx="19178280" cy="20160"/>
          </a:xfrm>
        </p:grpSpPr>
        <p:sp>
          <p:nvSpPr>
            <p:cNvPr id="79" name="Freeform 27"/>
            <p:cNvSpPr/>
            <p:nvPr/>
          </p:nvSpPr>
          <p:spPr>
            <a:xfrm>
              <a:off x="1080360" y="23317200"/>
              <a:ext cx="19178280" cy="20160"/>
            </a:xfrm>
            <a:custGeom>
              <a:avLst/>
              <a:gdLst>
                <a:gd name="textAreaLeft" fmla="*/ 0 w 19178280"/>
                <a:gd name="textAreaRight" fmla="*/ 19185120 w 19178280"/>
                <a:gd name="textAreaTop" fmla="*/ 0 h 20160"/>
                <a:gd name="textAreaBottom" fmla="*/ 27000 h 201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31"/>
          <p:cNvSpPr/>
          <p:nvPr/>
        </p:nvSpPr>
        <p:spPr>
          <a:xfrm>
            <a:off x="1080360" y="19383120"/>
            <a:ext cx="151819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{{edu_2_school}}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2"/>
          <p:cNvSpPr/>
          <p:nvPr/>
        </p:nvSpPr>
        <p:spPr>
          <a:xfrm>
            <a:off x="1119240" y="19476000"/>
            <a:ext cx="1496268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3"/>
          <p:cNvSpPr/>
          <p:nvPr/>
        </p:nvSpPr>
        <p:spPr>
          <a:xfrm>
            <a:off x="15359400" y="19383120"/>
            <a:ext cx="4898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0"/>
          <p:cNvSpPr/>
          <p:nvPr/>
        </p:nvSpPr>
        <p:spPr>
          <a:xfrm>
            <a:off x="3537000" y="22502880"/>
            <a:ext cx="1393884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061640" y="20809800"/>
            <a:ext cx="19093680" cy="19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{{curso_4}}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1017360" y="27192600"/>
            <a:ext cx="19359360" cy="27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{{skill_4}}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{{skill_5}}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oup 1"/>
          <p:cNvGrpSpPr/>
          <p:nvPr/>
        </p:nvGrpSpPr>
        <p:grpSpPr>
          <a:xfrm>
            <a:off x="914400" y="27167760"/>
            <a:ext cx="19178280" cy="20160"/>
            <a:chOff x="914400" y="27167760"/>
            <a:chExt cx="19178280" cy="20160"/>
          </a:xfrm>
        </p:grpSpPr>
        <p:sp>
          <p:nvSpPr>
            <p:cNvPr id="87" name="Freeform 1"/>
            <p:cNvSpPr/>
            <p:nvPr/>
          </p:nvSpPr>
          <p:spPr>
            <a:xfrm>
              <a:off x="914400" y="27167760"/>
              <a:ext cx="19178280" cy="20160"/>
            </a:xfrm>
            <a:custGeom>
              <a:avLst/>
              <a:gdLst>
                <a:gd name="textAreaLeft" fmla="*/ 0 w 19178280"/>
                <a:gd name="textAreaRight" fmla="*/ 19185120 w 19178280"/>
                <a:gd name="textAreaTop" fmla="*/ 0 h 20160"/>
                <a:gd name="textAreaBottom" fmla="*/ 27000 h 2016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" name=""/>
          <p:cNvSpPr/>
          <p:nvPr/>
        </p:nvSpPr>
        <p:spPr>
          <a:xfrm>
            <a:off x="7305120" y="22732920"/>
            <a:ext cx="71802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IDIOMAS E INFORMATICA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449480" y="26513280"/>
            <a:ext cx="71802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COMPETENCIAS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305480" y="20249280"/>
            <a:ext cx="71802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CERTIFICACIONES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305840" y="17873640"/>
            <a:ext cx="71802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EDUCACIÓN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DAG9kRgokg4</dc:identifier>
  <dc:language>es-AR</dc:language>
  <cp:lastModifiedBy/>
  <dcterms:modified xsi:type="dcterms:W3CDTF">2026-03-09T19:58:25Z</dcterms:modified>
  <cp:revision>27</cp:revision>
  <dc:subject/>
  <dc:title>Plantilla_oficial_9.pptx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