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 Bold"/>
    </p:embeddedFont>
    <p:embeddedFont>
      <p:font typeface="Proxima Nova"/>
      <p:regular r:id="rId4"/>
      <p:bold r:id="rId4"/>
    </p:embeddedFont>
    <p:embeddedFont>
      <p:font typeface="Poppins Bold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B43D45-3B54-4939-BACB-8761FF749A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AFBDA2-BA63-479B-AE7E-2E14DA7E3A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19ACCC-27AC-473A-A774-6083BF3968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65A8EF-300D-45C6-9225-F90E184CCE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17A182-C115-4701-A54E-F326009CC5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56B438-26CE-4170-89C8-D882E2C7FC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F02C13-AE7C-49A4-B28E-C4B3B8399F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4B5A63-87FE-4530-B8C6-B9A317D98C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DAF1E9A-3902-4E7B-B796-A182923F8D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02544A-D3C2-4919-9751-53A68784FE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597D02-7816-41BC-A4C6-EB238E362D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3"/>
          <p:cNvSpPr/>
          <p:nvPr/>
        </p:nvSpPr>
        <p:spPr>
          <a:xfrm>
            <a:off x="8971920" y="3600000"/>
            <a:ext cx="33379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8"/>
          <p:cNvSpPr/>
          <p:nvPr/>
        </p:nvSpPr>
        <p:spPr>
          <a:xfrm>
            <a:off x="986400" y="4336560"/>
            <a:ext cx="19178280" cy="4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685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4"/>
          <p:cNvSpPr/>
          <p:nvPr/>
        </p:nvSpPr>
        <p:spPr>
          <a:xfrm>
            <a:off x="7299720" y="6382440"/>
            <a:ext cx="668232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18"/>
          <p:cNvGrpSpPr/>
          <p:nvPr/>
        </p:nvGrpSpPr>
        <p:grpSpPr>
          <a:xfrm>
            <a:off x="1157040" y="4295160"/>
            <a:ext cx="19178640" cy="20520"/>
            <a:chOff x="1157040" y="4295160"/>
            <a:chExt cx="19178640" cy="20520"/>
          </a:xfrm>
        </p:grpSpPr>
        <p:sp>
          <p:nvSpPr>
            <p:cNvPr id="63" name="Freeform 19"/>
            <p:cNvSpPr/>
            <p:nvPr/>
          </p:nvSpPr>
          <p:spPr>
            <a:xfrm>
              <a:off x="1157040" y="42951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0"/>
          <p:cNvGrpSpPr/>
          <p:nvPr/>
        </p:nvGrpSpPr>
        <p:grpSpPr>
          <a:xfrm>
            <a:off x="978480" y="7022160"/>
            <a:ext cx="19178640" cy="20520"/>
            <a:chOff x="978480" y="7022160"/>
            <a:chExt cx="19178640" cy="20520"/>
          </a:xfrm>
        </p:grpSpPr>
        <p:sp>
          <p:nvSpPr>
            <p:cNvPr id="65" name="Freeform 21"/>
            <p:cNvSpPr/>
            <p:nvPr/>
          </p:nvSpPr>
          <p:spPr>
            <a:xfrm>
              <a:off x="978480" y="7022160"/>
              <a:ext cx="19178640" cy="20520"/>
            </a:xfrm>
            <a:custGeom>
              <a:avLst/>
              <a:gdLst>
                <a:gd name="textAreaLeft" fmla="*/ 0 w 19178640"/>
                <a:gd name="textAreaRight" fmla="*/ 19185120 w 19178640"/>
                <a:gd name="textAreaTop" fmla="*/ 0 h 20520"/>
                <a:gd name="textAreaBottom" fmla="*/ 27000 h 2052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4"/>
          <p:cNvSpPr/>
          <p:nvPr/>
        </p:nvSpPr>
        <p:spPr>
          <a:xfrm>
            <a:off x="3696480" y="1892052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"/>
          <p:cNvSpPr/>
          <p:nvPr/>
        </p:nvSpPr>
        <p:spPr>
          <a:xfrm>
            <a:off x="3600000" y="275400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INFORMACIÓN ADICIONAL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6"/>
          <p:cNvSpPr/>
          <p:nvPr/>
        </p:nvSpPr>
        <p:spPr>
          <a:xfrm>
            <a:off x="3876480" y="228618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1093320" y="19762200"/>
            <a:ext cx="1498860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1049040" y="28440000"/>
            <a:ext cx="1964592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079640" y="26059680"/>
            <a:ext cx="1935936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17680680" y="19762200"/>
            <a:ext cx="25905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22"/>
          <p:cNvGrpSpPr/>
          <p:nvPr/>
        </p:nvGrpSpPr>
        <p:grpSpPr>
          <a:xfrm>
            <a:off x="1092960" y="19640520"/>
            <a:ext cx="19178280" cy="20160"/>
            <a:chOff x="1092960" y="19640520"/>
            <a:chExt cx="19178280" cy="20160"/>
          </a:xfrm>
        </p:grpSpPr>
        <p:sp>
          <p:nvSpPr>
            <p:cNvPr id="74" name="Freeform 23"/>
            <p:cNvSpPr/>
            <p:nvPr/>
          </p:nvSpPr>
          <p:spPr>
            <a:xfrm>
              <a:off x="1092960" y="1964052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24"/>
          <p:cNvGrpSpPr/>
          <p:nvPr/>
        </p:nvGrpSpPr>
        <p:grpSpPr>
          <a:xfrm>
            <a:off x="1080000" y="23555880"/>
            <a:ext cx="19178280" cy="20160"/>
            <a:chOff x="1080000" y="23555880"/>
            <a:chExt cx="19178280" cy="20160"/>
          </a:xfrm>
        </p:grpSpPr>
        <p:sp>
          <p:nvSpPr>
            <p:cNvPr id="76" name="Freeform 25"/>
            <p:cNvSpPr/>
            <p:nvPr/>
          </p:nvSpPr>
          <p:spPr>
            <a:xfrm>
              <a:off x="1080000" y="235558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26"/>
          <p:cNvGrpSpPr/>
          <p:nvPr/>
        </p:nvGrpSpPr>
        <p:grpSpPr>
          <a:xfrm>
            <a:off x="900000" y="28234080"/>
            <a:ext cx="19178280" cy="20160"/>
            <a:chOff x="900000" y="28234080"/>
            <a:chExt cx="19178280" cy="20160"/>
          </a:xfrm>
        </p:grpSpPr>
        <p:sp>
          <p:nvSpPr>
            <p:cNvPr id="78" name="Freeform 27"/>
            <p:cNvSpPr/>
            <p:nvPr/>
          </p:nvSpPr>
          <p:spPr>
            <a:xfrm>
              <a:off x="900000" y="282340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31"/>
          <p:cNvSpPr/>
          <p:nvPr/>
        </p:nvSpPr>
        <p:spPr>
          <a:xfrm>
            <a:off x="1080000" y="21393720"/>
            <a:ext cx="15181920" cy="11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3"/>
          <p:cNvSpPr/>
          <p:nvPr/>
        </p:nvSpPr>
        <p:spPr>
          <a:xfrm>
            <a:off x="17568720" y="21393720"/>
            <a:ext cx="26892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6"/>
          <p:cNvSpPr/>
          <p:nvPr/>
        </p:nvSpPr>
        <p:spPr>
          <a:xfrm>
            <a:off x="3779640" y="25200000"/>
            <a:ext cx="1393884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1"/>
          <p:cNvGrpSpPr/>
          <p:nvPr/>
        </p:nvGrpSpPr>
        <p:grpSpPr>
          <a:xfrm>
            <a:off x="976680" y="25894080"/>
            <a:ext cx="19178280" cy="20160"/>
            <a:chOff x="976680" y="25894080"/>
            <a:chExt cx="19178280" cy="20160"/>
          </a:xfrm>
        </p:grpSpPr>
        <p:sp>
          <p:nvSpPr>
            <p:cNvPr id="83" name="Freeform 1"/>
            <p:cNvSpPr/>
            <p:nvPr/>
          </p:nvSpPr>
          <p:spPr>
            <a:xfrm>
              <a:off x="976680" y="25894080"/>
              <a:ext cx="19178280" cy="20160"/>
            </a:xfrm>
            <a:custGeom>
              <a:avLst/>
              <a:gdLst>
                <a:gd name="textAreaLeft" fmla="*/ 0 w 19178280"/>
                <a:gd name="textAreaRight" fmla="*/ 19185120 w 1917828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/>
          <p:nvPr/>
        </p:nvSpPr>
        <p:spPr>
          <a:xfrm>
            <a:off x="1080000" y="23742360"/>
            <a:ext cx="19093680" cy="12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900000" y="6535440"/>
            <a:ext cx="19797120" cy="534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19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{{exp_1_role}} {{exp_1_company}}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{{exp_1_dates}}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{{exp_2_role}} {{exp_2_company}}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{{exp_2_dates}}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{{exp_3_role}} {{exp_3_company}}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{{exp_3_dates}}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{{exp_4_role}} {{exp_4_company}}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{{exp_4_dates}}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{{exp_5_role}} {{exp_5_company}}  </a:t>
            </a:r>
            <a:r>
              <a:rPr lang="en-US" sz="2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oppins Bold"/>
              </a:rPr>
              <a:t>{{exp_5_dates}}</a:t>
            </a: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icrosoft YaHei"/>
              </a:rPr>
              <a:t>    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"/>
              </a:rPr>
              <a:t>{{exp_5_bullets_block}}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3600000" y="-180000"/>
            <a:ext cx="1490400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965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9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7"/>
          <p:cNvSpPr/>
          <p:nvPr/>
        </p:nvSpPr>
        <p:spPr>
          <a:xfrm>
            <a:off x="1800000" y="1440000"/>
            <a:ext cx="18180000" cy="16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6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2026-02-27T12:44:21Z</dcterms:modified>
  <cp:revision>20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