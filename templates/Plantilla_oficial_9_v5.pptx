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08D52B-DCFB-4E99-A67E-1C4158CD44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01BCCE-B203-4D23-8B9C-588CF94D23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27E4DB-B88E-44D1-93D1-63474EA64C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CC7C6D-4596-40AC-ADF3-B14252EE9F4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C62190-5CBE-45C2-BA46-7B31E9B7F4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9D98CB-F389-4C9D-882B-BE1808ACCA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69C641F-4F51-4FED-8623-BA1DFAF8FD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8B7CE6-A8D1-433E-9EC6-C5F4073DD3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C577A6-7D32-4B57-8794-A9990BA770F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73004D-2C88-4507-9E19-5085A8EDAE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EA92B2B-BD1B-412E-9839-A3629DC5DA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600000"/>
            <a:ext cx="3337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336560"/>
            <a:ext cx="1917792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685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6382440"/>
            <a:ext cx="66819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157040" y="4295160"/>
            <a:ext cx="19178280" cy="20160"/>
            <a:chOff x="1157040" y="4295160"/>
            <a:chExt cx="19178280" cy="20160"/>
          </a:xfrm>
        </p:grpSpPr>
        <p:sp>
          <p:nvSpPr>
            <p:cNvPr id="63" name="Freeform 19"/>
            <p:cNvSpPr/>
            <p:nvPr/>
          </p:nvSpPr>
          <p:spPr>
            <a:xfrm>
              <a:off x="1157040" y="42951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8480" y="7022160"/>
            <a:ext cx="19178280" cy="20160"/>
            <a:chOff x="978480" y="7022160"/>
            <a:chExt cx="19178280" cy="20160"/>
          </a:xfrm>
        </p:grpSpPr>
        <p:sp>
          <p:nvSpPr>
            <p:cNvPr id="65" name="Freeform 21"/>
            <p:cNvSpPr/>
            <p:nvPr/>
          </p:nvSpPr>
          <p:spPr>
            <a:xfrm>
              <a:off x="978480" y="702216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4"/>
          <p:cNvSpPr/>
          <p:nvPr/>
        </p:nvSpPr>
        <p:spPr>
          <a:xfrm>
            <a:off x="3696480" y="1892052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"/>
          <p:cNvSpPr/>
          <p:nvPr/>
        </p:nvSpPr>
        <p:spPr>
          <a:xfrm>
            <a:off x="3600000" y="2754000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6"/>
          <p:cNvSpPr/>
          <p:nvPr/>
        </p:nvSpPr>
        <p:spPr>
          <a:xfrm>
            <a:off x="3876480" y="2286180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093320" y="19762200"/>
            <a:ext cx="1498824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49040" y="28440000"/>
            <a:ext cx="196455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079640" y="26059680"/>
            <a:ext cx="193590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17680680" y="19762200"/>
            <a:ext cx="2590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2"/>
          <p:cNvGrpSpPr/>
          <p:nvPr/>
        </p:nvGrpSpPr>
        <p:grpSpPr>
          <a:xfrm>
            <a:off x="1092960" y="19640520"/>
            <a:ext cx="19177920" cy="19800"/>
            <a:chOff x="1092960" y="19640520"/>
            <a:chExt cx="19177920" cy="19800"/>
          </a:xfrm>
        </p:grpSpPr>
        <p:sp>
          <p:nvSpPr>
            <p:cNvPr id="74" name="Freeform 23"/>
            <p:cNvSpPr/>
            <p:nvPr/>
          </p:nvSpPr>
          <p:spPr>
            <a:xfrm>
              <a:off x="1092960" y="1964052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4"/>
          <p:cNvGrpSpPr/>
          <p:nvPr/>
        </p:nvGrpSpPr>
        <p:grpSpPr>
          <a:xfrm>
            <a:off x="1080000" y="23555880"/>
            <a:ext cx="19177920" cy="19800"/>
            <a:chOff x="1080000" y="23555880"/>
            <a:chExt cx="19177920" cy="19800"/>
          </a:xfrm>
        </p:grpSpPr>
        <p:sp>
          <p:nvSpPr>
            <p:cNvPr id="76" name="Freeform 25"/>
            <p:cNvSpPr/>
            <p:nvPr/>
          </p:nvSpPr>
          <p:spPr>
            <a:xfrm>
              <a:off x="1080000" y="2355588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6"/>
          <p:cNvGrpSpPr/>
          <p:nvPr/>
        </p:nvGrpSpPr>
        <p:grpSpPr>
          <a:xfrm>
            <a:off x="900000" y="28234080"/>
            <a:ext cx="19177920" cy="19800"/>
            <a:chOff x="900000" y="28234080"/>
            <a:chExt cx="19177920" cy="19800"/>
          </a:xfrm>
        </p:grpSpPr>
        <p:sp>
          <p:nvSpPr>
            <p:cNvPr id="78" name="Freeform 27"/>
            <p:cNvSpPr/>
            <p:nvPr/>
          </p:nvSpPr>
          <p:spPr>
            <a:xfrm>
              <a:off x="900000" y="2823408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1080000" y="21393720"/>
            <a:ext cx="1518156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7568720" y="21393720"/>
            <a:ext cx="26888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6"/>
          <p:cNvSpPr/>
          <p:nvPr/>
        </p:nvSpPr>
        <p:spPr>
          <a:xfrm>
            <a:off x="3779640" y="25200000"/>
            <a:ext cx="139384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976680" y="25894080"/>
            <a:ext cx="19177920" cy="19800"/>
            <a:chOff x="976680" y="25894080"/>
            <a:chExt cx="19177920" cy="19800"/>
          </a:xfrm>
        </p:grpSpPr>
        <p:sp>
          <p:nvSpPr>
            <p:cNvPr id="83" name="Freeform 1"/>
            <p:cNvSpPr/>
            <p:nvPr/>
          </p:nvSpPr>
          <p:spPr>
            <a:xfrm>
              <a:off x="976680" y="25894080"/>
              <a:ext cx="19177920" cy="19800"/>
            </a:xfrm>
            <a:custGeom>
              <a:avLst/>
              <a:gdLst>
                <a:gd name="textAreaLeft" fmla="*/ 0 w 19177920"/>
                <a:gd name="textAreaRight" fmla="*/ 19185120 w 19177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>
            <a:off x="1080000" y="23742360"/>
            <a:ext cx="19093320" cy="12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900000" y="6535440"/>
            <a:ext cx="19796760" cy="53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900000" y="-180000"/>
            <a:ext cx="19980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79640" cy="16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2026-03-01T23:00:32Z</dcterms:modified>
  <cp:revision>21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