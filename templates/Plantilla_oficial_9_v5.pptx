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roxima Nova"/>
      <p:regular r:id="rId4"/>
      <p:bold r:id="rId4"/>
    </p:embeddedFont>
    <p:embeddedFont>
      <p:font typeface="Poppins Bold"/>
    </p:embeddedFont>
    <p:embeddedFont>
      <p:font typeface="Proxima Nova Bold"/>
    </p:embeddedFont>
    <p:embeddedFont>
      <p:font typeface="Microsoft YaHei"/>
      <p:regular r:id="rId5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roxima_Nova_Regular.fntdata"/><Relationship Id="rId5" Type="http://schemas.openxmlformats.org/officeDocument/2006/relationships/font" Target="fonts/Font_2_Microsoft_YaHei_Regular.fntdata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7400" cy="452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7400" cy="452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9146C34-7499-4B1B-B271-1F5F0E7D598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200" cy="638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200" cy="39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0640" cy="638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0640" cy="39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7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8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766CF00-439A-4736-8A45-1A002C17B40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CE1B4D6-6377-4327-905C-EA1C516189A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79C6952-0372-400F-91F3-9FA15A24C3B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080" cy="116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0560" cy="585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080" cy="469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0FB3677-8A5F-478F-88CD-86E854EF37D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5320" cy="56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5320" cy="80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0468B39-1CEF-48D8-8F05-2D3B5AC6EC7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1320" cy="14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FDEDA5D-E104-40AC-8EBA-FF0C80C74BB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1743249-1F67-48C5-BCDA-08D0A57756E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6320" cy="585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8840" cy="585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D1ACD9C-362B-4617-8548-4BFD52AD042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7D66027-37D0-4A09-846B-C2F2056DDD1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1320" cy="136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1320" cy="1499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1AC2085-772B-4FD4-8B89-BDF872EAE75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2"/>
          <p:cNvSpPr/>
          <p:nvPr/>
        </p:nvSpPr>
        <p:spPr>
          <a:xfrm>
            <a:off x="3657600" y="0"/>
            <a:ext cx="14649120" cy="171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3504"/>
              </a:lnSpc>
            </a:pPr>
            <a:r>
              <a:rPr lang="en-US" sz="965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{{name}}</a:t>
            </a:r>
            <a:endParaRPr lang="es-AR" sz="9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3"/>
          <p:cNvSpPr/>
          <p:nvPr/>
        </p:nvSpPr>
        <p:spPr>
          <a:xfrm>
            <a:off x="8984160" y="4058640"/>
            <a:ext cx="334332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PERFIL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4"/>
          <p:cNvSpPr/>
          <p:nvPr/>
        </p:nvSpPr>
        <p:spPr>
          <a:xfrm>
            <a:off x="3656520" y="17500320"/>
            <a:ext cx="1394460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EDUCACIÓN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5"/>
          <p:cNvSpPr/>
          <p:nvPr/>
        </p:nvSpPr>
        <p:spPr>
          <a:xfrm>
            <a:off x="3735360" y="26876880"/>
            <a:ext cx="1394460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INFORMACIÓN ADICIONAL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6"/>
          <p:cNvSpPr/>
          <p:nvPr/>
        </p:nvSpPr>
        <p:spPr>
          <a:xfrm>
            <a:off x="4163400" y="22287600"/>
            <a:ext cx="1394460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CERTIFICACIONES Y COMPETENCIAS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7"/>
          <p:cNvSpPr/>
          <p:nvPr/>
        </p:nvSpPr>
        <p:spPr>
          <a:xfrm>
            <a:off x="7004160" y="1936800"/>
            <a:ext cx="725220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+{{contact_phone}}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{{contact_location}}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{{contact_email}}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8"/>
          <p:cNvSpPr/>
          <p:nvPr/>
        </p:nvSpPr>
        <p:spPr>
          <a:xfrm>
            <a:off x="998640" y="5348160"/>
            <a:ext cx="1918368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{{about}}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9"/>
          <p:cNvSpPr/>
          <p:nvPr/>
        </p:nvSpPr>
        <p:spPr>
          <a:xfrm>
            <a:off x="1036800" y="19005480"/>
            <a:ext cx="1621512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{{edu_1_school}}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10"/>
          <p:cNvSpPr/>
          <p:nvPr/>
        </p:nvSpPr>
        <p:spPr>
          <a:xfrm>
            <a:off x="803160" y="27900000"/>
            <a:ext cx="1965168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360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marL="360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marL="360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</p:txBody>
      </p:sp>
      <p:sp>
        <p:nvSpPr>
          <p:cNvPr id="68" name="TextBox 11"/>
          <p:cNvSpPr/>
          <p:nvPr/>
        </p:nvSpPr>
        <p:spPr>
          <a:xfrm>
            <a:off x="868320" y="23661000"/>
            <a:ext cx="19651680" cy="331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360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marL="360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marL="360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marL="360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marL="360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marL="360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</p:txBody>
      </p:sp>
      <p:sp>
        <p:nvSpPr>
          <p:cNvPr id="69" name="TextBox 12"/>
          <p:cNvSpPr/>
          <p:nvPr/>
        </p:nvSpPr>
        <p:spPr>
          <a:xfrm>
            <a:off x="1076400" y="19734840"/>
            <a:ext cx="1617552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{{edu_1_degree}}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3"/>
          <p:cNvSpPr/>
          <p:nvPr/>
        </p:nvSpPr>
        <p:spPr>
          <a:xfrm>
            <a:off x="14912280" y="19005480"/>
            <a:ext cx="530820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4"/>
          <p:cNvSpPr/>
          <p:nvPr/>
        </p:nvSpPr>
        <p:spPr>
          <a:xfrm>
            <a:off x="7393320" y="7827480"/>
            <a:ext cx="668772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EXPERIENCIA LABORAL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5"/>
          <p:cNvSpPr/>
          <p:nvPr/>
        </p:nvSpPr>
        <p:spPr>
          <a:xfrm>
            <a:off x="1120680" y="9180000"/>
            <a:ext cx="9736200" cy="48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796"/>
              </a:lnSpc>
            </a:pPr>
            <a:r>
              <a:rPr lang="en-US" sz="271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{{exp_1_role}}</a:t>
            </a:r>
            <a:endParaRPr lang="es-AR" sz="27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6"/>
          <p:cNvSpPr/>
          <p:nvPr/>
        </p:nvSpPr>
        <p:spPr>
          <a:xfrm>
            <a:off x="1315440" y="9671400"/>
            <a:ext cx="15964560" cy="14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218960" lvl="2" indent="-406440" algn="just" defTabSz="914400">
              <a:lnSpc>
                <a:spcPts val="3796"/>
              </a:lnSpc>
              <a:buClr>
                <a:srgbClr val="000000"/>
              </a:buClr>
              <a:buFont typeface="Arial"/>
              <a:buChar char="⚬"/>
            </a:pPr>
            <a:r>
              <a:rPr lang="en-US" sz="27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{{exp_1_b1}}</a:t>
            </a:r>
            <a:endParaRPr lang="es-AR" sz="27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18960" lvl="2" indent="-406440" algn="just" defTabSz="914400">
              <a:lnSpc>
                <a:spcPts val="3796"/>
              </a:lnSpc>
              <a:buClr>
                <a:srgbClr val="000000"/>
              </a:buClr>
              <a:buFont typeface="Arial"/>
              <a:buChar char="⚬"/>
            </a:pPr>
            <a:r>
              <a:rPr lang="en-US" sz="27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{{exp_1_b2}}</a:t>
            </a:r>
            <a:endParaRPr lang="es-AR" sz="27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18960" lvl="2" indent="-406440" algn="just" defTabSz="914400">
              <a:lnSpc>
                <a:spcPts val="3796"/>
              </a:lnSpc>
              <a:buClr>
                <a:srgbClr val="000000"/>
              </a:buClr>
              <a:buFont typeface="Arial"/>
              <a:buChar char="⚬"/>
            </a:pPr>
            <a:r>
              <a:rPr lang="en-US" sz="27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{{exp_1_b3}}</a:t>
            </a:r>
            <a:endParaRPr lang="es-AR" sz="27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17"/>
          <p:cNvSpPr/>
          <p:nvPr/>
        </p:nvSpPr>
        <p:spPr>
          <a:xfrm>
            <a:off x="9318600" y="9209880"/>
            <a:ext cx="10773360" cy="46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3637"/>
              </a:lnSpc>
            </a:pPr>
            <a:r>
              <a:rPr lang="en-US" sz="2590" b="1" u="none" strike="noStrike">
                <a:solidFill>
                  <a:srgbClr val="000000"/>
                </a:solidFill>
                <a:effectLst/>
                <a:uFillTx/>
                <a:latin typeface="Poppins Bold"/>
                <a:ea typeface="Poppins Bold"/>
              </a:rPr>
              <a:t>{{exp_1_dates}}</a:t>
            </a:r>
            <a:endParaRPr lang="es-AR" sz="25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5" name="Group 18"/>
          <p:cNvGrpSpPr/>
          <p:nvPr/>
        </p:nvGrpSpPr>
        <p:grpSpPr>
          <a:xfrm>
            <a:off x="1064160" y="5081760"/>
            <a:ext cx="19184040" cy="25920"/>
            <a:chOff x="1064160" y="5081760"/>
            <a:chExt cx="19184040" cy="25920"/>
          </a:xfrm>
        </p:grpSpPr>
        <p:sp>
          <p:nvSpPr>
            <p:cNvPr id="76" name="Freeform 19"/>
            <p:cNvSpPr/>
            <p:nvPr/>
          </p:nvSpPr>
          <p:spPr>
            <a:xfrm>
              <a:off x="1064160" y="5081760"/>
              <a:ext cx="19184040" cy="25920"/>
            </a:xfrm>
            <a:custGeom>
              <a:avLst/>
              <a:gdLst>
                <a:gd name="textAreaLeft" fmla="*/ 0 w 19184040"/>
                <a:gd name="textAreaRight" fmla="*/ 19185120 w 19184040"/>
                <a:gd name="textAreaTop" fmla="*/ 0 h 25920"/>
                <a:gd name="textAreaBottom" fmla="*/ 27000 h 259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7" name="Group 20"/>
          <p:cNvGrpSpPr/>
          <p:nvPr/>
        </p:nvGrpSpPr>
        <p:grpSpPr>
          <a:xfrm>
            <a:off x="1080000" y="8794080"/>
            <a:ext cx="19184040" cy="25920"/>
            <a:chOff x="1080000" y="8794080"/>
            <a:chExt cx="19184040" cy="25920"/>
          </a:xfrm>
        </p:grpSpPr>
        <p:sp>
          <p:nvSpPr>
            <p:cNvPr id="78" name="Freeform 21"/>
            <p:cNvSpPr/>
            <p:nvPr/>
          </p:nvSpPr>
          <p:spPr>
            <a:xfrm>
              <a:off x="1080000" y="8794080"/>
              <a:ext cx="19184040" cy="25920"/>
            </a:xfrm>
            <a:custGeom>
              <a:avLst/>
              <a:gdLst>
                <a:gd name="textAreaLeft" fmla="*/ 0 w 19184040"/>
                <a:gd name="textAreaRight" fmla="*/ 19185120 w 19184040"/>
                <a:gd name="textAreaTop" fmla="*/ 0 h 25920"/>
                <a:gd name="textAreaBottom" fmla="*/ 27000 h 259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9" name="Group 22"/>
          <p:cNvGrpSpPr/>
          <p:nvPr/>
        </p:nvGrpSpPr>
        <p:grpSpPr>
          <a:xfrm>
            <a:off x="1036800" y="18523440"/>
            <a:ext cx="19184040" cy="25920"/>
            <a:chOff x="1036800" y="18523440"/>
            <a:chExt cx="19184040" cy="25920"/>
          </a:xfrm>
        </p:grpSpPr>
        <p:sp>
          <p:nvSpPr>
            <p:cNvPr id="80" name="Freeform 23"/>
            <p:cNvSpPr/>
            <p:nvPr/>
          </p:nvSpPr>
          <p:spPr>
            <a:xfrm>
              <a:off x="1036800" y="18523440"/>
              <a:ext cx="19184040" cy="25920"/>
            </a:xfrm>
            <a:custGeom>
              <a:avLst/>
              <a:gdLst>
                <a:gd name="textAreaLeft" fmla="*/ 0 w 19184040"/>
                <a:gd name="textAreaRight" fmla="*/ 19185120 w 19184040"/>
                <a:gd name="textAreaTop" fmla="*/ 0 h 25920"/>
                <a:gd name="textAreaBottom" fmla="*/ 27000 h 259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1" name="Group 24"/>
          <p:cNvGrpSpPr/>
          <p:nvPr/>
        </p:nvGrpSpPr>
        <p:grpSpPr>
          <a:xfrm>
            <a:off x="997560" y="23262480"/>
            <a:ext cx="19184040" cy="25920"/>
            <a:chOff x="997560" y="23262480"/>
            <a:chExt cx="19184040" cy="25920"/>
          </a:xfrm>
        </p:grpSpPr>
        <p:sp>
          <p:nvSpPr>
            <p:cNvPr id="82" name="Freeform 25"/>
            <p:cNvSpPr/>
            <p:nvPr/>
          </p:nvSpPr>
          <p:spPr>
            <a:xfrm>
              <a:off x="997560" y="23262480"/>
              <a:ext cx="19184040" cy="25920"/>
            </a:xfrm>
            <a:custGeom>
              <a:avLst/>
              <a:gdLst>
                <a:gd name="textAreaLeft" fmla="*/ 0 w 19184040"/>
                <a:gd name="textAreaRight" fmla="*/ 19185120 w 19184040"/>
                <a:gd name="textAreaTop" fmla="*/ 0 h 25920"/>
                <a:gd name="textAreaBottom" fmla="*/ 27000 h 259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3" name="Group 26"/>
          <p:cNvGrpSpPr/>
          <p:nvPr/>
        </p:nvGrpSpPr>
        <p:grpSpPr>
          <a:xfrm>
            <a:off x="927000" y="27792360"/>
            <a:ext cx="19184040" cy="25920"/>
            <a:chOff x="927000" y="27792360"/>
            <a:chExt cx="19184040" cy="25920"/>
          </a:xfrm>
        </p:grpSpPr>
        <p:sp>
          <p:nvSpPr>
            <p:cNvPr id="84" name="Freeform 27"/>
            <p:cNvSpPr/>
            <p:nvPr/>
          </p:nvSpPr>
          <p:spPr>
            <a:xfrm>
              <a:off x="927000" y="27792360"/>
              <a:ext cx="19184040" cy="25920"/>
            </a:xfrm>
            <a:custGeom>
              <a:avLst/>
              <a:gdLst>
                <a:gd name="textAreaLeft" fmla="*/ 0 w 19184040"/>
                <a:gd name="textAreaRight" fmla="*/ 19185120 w 19184040"/>
                <a:gd name="textAreaTop" fmla="*/ 0 h 25920"/>
                <a:gd name="textAreaBottom" fmla="*/ 27000 h 259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5" name="TextBox 28"/>
          <p:cNvSpPr/>
          <p:nvPr/>
        </p:nvSpPr>
        <p:spPr>
          <a:xfrm>
            <a:off x="941400" y="11358000"/>
            <a:ext cx="10299960" cy="48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796"/>
              </a:lnSpc>
            </a:pPr>
            <a:r>
              <a:rPr lang="en-US" sz="271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{{exp_2_role}}</a:t>
            </a:r>
            <a:endParaRPr lang="es-AR" sz="27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29"/>
          <p:cNvSpPr/>
          <p:nvPr/>
        </p:nvSpPr>
        <p:spPr>
          <a:xfrm>
            <a:off x="1153080" y="11881080"/>
            <a:ext cx="16126920" cy="14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218960" lvl="2" indent="-406440" algn="just" defTabSz="914400">
              <a:lnSpc>
                <a:spcPts val="3796"/>
              </a:lnSpc>
              <a:buClr>
                <a:srgbClr val="000000"/>
              </a:buClr>
              <a:buFont typeface="Arial"/>
              <a:buChar char="⚬"/>
            </a:pPr>
            <a:r>
              <a:rPr lang="en-US" sz="27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{{exp_2_b1}}</a:t>
            </a:r>
            <a:endParaRPr lang="es-AR" sz="27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18960" lvl="2" indent="-406440" algn="just" defTabSz="914400">
              <a:lnSpc>
                <a:spcPts val="3796"/>
              </a:lnSpc>
              <a:buClr>
                <a:srgbClr val="000000"/>
              </a:buClr>
              <a:buFont typeface="Arial"/>
              <a:buChar char="⚬"/>
            </a:pPr>
            <a:r>
              <a:rPr lang="en-US" sz="27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{{exp_2_b2}}</a:t>
            </a:r>
            <a:endParaRPr lang="es-AR" sz="27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18960" lvl="2" indent="-406440" algn="just" defTabSz="914400">
              <a:lnSpc>
                <a:spcPts val="3796"/>
              </a:lnSpc>
              <a:buClr>
                <a:srgbClr val="000000"/>
              </a:buClr>
              <a:buFont typeface="Arial"/>
              <a:buChar char="⚬"/>
            </a:pPr>
            <a:r>
              <a:rPr lang="en-US" sz="27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{{exp_2_b3}}</a:t>
            </a:r>
            <a:endParaRPr lang="es-AR" sz="27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30"/>
          <p:cNvSpPr/>
          <p:nvPr/>
        </p:nvSpPr>
        <p:spPr>
          <a:xfrm>
            <a:off x="9318600" y="11241360"/>
            <a:ext cx="10773360" cy="46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3637"/>
              </a:lnSpc>
            </a:pPr>
            <a:r>
              <a:rPr lang="en-US" sz="2590" b="1" u="none" strike="noStrike">
                <a:solidFill>
                  <a:srgbClr val="000000"/>
                </a:solidFill>
                <a:effectLst/>
                <a:uFillTx/>
                <a:latin typeface="Poppins Bold"/>
                <a:ea typeface="Poppins Bold"/>
              </a:rPr>
              <a:t>{{exp_2_dates}}</a:t>
            </a:r>
            <a:endParaRPr lang="es-AR" sz="25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31"/>
          <p:cNvSpPr/>
          <p:nvPr/>
        </p:nvSpPr>
        <p:spPr>
          <a:xfrm>
            <a:off x="1023480" y="20637000"/>
            <a:ext cx="153284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{{edu_2_school}}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32"/>
          <p:cNvSpPr/>
          <p:nvPr/>
        </p:nvSpPr>
        <p:spPr>
          <a:xfrm>
            <a:off x="1062720" y="21366720"/>
            <a:ext cx="1582920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{{edu_2_degree}}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33"/>
          <p:cNvSpPr/>
          <p:nvPr/>
        </p:nvSpPr>
        <p:spPr>
          <a:xfrm>
            <a:off x="15272280" y="20637000"/>
            <a:ext cx="49352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34"/>
          <p:cNvSpPr/>
          <p:nvPr/>
        </p:nvSpPr>
        <p:spPr>
          <a:xfrm>
            <a:off x="941400" y="13796280"/>
            <a:ext cx="4599360" cy="48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796"/>
              </a:lnSpc>
            </a:pPr>
            <a:r>
              <a:rPr lang="en-US" sz="271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{{exp_3_role}}</a:t>
            </a:r>
            <a:endParaRPr lang="es-AR" sz="27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35"/>
          <p:cNvSpPr/>
          <p:nvPr/>
        </p:nvSpPr>
        <p:spPr>
          <a:xfrm>
            <a:off x="1153080" y="14319000"/>
            <a:ext cx="20221200" cy="14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218960" lvl="2" indent="-406440" algn="just" defTabSz="914400">
              <a:lnSpc>
                <a:spcPts val="3796"/>
              </a:lnSpc>
              <a:buClr>
                <a:srgbClr val="000000"/>
              </a:buClr>
              <a:buFont typeface="Arial"/>
              <a:buChar char="⚬"/>
            </a:pPr>
            <a:r>
              <a:rPr lang="en-US" sz="27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{{exp_3_b1}}</a:t>
            </a:r>
            <a:endParaRPr lang="es-AR" sz="27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18960" lvl="2" indent="-406440" algn="just" defTabSz="914400">
              <a:lnSpc>
                <a:spcPts val="3796"/>
              </a:lnSpc>
              <a:buClr>
                <a:srgbClr val="000000"/>
              </a:buClr>
              <a:buFont typeface="Arial"/>
              <a:buChar char="⚬"/>
            </a:pPr>
            <a:r>
              <a:rPr lang="en-US" sz="27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{{exp_3_b2}}</a:t>
            </a:r>
            <a:endParaRPr lang="es-AR" sz="27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18960" lvl="2" indent="-406440" algn="just" defTabSz="914400">
              <a:lnSpc>
                <a:spcPts val="3796"/>
              </a:lnSpc>
              <a:buClr>
                <a:srgbClr val="000000"/>
              </a:buClr>
              <a:buFont typeface="Arial"/>
              <a:buChar char="⚬"/>
            </a:pPr>
            <a:r>
              <a:rPr lang="en-US" sz="27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{{exp_3_b3}}</a:t>
            </a:r>
            <a:endParaRPr lang="es-AR" sz="27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36"/>
          <p:cNvSpPr/>
          <p:nvPr/>
        </p:nvSpPr>
        <p:spPr>
          <a:xfrm>
            <a:off x="9318600" y="13857480"/>
            <a:ext cx="10773360" cy="46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3637"/>
              </a:lnSpc>
            </a:pPr>
            <a:r>
              <a:rPr lang="en-US" sz="2590" b="1" u="none" strike="noStrike">
                <a:solidFill>
                  <a:srgbClr val="000000"/>
                </a:solidFill>
                <a:effectLst/>
                <a:uFillTx/>
                <a:latin typeface="Poppins Bold"/>
                <a:ea typeface="Poppins Bold"/>
              </a:rPr>
              <a:t>{{exp_3_dates}}</a:t>
            </a:r>
            <a:endParaRPr lang="es-AR" sz="25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DAG9kRgokg4</dc:identifier>
  <dc:language>es-AR</dc:language>
  <cp:lastModifiedBy/>
  <dcterms:modified xsi:type="dcterms:W3CDTF">2026-01-11T21:16:05Z</dcterms:modified>
  <cp:revision>4</cp:revision>
  <dc:subject/>
  <dc:title>Plantilla_oficial_9.pptx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