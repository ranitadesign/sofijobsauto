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  <p:bold r:id="rId4"/>
    </p:embeddedFont>
    <p:embeddedFont>
      <p:font typeface="Proxima nova"/>
      <p:regular r:id="rId4"/>
    </p:embeddedFont>
    <p:embeddedFont>
      <p:font typeface="Proxima Nova Bold"/>
    </p:embeddedFont>
    <p:embeddedFont>
      <p:font typeface="Microsoft YaHei"/>
      <p:regular r:id="rId5"/>
    </p:embeddedFont>
    <p:embeddedFont>
      <p:font typeface="Poppins Bold"/>
    </p:embeddedFont>
    <p:embeddedFont>
      <p:font typeface="Montserrat"/>
      <p:regular r:id="rId6"/>
      <p:bold r:id="rId6"/>
    </p:embeddedFont>
    <p:embeddedFont>
      <p:font typeface="Gare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4120" cy="146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6ACD80-82FD-42E7-8822-005D744BA7E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320" cy="113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1320" cy="451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27366A5-461D-4E75-8845-77EDFDD448C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9120" cy="584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1640" cy="584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C52A84B-7DA0-4161-AA48-31BC943B23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320" cy="113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1320" cy="451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21D351C-B81F-4CF2-B605-1647A3AA8CD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4120" cy="135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4120" cy="149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BFCC50-B4A7-429D-8219-B9BC77ADD57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320" cy="113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0200" cy="451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0200" cy="451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477D853-1E39-4561-BFD5-B1068E2E05C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320" cy="113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2000" cy="63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2000" cy="394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3440" cy="63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3440" cy="394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C0CA85E-C83A-484C-B98B-C3D2DA0C29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320" cy="113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613CA87-D89C-48BE-8AF1-0434277FE32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722C32D-74F7-4327-8DC8-A27A51F6175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9880" cy="115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336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9880" cy="468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FBD0E06-6363-4CB5-883B-1DE3A353F6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8120" cy="55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8120" cy="4106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8120" cy="79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E553A4-1286-4D87-9652-D5BE043DA76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3"/>
          <p:cNvSpPr/>
          <p:nvPr/>
        </p:nvSpPr>
        <p:spPr>
          <a:xfrm>
            <a:off x="8971920" y="2844000"/>
            <a:ext cx="33361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8"/>
          <p:cNvSpPr/>
          <p:nvPr/>
        </p:nvSpPr>
        <p:spPr>
          <a:xfrm>
            <a:off x="986400" y="3580560"/>
            <a:ext cx="1917648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685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4"/>
          <p:cNvSpPr/>
          <p:nvPr/>
        </p:nvSpPr>
        <p:spPr>
          <a:xfrm>
            <a:off x="7299720" y="5302440"/>
            <a:ext cx="66805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18"/>
          <p:cNvGrpSpPr/>
          <p:nvPr/>
        </p:nvGrpSpPr>
        <p:grpSpPr>
          <a:xfrm>
            <a:off x="1157040" y="3539160"/>
            <a:ext cx="19176840" cy="18720"/>
            <a:chOff x="1157040" y="3539160"/>
            <a:chExt cx="19176840" cy="18720"/>
          </a:xfrm>
        </p:grpSpPr>
        <p:sp>
          <p:nvSpPr>
            <p:cNvPr id="63" name="Freeform 19"/>
            <p:cNvSpPr/>
            <p:nvPr/>
          </p:nvSpPr>
          <p:spPr>
            <a:xfrm>
              <a:off x="1157040" y="3539160"/>
              <a:ext cx="19176840" cy="18720"/>
            </a:xfrm>
            <a:custGeom>
              <a:avLst/>
              <a:gdLst>
                <a:gd name="textAreaLeft" fmla="*/ 0 w 19176840"/>
                <a:gd name="textAreaRight" fmla="*/ 19185120 w 19176840"/>
                <a:gd name="textAreaTop" fmla="*/ 0 h 18720"/>
                <a:gd name="textAreaBottom" fmla="*/ 27000 h 187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20"/>
          <p:cNvGrpSpPr/>
          <p:nvPr/>
        </p:nvGrpSpPr>
        <p:grpSpPr>
          <a:xfrm>
            <a:off x="978480" y="5942160"/>
            <a:ext cx="19176840" cy="18720"/>
            <a:chOff x="978480" y="5942160"/>
            <a:chExt cx="19176840" cy="18720"/>
          </a:xfrm>
        </p:grpSpPr>
        <p:sp>
          <p:nvSpPr>
            <p:cNvPr id="65" name="Freeform 21"/>
            <p:cNvSpPr/>
            <p:nvPr/>
          </p:nvSpPr>
          <p:spPr>
            <a:xfrm>
              <a:off x="978480" y="5942160"/>
              <a:ext cx="19176840" cy="18720"/>
            </a:xfrm>
            <a:custGeom>
              <a:avLst/>
              <a:gdLst>
                <a:gd name="textAreaLeft" fmla="*/ 0 w 19176840"/>
                <a:gd name="textAreaRight" fmla="*/ 19185120 w 19176840"/>
                <a:gd name="textAreaTop" fmla="*/ 0 h 18720"/>
                <a:gd name="textAreaBottom" fmla="*/ 27000 h 187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16"/>
          <p:cNvSpPr/>
          <p:nvPr/>
        </p:nvSpPr>
        <p:spPr>
          <a:xfrm>
            <a:off x="900000" y="5875560"/>
            <a:ext cx="19795320" cy="538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{{exp_1_role}} {{exp_1_company}}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{{exp_2_role}} {{exp_2_company}}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{{exp_3_role}} {{exp_3_company}}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{{exp_4_role}} {{exp_4_company}}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{{exp_4_dates}}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{{exp_4_bullets_block}}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{{exp_5_role}} {{exp_5_company}}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{{exp_5_dates}}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{{exp_5_bullets_block}}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"/>
          <p:cNvSpPr/>
          <p:nvPr/>
        </p:nvSpPr>
        <p:spPr>
          <a:xfrm>
            <a:off x="900000" y="-324000"/>
            <a:ext cx="1997856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7"/>
          <p:cNvSpPr/>
          <p:nvPr/>
        </p:nvSpPr>
        <p:spPr>
          <a:xfrm>
            <a:off x="1800000" y="1044000"/>
            <a:ext cx="1817820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5"/>
          <p:cNvSpPr/>
          <p:nvPr/>
        </p:nvSpPr>
        <p:spPr>
          <a:xfrm>
            <a:off x="3420360" y="22605120"/>
            <a:ext cx="139395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9"/>
          <p:cNvSpPr/>
          <p:nvPr/>
        </p:nvSpPr>
        <p:spPr>
          <a:xfrm>
            <a:off x="1093680" y="18520560"/>
            <a:ext cx="149893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1229400" y="23343120"/>
            <a:ext cx="1964664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{{it_1}}}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{{it_3}}}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2"/>
          <p:cNvSpPr/>
          <p:nvPr/>
        </p:nvSpPr>
        <p:spPr>
          <a:xfrm>
            <a:off x="1132920" y="19034280"/>
            <a:ext cx="14950080" cy="5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3"/>
          <p:cNvSpPr/>
          <p:nvPr/>
        </p:nvSpPr>
        <p:spPr>
          <a:xfrm>
            <a:off x="15835680" y="18520560"/>
            <a:ext cx="44366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22"/>
          <p:cNvGrpSpPr/>
          <p:nvPr/>
        </p:nvGrpSpPr>
        <p:grpSpPr>
          <a:xfrm>
            <a:off x="1093680" y="18434880"/>
            <a:ext cx="19179000" cy="20880"/>
            <a:chOff x="1093680" y="18434880"/>
            <a:chExt cx="19179000" cy="20880"/>
          </a:xfrm>
        </p:grpSpPr>
        <p:sp>
          <p:nvSpPr>
            <p:cNvPr id="75" name="Freeform 23"/>
            <p:cNvSpPr/>
            <p:nvPr/>
          </p:nvSpPr>
          <p:spPr>
            <a:xfrm>
              <a:off x="1093680" y="1843488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" name="Group 24"/>
          <p:cNvGrpSpPr/>
          <p:nvPr/>
        </p:nvGrpSpPr>
        <p:grpSpPr>
          <a:xfrm>
            <a:off x="1080000" y="20804760"/>
            <a:ext cx="19179000" cy="20880"/>
            <a:chOff x="1080000" y="20804760"/>
            <a:chExt cx="19179000" cy="20880"/>
          </a:xfrm>
        </p:grpSpPr>
        <p:sp>
          <p:nvSpPr>
            <p:cNvPr id="77" name="Freeform 25"/>
            <p:cNvSpPr/>
            <p:nvPr/>
          </p:nvSpPr>
          <p:spPr>
            <a:xfrm>
              <a:off x="1080000" y="2080476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26"/>
          <p:cNvGrpSpPr/>
          <p:nvPr/>
        </p:nvGrpSpPr>
        <p:grpSpPr>
          <a:xfrm>
            <a:off x="1080360" y="23317200"/>
            <a:ext cx="19179000" cy="20880"/>
            <a:chOff x="1080360" y="23317200"/>
            <a:chExt cx="19179000" cy="20880"/>
          </a:xfrm>
        </p:grpSpPr>
        <p:sp>
          <p:nvSpPr>
            <p:cNvPr id="79" name="Freeform 27"/>
            <p:cNvSpPr/>
            <p:nvPr/>
          </p:nvSpPr>
          <p:spPr>
            <a:xfrm>
              <a:off x="1080360" y="2331720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31"/>
          <p:cNvSpPr/>
          <p:nvPr/>
        </p:nvSpPr>
        <p:spPr>
          <a:xfrm>
            <a:off x="1080360" y="19383120"/>
            <a:ext cx="151826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2"/>
          <p:cNvSpPr/>
          <p:nvPr/>
        </p:nvSpPr>
        <p:spPr>
          <a:xfrm>
            <a:off x="1119240" y="19476000"/>
            <a:ext cx="14963400" cy="5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3"/>
          <p:cNvSpPr/>
          <p:nvPr/>
        </p:nvSpPr>
        <p:spPr>
          <a:xfrm>
            <a:off x="15359400" y="19383120"/>
            <a:ext cx="48996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0"/>
          <p:cNvSpPr/>
          <p:nvPr/>
        </p:nvSpPr>
        <p:spPr>
          <a:xfrm>
            <a:off x="3537000" y="22502880"/>
            <a:ext cx="139395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1061640" y="20809800"/>
            <a:ext cx="19094400" cy="198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1"/>
          <p:cNvSpPr/>
          <p:nvPr/>
        </p:nvSpPr>
        <p:spPr>
          <a:xfrm>
            <a:off x="1017360" y="27192600"/>
            <a:ext cx="19360080" cy="276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{{skill_5}}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oup 1"/>
          <p:cNvGrpSpPr/>
          <p:nvPr/>
        </p:nvGrpSpPr>
        <p:grpSpPr>
          <a:xfrm>
            <a:off x="914400" y="27167760"/>
            <a:ext cx="19179000" cy="20880"/>
            <a:chOff x="914400" y="27167760"/>
            <a:chExt cx="19179000" cy="20880"/>
          </a:xfrm>
        </p:grpSpPr>
        <p:sp>
          <p:nvSpPr>
            <p:cNvPr id="87" name="Freeform 1"/>
            <p:cNvSpPr/>
            <p:nvPr/>
          </p:nvSpPr>
          <p:spPr>
            <a:xfrm>
              <a:off x="914400" y="2716776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8" name=""/>
          <p:cNvSpPr txBox="1"/>
          <p:nvPr/>
        </p:nvSpPr>
        <p:spPr>
          <a:xfrm>
            <a:off x="7305120" y="22732920"/>
            <a:ext cx="7180920" cy="79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IDIOMAS E INFORMATICA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7449480" y="26513280"/>
            <a:ext cx="7180920" cy="79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305480" y="20249280"/>
            <a:ext cx="7180920" cy="79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305840" y="17873640"/>
            <a:ext cx="7180920" cy="79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2026-03-08T20:34:49Z</dcterms:modified>
  <cp:revision>25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