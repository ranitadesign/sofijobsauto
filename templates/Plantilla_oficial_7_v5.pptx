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 Bold Italics"/>
    </p:embeddedFont>
    <p:embeddedFont>
      <p:font typeface="Now Bold"/>
    </p:embeddedFont>
    <p:embeddedFont>
      <p:font typeface="Microsoft YaHei"/>
      <p:regular r:id="rId5"/>
    </p:embeddedFont>
    <p:embeddedFont>
      <p:font typeface="Montserrat Bold"/>
    </p:embeddedFont>
    <p:embeddedFont>
      <p:font typeface="Garet Italics"/>
    </p:embeddedFont>
    <p:embeddedFont>
      <p:font typeface="Garet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C9674C-EF16-45B7-B648-703E5FE683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11BE20-153B-4D9B-B0E8-5C208C8E2C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4E629C-D170-41B0-A0FF-6296C813F8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37695E-872C-491E-B161-DD6B9FA7C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643C50-CA83-4717-8D29-C583977F98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5BBE33-6958-4146-AA89-3643A6060F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4C5D41-D6DC-4A23-8FDF-4E95F605D3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E497FD-E77E-47D4-AFEE-EEDF043D7A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4550D2-7BEF-4022-A02C-D199EF9593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258B60-7449-4C0A-A457-7BC406D9B0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26D3F8-C35C-44BC-A819-F31E773309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8720" cy="30245400"/>
          </a:xfrm>
          <a:custGeom>
            <a:avLst/>
            <a:gdLst>
              <a:gd name="textAreaLeft" fmla="*/ 0 w 7308720"/>
              <a:gd name="textAreaRight" fmla="*/ 7319160 w 7308720"/>
              <a:gd name="textAreaTop" fmla="*/ 0 h 30245400"/>
              <a:gd name="textAreaBottom" fmla="*/ 30255480 h 3024540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6920" cy="16059960"/>
            <a:chOff x="8056080" y="9053280"/>
            <a:chExt cx="16920" cy="1605996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59960" cy="16920"/>
            </a:xfrm>
            <a:custGeom>
              <a:avLst/>
              <a:gdLst>
                <a:gd name="textAreaLeft" fmla="*/ 0 w 16059960"/>
                <a:gd name="textAreaRight" fmla="*/ 16070400 w 16059960"/>
                <a:gd name="textAreaTop" fmla="*/ 0 h 16920"/>
                <a:gd name="textAreaBottom" fmla="*/ 27360 h 1692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41"/>
          <p:cNvSpPr/>
          <p:nvPr/>
        </p:nvSpPr>
        <p:spPr>
          <a:xfrm>
            <a:off x="7920000" y="8662680"/>
            <a:ext cx="13117680" cy="76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 {{exp_1_role}}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{{exp_1_company}}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{{exp_2_role}}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{{exp_2_company}}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{{exp_3_role}}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{{exp_3_company}}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{{exp_4_role}}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{{exp_4_company}}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{{exp_5_role}}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{{exp_5_company}} {{exp_5_dates}}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{{exp_5_bullets_block}}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1"/>
          <p:cNvSpPr/>
          <p:nvPr/>
        </p:nvSpPr>
        <p:spPr>
          <a:xfrm>
            <a:off x="8670960" y="19747080"/>
            <a:ext cx="1256184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54"/>
          <p:cNvSpPr/>
          <p:nvPr/>
        </p:nvSpPr>
        <p:spPr>
          <a:xfrm>
            <a:off x="8641800" y="23028480"/>
            <a:ext cx="1272528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7"/>
          <p:cNvSpPr/>
          <p:nvPr/>
        </p:nvSpPr>
        <p:spPr>
          <a:xfrm>
            <a:off x="515880" y="106920"/>
            <a:ext cx="397548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24320" y="53604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505440" y="5758200"/>
            <a:ext cx="633168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3"/>
          <p:cNvGrpSpPr/>
          <p:nvPr/>
        </p:nvGrpSpPr>
        <p:grpSpPr>
          <a:xfrm>
            <a:off x="7958520" y="8651520"/>
            <a:ext cx="12509640" cy="19440"/>
            <a:chOff x="7958520" y="8651520"/>
            <a:chExt cx="12509640" cy="19440"/>
          </a:xfrm>
        </p:grpSpPr>
        <p:sp>
          <p:nvSpPr>
            <p:cNvPr id="69" name="Freeform 1"/>
            <p:cNvSpPr/>
            <p:nvPr/>
          </p:nvSpPr>
          <p:spPr>
            <a:xfrm>
              <a:off x="7958520" y="8651520"/>
              <a:ext cx="12509640" cy="19440"/>
            </a:xfrm>
            <a:custGeom>
              <a:avLst/>
              <a:gdLst>
                <a:gd name="textAreaLeft" fmla="*/ 0 w 12509640"/>
                <a:gd name="textAreaRight" fmla="*/ 12520800 w 12509640"/>
                <a:gd name="textAreaTop" fmla="*/ 0 h 19440"/>
                <a:gd name="textAreaBottom" fmla="*/ 30600 h 1944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26"/>
          <p:cNvSpPr/>
          <p:nvPr/>
        </p:nvSpPr>
        <p:spPr>
          <a:xfrm>
            <a:off x="7931520" y="1204560"/>
            <a:ext cx="1258056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8"/>
          <p:cNvSpPr/>
          <p:nvPr/>
        </p:nvSpPr>
        <p:spPr>
          <a:xfrm>
            <a:off x="7958520" y="7719840"/>
            <a:ext cx="125366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29"/>
          <p:cNvGrpSpPr/>
          <p:nvPr/>
        </p:nvGrpSpPr>
        <p:grpSpPr>
          <a:xfrm>
            <a:off x="8017200" y="4676760"/>
            <a:ext cx="12477960" cy="19440"/>
            <a:chOff x="8017200" y="4676760"/>
            <a:chExt cx="12477960" cy="19440"/>
          </a:xfrm>
        </p:grpSpPr>
        <p:sp>
          <p:nvSpPr>
            <p:cNvPr id="73" name="Freeform 30"/>
            <p:cNvSpPr/>
            <p:nvPr/>
          </p:nvSpPr>
          <p:spPr>
            <a:xfrm>
              <a:off x="8017200" y="4676760"/>
              <a:ext cx="12477960" cy="19440"/>
            </a:xfrm>
            <a:custGeom>
              <a:avLst/>
              <a:gdLst>
                <a:gd name="textAreaLeft" fmla="*/ 0 w 12477960"/>
                <a:gd name="textAreaRight" fmla="*/ 12489120 w 12477960"/>
                <a:gd name="textAreaTop" fmla="*/ 0 h 19440"/>
                <a:gd name="textAreaBottom" fmla="*/ 30600 h 1944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31"/>
          <p:cNvSpPr/>
          <p:nvPr/>
        </p:nvSpPr>
        <p:spPr>
          <a:xfrm>
            <a:off x="8017200" y="3807000"/>
            <a:ext cx="124779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2"/>
          <p:cNvSpPr/>
          <p:nvPr/>
        </p:nvSpPr>
        <p:spPr>
          <a:xfrm>
            <a:off x="8017200" y="4770720"/>
            <a:ext cx="1247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2026-03-09T19:57:18Z</dcterms:modified>
  <cp:revision>30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