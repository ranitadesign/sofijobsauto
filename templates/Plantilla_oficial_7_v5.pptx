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Garet Italics"/>
    </p:embeddedFont>
    <p:embeddedFont>
      <p:font typeface="Montserrat Bold"/>
    </p:embeddedFont>
    <p:embeddedFont>
      <p:font typeface="Microsoft YaHei"/>
      <p:regular r:id="rId5"/>
    </p:embeddedFont>
    <p:embeddedFont>
      <p:font typeface="Garet Bold Italics"/>
    </p:embeddedFont>
    <p:embeddedFont>
      <p:font typeface="Now Bold"/>
    </p:embeddedFont>
    <p:embeddedFont>
      <p:font typeface="Garet Bold"/>
    </p:embeddedFont>
    <p:embeddedFont>
      <p:font typeface="Montserrat"/>
      <p:regular r:id="rId6"/>
      <p:bold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04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56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348F9E-5E8C-499D-82D1-AFE8530C2C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685382-5A8B-4CE6-B8C3-8E0C05F4A0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040" cy="13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040" cy="14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F77A02-6781-486F-B7D1-0568D1EB86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E30B02-ED6A-4F28-8AFA-75615EF5BF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92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92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36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36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BB9847-EEEC-4333-9788-BF9D8202F4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D4CFEC-2507-4702-885F-EC0D88DC2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9E7CD8-9E93-4904-90E3-1214576BAC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80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228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800" cy="46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6E61A8-444C-40E3-8922-29B34991D1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0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040" cy="41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040" cy="79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5FB723-1FE6-4A80-A656-34B6B8FBF9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040" cy="14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CF7704-A24B-4A50-80F3-4A9A29B10D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8393E6-1912-4AC0-93FF-F36E7C5245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7309800" cy="30246480"/>
          </a:xfrm>
          <a:custGeom>
            <a:avLst/>
            <a:gdLst>
              <a:gd name="textAreaLeft" fmla="*/ 0 w 7309800"/>
              <a:gd name="textAreaRight" fmla="*/ 7319160 w 7309800"/>
              <a:gd name="textAreaTop" fmla="*/ 0 h 30246480"/>
              <a:gd name="textAreaBottom" fmla="*/ 30255480 h 30246480"/>
            </a:gdLst>
            <a:ahLst/>
            <a:cxnLst/>
            <a:rect l="textAreaLeft" t="textAreaTop" r="textAreaRight" b="textAreaBottom"/>
            <a:pathLst>
              <a:path w="7319255" h="30481435">
                <a:moveTo>
                  <a:pt x="0" y="0"/>
                </a:moveTo>
                <a:lnTo>
                  <a:pt x="7319255" y="0"/>
                </a:lnTo>
                <a:lnTo>
                  <a:pt x="731925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5"/>
          <p:cNvGrpSpPr/>
          <p:nvPr/>
        </p:nvGrpSpPr>
        <p:grpSpPr>
          <a:xfrm>
            <a:off x="8056080" y="9053280"/>
            <a:ext cx="18000" cy="16061040"/>
            <a:chOff x="8056080" y="9053280"/>
            <a:chExt cx="18000" cy="16061040"/>
          </a:xfrm>
        </p:grpSpPr>
        <p:sp>
          <p:nvSpPr>
            <p:cNvPr id="61" name="Freeform 6"/>
            <p:cNvSpPr/>
            <p:nvPr/>
          </p:nvSpPr>
          <p:spPr>
            <a:xfrm rot="5400000">
              <a:off x="34200" y="17074800"/>
              <a:ext cx="16061040" cy="18000"/>
            </a:xfrm>
            <a:custGeom>
              <a:avLst/>
              <a:gdLst>
                <a:gd name="textAreaLeft" fmla="*/ 0 w 16061040"/>
                <a:gd name="textAreaRight" fmla="*/ 16070400 w 16061040"/>
                <a:gd name="textAreaTop" fmla="*/ 0 h 18000"/>
                <a:gd name="textAreaBottom" fmla="*/ 27360 h 18000"/>
              </a:gdLst>
              <a:ahLst/>
              <a:cxnLst/>
              <a:rect l="textAreaLeft" t="textAreaTop" r="textAreaRight" b="textAreaBottom"/>
              <a:pathLst>
                <a:path w="21427312" h="36322">
                  <a:moveTo>
                    <a:pt x="21276056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21427312" y="36322"/>
                  </a:lnTo>
                  <a:lnTo>
                    <a:pt x="21427312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41"/>
          <p:cNvSpPr/>
          <p:nvPr/>
        </p:nvSpPr>
        <p:spPr>
          <a:xfrm>
            <a:off x="7920000" y="8878680"/>
            <a:ext cx="11843640" cy="71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20" b="1" u="none" spc="54" strike="noStrike">
                <a:solidFill>
                  <a:srgbClr val="101010"/>
                </a:solidFill>
                <a:effectLst/>
                <a:uFillTx/>
                <a:latin typeface="Poppins"/>
                <a:ea typeface="Garet Bold"/>
              </a:rPr>
              <a:t> {{exp_1_role}}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{{exp_1_company}} {{exp_1_dates}}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{{exp_2_role}}</a:t>
            </a:r>
            <a:r>
              <a:rPr lang="en-US" sz="2640" b="0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{{exp_2_company}} {{exp_2_dates}}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{{exp_3_role}}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{{exp_3_company}} {{exp_3_dates}}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{{exp_4_role}}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{{exp_4_company}} {{exp_4_dates}}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{{exp_4_bullets_block}}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2640" b="1" u="none" spc="51" strike="noStrike">
                <a:solidFill>
                  <a:srgbClr val="101010"/>
                </a:solidFill>
                <a:effectLst/>
                <a:uFillTx/>
                <a:latin typeface="Poppins"/>
                <a:ea typeface="Garet Bold Italics"/>
              </a:rPr>
              <a:t> {{exp_5_role}} </a:t>
            </a:r>
            <a:r>
              <a:rPr lang="en-US" sz="2320" b="0" u="none" spc="45" strike="noStrike">
                <a:solidFill>
                  <a:srgbClr val="101010"/>
                </a:solidFill>
                <a:effectLst/>
                <a:uFillTx/>
                <a:latin typeface="Poppins"/>
                <a:ea typeface="Garet Italics"/>
              </a:rPr>
              <a:t>{{exp_5_company}} {{exp_5_dates}}</a:t>
            </a:r>
            <a:endParaRPr lang="es-AR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1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{{exp_5_bullets_block}}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2"/>
          <p:cNvSpPr/>
          <p:nvPr/>
        </p:nvSpPr>
        <p:spPr>
          <a:xfrm>
            <a:off x="8670960" y="10360440"/>
            <a:ext cx="11293920" cy="19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3"/>
          <p:cNvSpPr/>
          <p:nvPr/>
        </p:nvSpPr>
        <p:spPr>
          <a:xfrm>
            <a:off x="8670960" y="9755280"/>
            <a:ext cx="116618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44"/>
          <p:cNvSpPr/>
          <p:nvPr/>
        </p:nvSpPr>
        <p:spPr>
          <a:xfrm>
            <a:off x="8670960" y="12436200"/>
            <a:ext cx="11293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5"/>
          <p:cNvSpPr/>
          <p:nvPr/>
        </p:nvSpPr>
        <p:spPr>
          <a:xfrm>
            <a:off x="8670960" y="13076640"/>
            <a:ext cx="116625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7"/>
          <p:cNvSpPr/>
          <p:nvPr/>
        </p:nvSpPr>
        <p:spPr>
          <a:xfrm>
            <a:off x="8695080" y="15717600"/>
            <a:ext cx="11293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8"/>
          <p:cNvSpPr/>
          <p:nvPr/>
        </p:nvSpPr>
        <p:spPr>
          <a:xfrm>
            <a:off x="8695080" y="16358040"/>
            <a:ext cx="116384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9"/>
          <p:cNvSpPr/>
          <p:nvPr/>
        </p:nvSpPr>
        <p:spPr>
          <a:xfrm>
            <a:off x="8695080" y="16890120"/>
            <a:ext cx="1129392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7"/>
              </a:lnSpc>
            </a:pPr>
            <a:endParaRPr lang="es-A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7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1"/>
          <p:cNvSpPr/>
          <p:nvPr/>
        </p:nvSpPr>
        <p:spPr>
          <a:xfrm>
            <a:off x="8670960" y="19747080"/>
            <a:ext cx="125629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4"/>
          <p:cNvSpPr/>
          <p:nvPr/>
        </p:nvSpPr>
        <p:spPr>
          <a:xfrm>
            <a:off x="8641800" y="23028480"/>
            <a:ext cx="127263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24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7"/>
          <p:cNvSpPr/>
          <p:nvPr/>
        </p:nvSpPr>
        <p:spPr>
          <a:xfrm>
            <a:off x="515880" y="106920"/>
            <a:ext cx="397656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24320" y="536040"/>
            <a:ext cx="413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05440" y="5940360"/>
            <a:ext cx="6332760" cy="40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9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3"/>
          <p:cNvGrpSpPr/>
          <p:nvPr/>
        </p:nvGrpSpPr>
        <p:grpSpPr>
          <a:xfrm>
            <a:off x="7958520" y="8651520"/>
            <a:ext cx="12510720" cy="20520"/>
            <a:chOff x="7958520" y="8651520"/>
            <a:chExt cx="12510720" cy="20520"/>
          </a:xfrm>
        </p:grpSpPr>
        <p:sp>
          <p:nvSpPr>
            <p:cNvPr id="76" name="Freeform 1"/>
            <p:cNvSpPr/>
            <p:nvPr/>
          </p:nvSpPr>
          <p:spPr>
            <a:xfrm>
              <a:off x="7958520" y="8651520"/>
              <a:ext cx="12510720" cy="20520"/>
            </a:xfrm>
            <a:custGeom>
              <a:avLst/>
              <a:gdLst>
                <a:gd name="textAreaLeft" fmla="*/ 0 w 12510720"/>
                <a:gd name="textAreaRight" fmla="*/ 12520800 w 1251072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26"/>
          <p:cNvSpPr/>
          <p:nvPr/>
        </p:nvSpPr>
        <p:spPr>
          <a:xfrm>
            <a:off x="7931520" y="1204560"/>
            <a:ext cx="12581640" cy="17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645"/>
              </a:lnSpc>
            </a:pPr>
            <a:r>
              <a:rPr lang="en-US" sz="765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092"/>
              </a:lnSpc>
            </a:pP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8"/>
          <p:cNvSpPr/>
          <p:nvPr/>
        </p:nvSpPr>
        <p:spPr>
          <a:xfrm>
            <a:off x="7958520" y="7719840"/>
            <a:ext cx="12537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oup 29"/>
          <p:cNvGrpSpPr/>
          <p:nvPr/>
        </p:nvGrpSpPr>
        <p:grpSpPr>
          <a:xfrm>
            <a:off x="8017200" y="4676760"/>
            <a:ext cx="12479040" cy="20520"/>
            <a:chOff x="8017200" y="4676760"/>
            <a:chExt cx="12479040" cy="20520"/>
          </a:xfrm>
        </p:grpSpPr>
        <p:sp>
          <p:nvSpPr>
            <p:cNvPr id="80" name="Freeform 30"/>
            <p:cNvSpPr/>
            <p:nvPr/>
          </p:nvSpPr>
          <p:spPr>
            <a:xfrm>
              <a:off x="8017200" y="4676760"/>
              <a:ext cx="12479040" cy="20520"/>
            </a:xfrm>
            <a:custGeom>
              <a:avLst/>
              <a:gdLst>
                <a:gd name="textAreaLeft" fmla="*/ 0 w 12479040"/>
                <a:gd name="textAreaRight" fmla="*/ 12489120 w 1247904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31"/>
          <p:cNvSpPr/>
          <p:nvPr/>
        </p:nvSpPr>
        <p:spPr>
          <a:xfrm>
            <a:off x="8017200" y="3807000"/>
            <a:ext cx="124790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2"/>
          <p:cNvSpPr/>
          <p:nvPr/>
        </p:nvSpPr>
        <p:spPr>
          <a:xfrm>
            <a:off x="8017200" y="4770720"/>
            <a:ext cx="12479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69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DAG9kLNdTUY</dc:identifier>
  <dc:language>es-AR</dc:language>
  <cp:lastModifiedBy/>
  <dcterms:modified xsi:type="dcterms:W3CDTF">2026-02-17T01:38:12Z</dcterms:modified>
  <cp:revision>27</cp:revision>
  <dc:subject/>
  <dc:title>Plantilla_oficial_7.pptx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