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Now Bold"/>
    </p:embeddedFont>
    <p:embeddedFont>
      <p:font typeface="Lato"/>
    </p:embeddedFont>
    <p:embeddedFont>
      <p:font typeface="Microsoft YaHei"/>
      <p:regular r:id="rId5"/>
    </p:embeddedFont>
    <p:embeddedFont>
      <p:font typeface="Garet Bold Italics"/>
    </p:embeddedFont>
    <p:embeddedFont>
      <p:font typeface="Garet"/>
      <p:regular r:id="rId6"/>
      <p:bold r:id="rId6"/>
    </p:embeddedFont>
    <p:embeddedFont>
      <p:font typeface="Poppins"/>
      <p:regular r:id="rId7"/>
      <p:bold r:id="rId7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Poppi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6A4898-435F-47B7-A773-9093345240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68791A-6080-41F1-A609-EC78EF1DDE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089850-E55C-4B2B-ADA1-498432D971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D63871-B7D9-40F8-803D-61BF960AD4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4F5BCA-B32B-4C31-8BC1-D251858181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C633D8-6363-45AB-9C5F-A422F14BAD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359B7A-5CCF-479E-A576-15F4838260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AD60FD-A8BB-4D40-BBE7-4CD07B22D3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11A6BC-624E-44B5-BB00-0634BF726D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FDF9BA-BF0C-427E-987A-6D5A90AE82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DA0C01-95E6-4912-9DA2-3F8073B368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12680" cy="30249360"/>
          </a:xfrm>
          <a:custGeom>
            <a:avLst/>
            <a:gdLst>
              <a:gd name="textAreaLeft" fmla="*/ 0 w 7312680"/>
              <a:gd name="textAreaRight" fmla="*/ 7319160 w 7312680"/>
              <a:gd name="textAreaTop" fmla="*/ 0 h 30249360"/>
              <a:gd name="textAreaBottom" fmla="*/ 30255480 h 302493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4320" cy="24120"/>
            <a:chOff x="7958520" y="8651520"/>
            <a:chExt cx="12514320" cy="241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20880" cy="16063920"/>
            <a:chOff x="8056080" y="9053280"/>
            <a:chExt cx="20880" cy="1606392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3920" cy="20880"/>
            </a:xfrm>
            <a:custGeom>
              <a:avLst/>
              <a:gdLst>
                <a:gd name="textAreaLeft" fmla="*/ 0 w 16063920"/>
                <a:gd name="textAreaRight" fmla="*/ 16070400 w 16063920"/>
                <a:gd name="textAreaTop" fmla="*/ 0 h 20880"/>
                <a:gd name="textAreaBottom" fmla="*/ 27360 h 208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Freeform 7"/>
          <p:cNvSpPr/>
          <p:nvPr/>
        </p:nvSpPr>
        <p:spPr>
          <a:xfrm>
            <a:off x="1002960" y="6948360"/>
            <a:ext cx="347760" cy="378360"/>
          </a:xfrm>
          <a:custGeom>
            <a:avLst/>
            <a:gdLst>
              <a:gd name="textAreaLeft" fmla="*/ 0 w 347760"/>
              <a:gd name="textAreaRight" fmla="*/ 354240 w 347760"/>
              <a:gd name="textAreaTop" fmla="*/ 0 h 378360"/>
              <a:gd name="textAreaBottom" fmla="*/ 384840 h 37836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991080" y="7923600"/>
            <a:ext cx="359640" cy="255960"/>
          </a:xfrm>
          <a:custGeom>
            <a:avLst/>
            <a:gdLst>
              <a:gd name="textAreaLeft" fmla="*/ 0 w 359640"/>
              <a:gd name="textAreaRight" fmla="*/ 366120 w 359640"/>
              <a:gd name="textAreaTop" fmla="*/ 0 h 255960"/>
              <a:gd name="textAreaBottom" fmla="*/ 262440 h 25596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036080" y="8886960"/>
            <a:ext cx="292680" cy="452880"/>
          </a:xfrm>
          <a:custGeom>
            <a:avLst/>
            <a:gdLst>
              <a:gd name="textAreaLeft" fmla="*/ 0 w 292680"/>
              <a:gd name="textAreaRight" fmla="*/ 299160 w 292680"/>
              <a:gd name="textAreaTop" fmla="*/ 0 h 452880"/>
              <a:gd name="textAreaBottom" fmla="*/ 459360 h 45288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020600" y="6599880"/>
            <a:ext cx="5110560" cy="24120"/>
            <a:chOff x="1020600" y="6599880"/>
            <a:chExt cx="5110560" cy="24120"/>
          </a:xfrm>
        </p:grpSpPr>
        <p:sp>
          <p:nvSpPr>
            <p:cNvPr id="68" name="Freeform 11"/>
            <p:cNvSpPr/>
            <p:nvPr/>
          </p:nvSpPr>
          <p:spPr>
            <a:xfrm>
              <a:off x="1020600" y="6599880"/>
              <a:ext cx="5110560" cy="24120"/>
            </a:xfrm>
            <a:custGeom>
              <a:avLst/>
              <a:gdLst>
                <a:gd name="textAreaLeft" fmla="*/ 0 w 5110560"/>
                <a:gd name="textAreaRight" fmla="*/ 5117040 w 511056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943560" y="9763560"/>
            <a:ext cx="487800" cy="387360"/>
          </a:xfrm>
          <a:custGeom>
            <a:avLst/>
            <a:gdLst>
              <a:gd name="textAreaLeft" fmla="*/ 0 w 487800"/>
              <a:gd name="textAreaRight" fmla="*/ 494280 w 487800"/>
              <a:gd name="textAreaTop" fmla="*/ 0 h 387360"/>
              <a:gd name="textAreaBottom" fmla="*/ 393840 h 387360"/>
            </a:gdLst>
            <a:ahLst/>
            <a:cxnLst/>
            <a:rect l="textAreaLeft" t="textAreaTop" r="textAreaRight" b="textAreaBottom"/>
            <a:pathLst>
              <a:path w="494443" h="393754">
                <a:moveTo>
                  <a:pt x="0" y="0"/>
                </a:moveTo>
                <a:lnTo>
                  <a:pt x="494442" y="0"/>
                </a:lnTo>
                <a:lnTo>
                  <a:pt x="494442" y="393754"/>
                </a:lnTo>
                <a:lnTo>
                  <a:pt x="0" y="3937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997920" y="5709600"/>
            <a:ext cx="4090680" cy="7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543f3f"/>
                </a:solidFill>
                <a:effectLst/>
                <a:uFillTx/>
                <a:latin typeface="Now Bold"/>
                <a:ea typeface="Now Bold"/>
              </a:rPr>
              <a:t>CONTACTO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4"/>
          <p:cNvGrpSpPr/>
          <p:nvPr/>
        </p:nvGrpSpPr>
        <p:grpSpPr>
          <a:xfrm>
            <a:off x="1620000" y="6887520"/>
            <a:ext cx="4678920" cy="3215160"/>
            <a:chOff x="1620000" y="6887520"/>
            <a:chExt cx="4678920" cy="3215160"/>
          </a:xfrm>
        </p:grpSpPr>
        <p:sp>
          <p:nvSpPr>
            <p:cNvPr id="72" name="TextBox 15"/>
            <p:cNvSpPr/>
            <p:nvPr/>
          </p:nvSpPr>
          <p:spPr>
            <a:xfrm>
              <a:off x="1620000" y="6887520"/>
              <a:ext cx="43646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+{{contact_phone}}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6"/>
            <p:cNvSpPr/>
            <p:nvPr/>
          </p:nvSpPr>
          <p:spPr>
            <a:xfrm>
              <a:off x="1620000" y="7755480"/>
              <a:ext cx="467892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{{contact_email}}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17"/>
            <p:cNvSpPr/>
            <p:nvPr/>
          </p:nvSpPr>
          <p:spPr>
            <a:xfrm>
              <a:off x="1635480" y="8831520"/>
              <a:ext cx="4483440" cy="3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557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{{contact_location}}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8"/>
            <p:cNvSpPr/>
            <p:nvPr/>
          </p:nvSpPr>
          <p:spPr>
            <a:xfrm>
              <a:off x="1634040" y="9700560"/>
              <a:ext cx="438696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Licencia de conducir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31"/>
          <p:cNvSpPr/>
          <p:nvPr/>
        </p:nvSpPr>
        <p:spPr>
          <a:xfrm>
            <a:off x="7920000" y="796320"/>
            <a:ext cx="1259604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8017200" y="2815920"/>
            <a:ext cx="12916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3"/>
          <p:cNvSpPr/>
          <p:nvPr/>
        </p:nvSpPr>
        <p:spPr>
          <a:xfrm>
            <a:off x="7958520" y="7719840"/>
            <a:ext cx="12541320" cy="7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4"/>
          <p:cNvGrpSpPr/>
          <p:nvPr/>
        </p:nvGrpSpPr>
        <p:grpSpPr>
          <a:xfrm>
            <a:off x="8017200" y="4676760"/>
            <a:ext cx="12482640" cy="24120"/>
            <a:chOff x="8017200" y="4676760"/>
            <a:chExt cx="12482640" cy="24120"/>
          </a:xfrm>
        </p:grpSpPr>
        <p:sp>
          <p:nvSpPr>
            <p:cNvPr id="80" name="Freeform 35"/>
            <p:cNvSpPr/>
            <p:nvPr/>
          </p:nvSpPr>
          <p:spPr>
            <a:xfrm>
              <a:off x="8017200" y="4676760"/>
              <a:ext cx="12482640" cy="24120"/>
            </a:xfrm>
            <a:custGeom>
              <a:avLst/>
              <a:gdLst>
                <a:gd name="textAreaLeft" fmla="*/ 0 w 12482640"/>
                <a:gd name="textAreaRight" fmla="*/ 12489120 w 1248264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6"/>
          <p:cNvSpPr/>
          <p:nvPr/>
        </p:nvSpPr>
        <p:spPr>
          <a:xfrm>
            <a:off x="8017200" y="3807000"/>
            <a:ext cx="124826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7"/>
          <p:cNvSpPr/>
          <p:nvPr/>
        </p:nvSpPr>
        <p:spPr>
          <a:xfrm>
            <a:off x="8017200" y="4770720"/>
            <a:ext cx="12482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38"/>
          <p:cNvGrpSpPr/>
          <p:nvPr/>
        </p:nvGrpSpPr>
        <p:grpSpPr>
          <a:xfrm>
            <a:off x="7931520" y="27047520"/>
            <a:ext cx="12514320" cy="24120"/>
            <a:chOff x="7931520" y="27047520"/>
            <a:chExt cx="12514320" cy="24120"/>
          </a:xfrm>
        </p:grpSpPr>
        <p:sp>
          <p:nvSpPr>
            <p:cNvPr id="84" name="Freeform 39"/>
            <p:cNvSpPr/>
            <p:nvPr/>
          </p:nvSpPr>
          <p:spPr>
            <a:xfrm>
              <a:off x="7931520" y="27047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40"/>
          <p:cNvSpPr/>
          <p:nvPr/>
        </p:nvSpPr>
        <p:spPr>
          <a:xfrm>
            <a:off x="7931520" y="26135640"/>
            <a:ext cx="1254132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FORMACIÓN ACADÉMICA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8670960" y="9003240"/>
            <a:ext cx="11846520" cy="71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{{exp_1_company}}</a:t>
            </a: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Lato"/>
                <a:ea typeface="Garet Bold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{{exp_1_role}}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{{exp_2_company}}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{{exp_2_role}}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{{exp_3_company}}</a:t>
            </a: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Lato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{{exp_3_role}}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{{exp_4_company}}</a:t>
            </a: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Lato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{{exp_4_role}}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{{exp_5_company}}</a:t>
            </a: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Lato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{{exp_5_role}} {{exp_5_dates}}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{{exp_5_bullets_block}}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8670960" y="10360440"/>
            <a:ext cx="11296800" cy="191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3"/>
          <p:cNvSpPr/>
          <p:nvPr/>
        </p:nvSpPr>
        <p:spPr>
          <a:xfrm>
            <a:off x="8670960" y="9755280"/>
            <a:ext cx="11664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4"/>
          <p:cNvSpPr/>
          <p:nvPr/>
        </p:nvSpPr>
        <p:spPr>
          <a:xfrm>
            <a:off x="8670960" y="12436200"/>
            <a:ext cx="1129680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5"/>
          <p:cNvSpPr/>
          <p:nvPr/>
        </p:nvSpPr>
        <p:spPr>
          <a:xfrm>
            <a:off x="8670960" y="13076640"/>
            <a:ext cx="11665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7"/>
          <p:cNvSpPr/>
          <p:nvPr/>
        </p:nvSpPr>
        <p:spPr>
          <a:xfrm>
            <a:off x="8695080" y="15717600"/>
            <a:ext cx="1129680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8"/>
          <p:cNvSpPr/>
          <p:nvPr/>
        </p:nvSpPr>
        <p:spPr>
          <a:xfrm>
            <a:off x="8695080" y="16358040"/>
            <a:ext cx="116413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9"/>
          <p:cNvSpPr/>
          <p:nvPr/>
        </p:nvSpPr>
        <p:spPr>
          <a:xfrm>
            <a:off x="8695080" y="16890120"/>
            <a:ext cx="11296800" cy="95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1"/>
          <p:cNvSpPr/>
          <p:nvPr/>
        </p:nvSpPr>
        <p:spPr>
          <a:xfrm>
            <a:off x="8670960" y="19747080"/>
            <a:ext cx="12565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4"/>
          <p:cNvSpPr/>
          <p:nvPr/>
        </p:nvSpPr>
        <p:spPr>
          <a:xfrm>
            <a:off x="8641800" y="23028480"/>
            <a:ext cx="12729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56"/>
          <p:cNvSpPr/>
          <p:nvPr/>
        </p:nvSpPr>
        <p:spPr>
          <a:xfrm>
            <a:off x="7920000" y="27154080"/>
            <a:ext cx="1241568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57"/>
          <p:cNvSpPr/>
          <p:nvPr/>
        </p:nvSpPr>
        <p:spPr>
          <a:xfrm>
            <a:off x="515880" y="106920"/>
            <a:ext cx="3979440" cy="61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1440720" y="53568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868320" y="11880000"/>
            <a:ext cx="5071320" cy="41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2026-01-14T15:04:27Z</dcterms:modified>
  <cp:revision>19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