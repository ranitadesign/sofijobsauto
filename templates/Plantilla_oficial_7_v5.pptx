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Microsoft YaHei"/>
      <p:regular r:id="rId5"/>
    </p:embeddedFont>
    <p:embeddedFont>
      <p:font typeface="Now Bold"/>
    </p:embeddedFont>
    <p:embeddedFont>
      <p:font typeface="Montserrat Bold"/>
    </p:embeddedFont>
    <p:embeddedFont>
      <p:font typeface="Montserrat"/>
      <p:regular r:id="rId6"/>
      <p:bold r:id="rId6"/>
    </p:embeddedFont>
    <p:embeddedFont>
      <p:font typeface="Garet Bold Italics"/>
    </p:embeddedFont>
    <p:embeddedFont>
      <p:font typeface="Garet Italics"/>
    </p:embeddedFont>
    <p:embeddedFont>
      <p:font typeface="Garet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Montserrat_Regular.fntdata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6680" cy="55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6680" cy="4105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6680" cy="79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48C2C2B-4998-4495-B987-1C7D28FD5F2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2680" cy="146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C86A35A-B864-4EFB-8EFC-6B1A3657ED2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880" cy="113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9880" cy="451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C1F36A8-55FC-4885-AF07-7058749ABA5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7680" cy="584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0200" cy="584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973D6F3-8EE4-4F40-91A2-A72BA32F8EB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880" cy="113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9880" cy="451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8BBD75C-950D-4950-8F6F-22591210408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2680" cy="135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2680" cy="149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02A8391-EA9A-4A7B-85DB-6B8E0DBA223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880" cy="113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8760" cy="451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8760" cy="451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6D06569-6F9F-4DD0-8158-2750D4644AE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880" cy="113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0560" cy="63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0560" cy="394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2000" cy="63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2000" cy="394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7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8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650CA51-1645-4FA1-A1E7-F9E8BAE49F3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880" cy="113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95AFBA3-24D6-4A7A-870A-7A6687C39B5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81BC3A2-DA4F-4845-B98B-0C7AADA53E0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8440" cy="115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1920" cy="584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8440" cy="4681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1ACB805-2D83-459F-AD9B-9EF9F69C542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Freeform 2"/>
          <p:cNvSpPr/>
          <p:nvPr/>
        </p:nvSpPr>
        <p:spPr>
          <a:xfrm>
            <a:off x="0" y="0"/>
            <a:ext cx="7309440" cy="30246120"/>
          </a:xfrm>
          <a:custGeom>
            <a:avLst/>
            <a:gdLst>
              <a:gd name="textAreaLeft" fmla="*/ 0 w 7309440"/>
              <a:gd name="textAreaRight" fmla="*/ 7319160 w 7309440"/>
              <a:gd name="textAreaTop" fmla="*/ 0 h 30246120"/>
              <a:gd name="textAreaBottom" fmla="*/ 30255480 h 30246120"/>
            </a:gdLst>
            <a:ahLst/>
            <a:cxnLst/>
            <a:rect l="textAreaLeft" t="textAreaTop" r="textAreaRight" b="textAreaBottom"/>
            <a:pathLst>
              <a:path w="7319255" h="30481435">
                <a:moveTo>
                  <a:pt x="0" y="0"/>
                </a:moveTo>
                <a:lnTo>
                  <a:pt x="7319255" y="0"/>
                </a:lnTo>
                <a:lnTo>
                  <a:pt x="7319255" y="30481435"/>
                </a:lnTo>
                <a:lnTo>
                  <a:pt x="0" y="30481435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60" name="Group 5"/>
          <p:cNvGrpSpPr/>
          <p:nvPr/>
        </p:nvGrpSpPr>
        <p:grpSpPr>
          <a:xfrm>
            <a:off x="8056080" y="9053280"/>
            <a:ext cx="17640" cy="16060680"/>
            <a:chOff x="8056080" y="9053280"/>
            <a:chExt cx="17640" cy="16060680"/>
          </a:xfrm>
        </p:grpSpPr>
        <p:sp>
          <p:nvSpPr>
            <p:cNvPr id="61" name="Freeform 6"/>
            <p:cNvSpPr/>
            <p:nvPr/>
          </p:nvSpPr>
          <p:spPr>
            <a:xfrm rot="5400000">
              <a:off x="34200" y="17074800"/>
              <a:ext cx="16060680" cy="17640"/>
            </a:xfrm>
            <a:custGeom>
              <a:avLst/>
              <a:gdLst>
                <a:gd name="textAreaLeft" fmla="*/ 0 w 16060680"/>
                <a:gd name="textAreaRight" fmla="*/ 16070400 w 16060680"/>
                <a:gd name="textAreaTop" fmla="*/ 0 h 17640"/>
                <a:gd name="textAreaBottom" fmla="*/ 27360 h 17640"/>
              </a:gdLst>
              <a:ahLst/>
              <a:cxnLst/>
              <a:rect l="textAreaLeft" t="textAreaTop" r="textAreaRight" b="textAreaBottom"/>
              <a:pathLst>
                <a:path w="21427312" h="36322">
                  <a:moveTo>
                    <a:pt x="21276056" y="0"/>
                  </a:moveTo>
                  <a:lnTo>
                    <a:pt x="0" y="0"/>
                  </a:lnTo>
                  <a:lnTo>
                    <a:pt x="0" y="36322"/>
                  </a:lnTo>
                  <a:lnTo>
                    <a:pt x="21427312" y="36322"/>
                  </a:lnTo>
                  <a:lnTo>
                    <a:pt x="21427312" y="0"/>
                  </a:lnTo>
                  <a:close/>
                </a:path>
              </a:pathLst>
            </a:custGeom>
            <a:solidFill>
              <a:srgbClr val="163853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7640" bIns="-17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2" name="TextBox 41"/>
          <p:cNvSpPr/>
          <p:nvPr/>
        </p:nvSpPr>
        <p:spPr>
          <a:xfrm>
            <a:off x="7920000" y="8446680"/>
            <a:ext cx="11843280" cy="76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229"/>
              </a:lnSpc>
              <a:buClr>
                <a:srgbClr val="163853"/>
              </a:buClr>
              <a:buFont typeface="Wingdings" charset="2"/>
              <a:buChar char=""/>
            </a:pPr>
            <a:r>
              <a:rPr lang="en-US" sz="2200" b="1" u="none" spc="60" strike="noStrike">
                <a:solidFill>
                  <a:srgbClr val="101010"/>
                </a:solidFill>
                <a:effectLst/>
                <a:uFillTx/>
                <a:latin typeface="Poppins"/>
                <a:ea typeface="Garet Italics"/>
              </a:rPr>
              <a:t> [[EXPERIENCE_BLOCK]]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163853"/>
              </a:buClr>
              <a:buFont typeface="Wingdings" charset="2"/>
              <a:buChar char=""/>
            </a:pPr>
            <a:r>
              <a:rPr lang="en-US" sz="2620" b="1" u="none" spc="54" strike="noStrike">
                <a:solidFill>
                  <a:srgbClr val="101010"/>
                </a:solidFill>
                <a:effectLst/>
                <a:uFillTx/>
                <a:latin typeface="Poppins"/>
                <a:ea typeface="Garet Bold"/>
              </a:rPr>
              <a:t> {{exp_1_role}} </a:t>
            </a:r>
            <a:r>
              <a:rPr lang="en-US" sz="2320" b="0" u="none" spc="45" strike="noStrike">
                <a:solidFill>
                  <a:srgbClr val="101010"/>
                </a:solidFill>
                <a:effectLst/>
                <a:uFillTx/>
                <a:latin typeface="Poppins"/>
                <a:ea typeface="Garet Italics"/>
              </a:rPr>
              <a:t>{{exp_1_company}} {{exp_1_dates}}</a:t>
            </a:r>
            <a:endParaRPr lang="es-AR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ct val="100000"/>
              </a:lnSpc>
            </a:pP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{{exp_1_bullets_block}}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ct val="100000"/>
              </a:lnSpc>
            </a:pPr>
            <a:endParaRPr lang="es-AR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163853"/>
              </a:buClr>
              <a:buFont typeface="Wingdings" charset="2"/>
              <a:buChar char=""/>
            </a:pPr>
            <a:r>
              <a:rPr lang="en-US" sz="2640" b="1" u="none" spc="51" strike="noStrike">
                <a:solidFill>
                  <a:srgbClr val="101010"/>
                </a:solidFill>
                <a:effectLst/>
                <a:uFillTx/>
                <a:latin typeface="Poppins"/>
                <a:ea typeface="Garet Bold Italics"/>
              </a:rPr>
              <a:t> {{exp_2_role}}</a:t>
            </a:r>
            <a:r>
              <a:rPr lang="en-US" sz="2640" b="0" u="none" spc="51" strike="noStrike">
                <a:solidFill>
                  <a:srgbClr val="101010"/>
                </a:solidFill>
                <a:effectLst/>
                <a:uFillTx/>
                <a:latin typeface="Poppins"/>
                <a:ea typeface="Garet Bold Italics"/>
              </a:rPr>
              <a:t> </a:t>
            </a:r>
            <a:r>
              <a:rPr lang="en-US" sz="2320" b="0" u="none" spc="45" strike="noStrike">
                <a:solidFill>
                  <a:srgbClr val="101010"/>
                </a:solidFill>
                <a:effectLst/>
                <a:uFillTx/>
                <a:latin typeface="Poppins"/>
                <a:ea typeface="Garet Italics"/>
              </a:rPr>
              <a:t>{{exp_2_company}} {{exp_2_dates}}</a:t>
            </a:r>
            <a:endParaRPr lang="es-AR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ct val="100000"/>
              </a:lnSpc>
            </a:pP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{{exp_2_bullets_block}}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ct val="100000"/>
              </a:lnSpc>
            </a:pPr>
            <a:endParaRPr lang="es-AR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163853"/>
              </a:buClr>
              <a:buFont typeface="Wingdings" charset="2"/>
              <a:buChar char=""/>
            </a:pPr>
            <a:r>
              <a:rPr lang="en-US" sz="2640" b="1" u="none" spc="51" strike="noStrike">
                <a:solidFill>
                  <a:srgbClr val="101010"/>
                </a:solidFill>
                <a:effectLst/>
                <a:uFillTx/>
                <a:latin typeface="Poppins"/>
                <a:ea typeface="Garet Bold Italics"/>
              </a:rPr>
              <a:t> {{exp_3_role}} </a:t>
            </a:r>
            <a:r>
              <a:rPr lang="en-US" sz="2320" b="0" u="none" spc="45" strike="noStrike">
                <a:solidFill>
                  <a:srgbClr val="101010"/>
                </a:solidFill>
                <a:effectLst/>
                <a:uFillTx/>
                <a:latin typeface="Poppins"/>
                <a:ea typeface="Garet Italics"/>
              </a:rPr>
              <a:t>{{exp_3_company}} {{exp_3_dates}}</a:t>
            </a:r>
            <a:endParaRPr lang="es-AR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ct val="100000"/>
              </a:lnSpc>
            </a:pP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{{exp_3_bullets_block}}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ct val="100000"/>
              </a:lnSpc>
            </a:pPr>
            <a:endParaRPr lang="es-AR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163853"/>
              </a:buClr>
              <a:buFont typeface="Wingdings" charset="2"/>
              <a:buChar char=""/>
            </a:pPr>
            <a:r>
              <a:rPr lang="en-US" sz="2640" b="1" u="none" spc="51" strike="noStrike">
                <a:solidFill>
                  <a:srgbClr val="101010"/>
                </a:solidFill>
                <a:effectLst/>
                <a:uFillTx/>
                <a:latin typeface="Poppins"/>
                <a:ea typeface="Garet Bold Italics"/>
              </a:rPr>
              <a:t> {{exp_4_role}} </a:t>
            </a:r>
            <a:r>
              <a:rPr lang="en-US" sz="2320" b="0" u="none" spc="45" strike="noStrike">
                <a:solidFill>
                  <a:srgbClr val="101010"/>
                </a:solidFill>
                <a:effectLst/>
                <a:uFillTx/>
                <a:latin typeface="Poppins"/>
                <a:ea typeface="Garet Italics"/>
              </a:rPr>
              <a:t>{{exp_4_company}} {{exp_4_dates}}</a:t>
            </a:r>
            <a:endParaRPr lang="es-AR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ct val="100000"/>
              </a:lnSpc>
            </a:pP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{{exp_4_bullets_block}}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ct val="100000"/>
              </a:lnSpc>
            </a:pPr>
            <a:endParaRPr lang="es-AR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163853"/>
              </a:buClr>
              <a:buFont typeface="Wingdings" charset="2"/>
              <a:buChar char=""/>
            </a:pPr>
            <a:r>
              <a:rPr lang="en-US" sz="2640" b="1" u="none" spc="51" strike="noStrike">
                <a:solidFill>
                  <a:srgbClr val="101010"/>
                </a:solidFill>
                <a:effectLst/>
                <a:uFillTx/>
                <a:latin typeface="Poppins"/>
                <a:ea typeface="Garet Bold Italics"/>
              </a:rPr>
              <a:t> {{exp_5_role}} </a:t>
            </a:r>
            <a:r>
              <a:rPr lang="en-US" sz="2320" b="0" u="none" spc="45" strike="noStrike">
                <a:solidFill>
                  <a:srgbClr val="101010"/>
                </a:solidFill>
                <a:effectLst/>
                <a:uFillTx/>
                <a:latin typeface="Poppins"/>
                <a:ea typeface="Garet Italics"/>
              </a:rPr>
              <a:t>{{exp_5_company}} {{exp_5_dates}}</a:t>
            </a:r>
            <a:endParaRPr lang="es-AR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ct val="100000"/>
              </a:lnSpc>
            </a:pP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{{exp_5_bullets_block}}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42"/>
          <p:cNvSpPr/>
          <p:nvPr/>
        </p:nvSpPr>
        <p:spPr>
          <a:xfrm>
            <a:off x="8670960" y="10360440"/>
            <a:ext cx="11293560" cy="190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76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43"/>
          <p:cNvSpPr/>
          <p:nvPr/>
        </p:nvSpPr>
        <p:spPr>
          <a:xfrm>
            <a:off x="8670960" y="9755280"/>
            <a:ext cx="11661480" cy="40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24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44"/>
          <p:cNvSpPr/>
          <p:nvPr/>
        </p:nvSpPr>
        <p:spPr>
          <a:xfrm>
            <a:off x="8670960" y="12436200"/>
            <a:ext cx="11293560" cy="46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70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45"/>
          <p:cNvSpPr/>
          <p:nvPr/>
        </p:nvSpPr>
        <p:spPr>
          <a:xfrm>
            <a:off x="8670960" y="13076640"/>
            <a:ext cx="11662200" cy="40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24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47"/>
          <p:cNvSpPr/>
          <p:nvPr/>
        </p:nvSpPr>
        <p:spPr>
          <a:xfrm>
            <a:off x="8695080" y="15717600"/>
            <a:ext cx="11293560" cy="46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70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48"/>
          <p:cNvSpPr/>
          <p:nvPr/>
        </p:nvSpPr>
        <p:spPr>
          <a:xfrm>
            <a:off x="8695080" y="16358040"/>
            <a:ext cx="11638080" cy="40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24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49"/>
          <p:cNvSpPr/>
          <p:nvPr/>
        </p:nvSpPr>
        <p:spPr>
          <a:xfrm>
            <a:off x="8695080" y="16890120"/>
            <a:ext cx="11293560" cy="95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767"/>
              </a:lnSpc>
            </a:pPr>
            <a:endParaRPr lang="es-AR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76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51"/>
          <p:cNvSpPr/>
          <p:nvPr/>
        </p:nvSpPr>
        <p:spPr>
          <a:xfrm>
            <a:off x="8670960" y="19747080"/>
            <a:ext cx="12562560" cy="40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24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54"/>
          <p:cNvSpPr/>
          <p:nvPr/>
        </p:nvSpPr>
        <p:spPr>
          <a:xfrm>
            <a:off x="8641800" y="23028480"/>
            <a:ext cx="12726000" cy="40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24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57"/>
          <p:cNvSpPr/>
          <p:nvPr/>
        </p:nvSpPr>
        <p:spPr>
          <a:xfrm>
            <a:off x="515880" y="106920"/>
            <a:ext cx="3976200" cy="61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86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724320" y="536040"/>
            <a:ext cx="4134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505440" y="5758200"/>
            <a:ext cx="6332400" cy="465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ts val="4535"/>
              </a:lnSpc>
            </a:pPr>
            <a:r>
              <a:rPr lang="es-AR" sz="21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[[SIDEBAR_BLOCK]]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{{#sidebar_sections_full}}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7937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268"/>
              </a:lnSpc>
            </a:pPr>
            <a:r>
              <a:rPr lang="es-AR" sz="2000" b="1" u="none" spc="-300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3969"/>
              </a:lnSpc>
            </a:pPr>
            <a:r>
              <a:rPr lang="es-AR" sz="220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{{body}}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5" name="Group 3"/>
          <p:cNvGrpSpPr/>
          <p:nvPr/>
        </p:nvGrpSpPr>
        <p:grpSpPr>
          <a:xfrm>
            <a:off x="7958520" y="8651520"/>
            <a:ext cx="12510360" cy="20160"/>
            <a:chOff x="7958520" y="8651520"/>
            <a:chExt cx="12510360" cy="20160"/>
          </a:xfrm>
        </p:grpSpPr>
        <p:sp>
          <p:nvSpPr>
            <p:cNvPr id="76" name="Freeform 1"/>
            <p:cNvSpPr/>
            <p:nvPr/>
          </p:nvSpPr>
          <p:spPr>
            <a:xfrm>
              <a:off x="7958520" y="8651520"/>
              <a:ext cx="12510360" cy="20160"/>
            </a:xfrm>
            <a:custGeom>
              <a:avLst/>
              <a:gdLst>
                <a:gd name="textAreaLeft" fmla="*/ 0 w 12510360"/>
                <a:gd name="textAreaRight" fmla="*/ 12520800 w 12510360"/>
                <a:gd name="textAreaTop" fmla="*/ 0 h 20160"/>
                <a:gd name="textAreaBottom" fmla="*/ 30600 h 20160"/>
              </a:gdLst>
              <a:ahLst/>
              <a:cxnLst/>
              <a:rect l="textAreaLeft" t="textAreaTop" r="textAreaRight" b="textAreaBottom"/>
              <a:pathLst>
                <a:path w="16694277" h="40640">
                  <a:moveTo>
                    <a:pt x="16525239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16694277" y="40640"/>
                  </a:lnTo>
                  <a:lnTo>
                    <a:pt x="16694277" y="0"/>
                  </a:lnTo>
                  <a:close/>
                </a:path>
              </a:pathLst>
            </a:custGeom>
            <a:solidFill>
              <a:srgbClr val="163853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7" name="TextBox 26"/>
          <p:cNvSpPr/>
          <p:nvPr/>
        </p:nvSpPr>
        <p:spPr>
          <a:xfrm>
            <a:off x="7931520" y="1204560"/>
            <a:ext cx="12581280" cy="174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7645"/>
              </a:lnSpc>
            </a:pPr>
            <a:r>
              <a:rPr lang="en-US" sz="7650" b="1" u="none" strike="noStrike">
                <a:solidFill>
                  <a:srgbClr val="c0504d"/>
                </a:solidFill>
                <a:effectLst/>
                <a:uFillTx/>
                <a:latin typeface="Poppins"/>
                <a:ea typeface="Poppins"/>
              </a:rPr>
              <a:t>{{name}}</a:t>
            </a:r>
            <a:endParaRPr lang="es-AR" sz="7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6092"/>
              </a:lnSpc>
            </a:pPr>
            <a:r>
              <a:rPr lang="en-US" sz="3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28"/>
          <p:cNvSpPr/>
          <p:nvPr/>
        </p:nvSpPr>
        <p:spPr>
          <a:xfrm>
            <a:off x="7958520" y="7719840"/>
            <a:ext cx="12537360" cy="70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2"/>
              </a:lnSpc>
            </a:pPr>
            <a:r>
              <a:rPr lang="en-US" sz="3959" b="1" u="none" spc="468" strike="noStrike">
                <a:solidFill>
                  <a:srgbClr val="c0504d"/>
                </a:solidFill>
                <a:effectLst/>
                <a:uFillTx/>
                <a:latin typeface="Poppins"/>
                <a:ea typeface="Now Bold"/>
              </a:rPr>
              <a:t>EXPERIENCIA LABORAL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9" name="Group 29"/>
          <p:cNvGrpSpPr/>
          <p:nvPr/>
        </p:nvGrpSpPr>
        <p:grpSpPr>
          <a:xfrm>
            <a:off x="8017200" y="4676760"/>
            <a:ext cx="12478680" cy="20160"/>
            <a:chOff x="8017200" y="4676760"/>
            <a:chExt cx="12478680" cy="20160"/>
          </a:xfrm>
        </p:grpSpPr>
        <p:sp>
          <p:nvSpPr>
            <p:cNvPr id="80" name="Freeform 30"/>
            <p:cNvSpPr/>
            <p:nvPr/>
          </p:nvSpPr>
          <p:spPr>
            <a:xfrm>
              <a:off x="8017200" y="4676760"/>
              <a:ext cx="12478680" cy="20160"/>
            </a:xfrm>
            <a:custGeom>
              <a:avLst/>
              <a:gdLst>
                <a:gd name="textAreaLeft" fmla="*/ 0 w 12478680"/>
                <a:gd name="textAreaRight" fmla="*/ 12489120 w 12478680"/>
                <a:gd name="textAreaTop" fmla="*/ 0 h 20160"/>
                <a:gd name="textAreaBottom" fmla="*/ 30600 h 20160"/>
              </a:gdLst>
              <a:ahLst/>
              <a:cxnLst/>
              <a:rect l="textAreaLeft" t="textAreaTop" r="textAreaRight" b="textAreaBottom"/>
              <a:pathLst>
                <a:path w="16652239" h="40640">
                  <a:moveTo>
                    <a:pt x="16483076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16652239" y="40640"/>
                  </a:lnTo>
                  <a:lnTo>
                    <a:pt x="16652239" y="0"/>
                  </a:lnTo>
                  <a:close/>
                </a:path>
              </a:pathLst>
            </a:custGeom>
            <a:solidFill>
              <a:srgbClr val="163853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1" name="TextBox 31"/>
          <p:cNvSpPr/>
          <p:nvPr/>
        </p:nvSpPr>
        <p:spPr>
          <a:xfrm>
            <a:off x="8017200" y="3807000"/>
            <a:ext cx="12478680" cy="70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2"/>
              </a:lnSpc>
            </a:pPr>
            <a:r>
              <a:rPr lang="en-US" sz="3959" b="1" u="none" spc="468" strike="noStrike">
                <a:solidFill>
                  <a:srgbClr val="c0504d"/>
                </a:solidFill>
                <a:effectLst/>
                <a:uFillTx/>
                <a:latin typeface="Poppins"/>
                <a:ea typeface="Now Bold"/>
              </a:rPr>
              <a:t>PERFIL PROFESIONAL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32"/>
          <p:cNvSpPr/>
          <p:nvPr/>
        </p:nvSpPr>
        <p:spPr>
          <a:xfrm>
            <a:off x="8017200" y="4770720"/>
            <a:ext cx="1247868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169"/>
              </a:lnSpc>
            </a:pPr>
            <a:r>
              <a:rPr lang="en-US" sz="22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DAG9kLNdTUY</dc:identifier>
  <dc:language>es-AR</dc:language>
  <cp:lastModifiedBy/>
  <dcterms:modified xsi:type="dcterms:W3CDTF">2026-03-05T14:00:37Z</dcterms:modified>
  <cp:revision>28</cp:revision>
  <dc:subject/>
  <dc:title>Plantilla_oficial_7.pptx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