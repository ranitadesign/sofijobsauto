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Garet"/>
      <p:regular r:id="rId6"/>
      <p:bold r:id="rId6"/>
    </p:embeddedFont>
    <p:embeddedFont>
      <p:font typeface="Poppins Bold"/>
    </p:embeddedFont>
    <p:embeddedFont>
      <p:font typeface="Microsoft YaHei"/>
      <p:regular r:id="rId7"/>
    </p:embeddedFont>
    <p:embeddedFont>
      <p:font typeface="Montserrat"/>
      <p:regular r:id="rId8"/>
      <p:bold r:id="rId8"/>
    </p:embeddedFont>
    <p:embeddedFont>
      <p:font typeface="Proxima Nova"/>
      <p:regular r:id="rId9"/>
      <p:bold r:id="rId9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Garet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font" Target="fonts/Font_6_Proxima_Nova_Regular.fntdata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960" cy="115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44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960" cy="46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1B1C54-9115-4742-8658-EE334E057E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200" cy="5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200" cy="410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200" cy="79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4AB4E1-C18A-4801-9D69-76D89BF10A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200" cy="14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E82348-F14C-42BE-89FA-9F8455AA20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B239E4-9B1C-4860-9F09-05EB13DC3A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20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72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1A927D-4810-4A8C-9EA9-0C7088D8A29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B4751F-A3C0-4A18-8CDE-49FE5BB023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200" cy="135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200" cy="14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B0A302-7040-493B-AB56-BAA73B88BC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66C6FD-65F9-4421-B682-CFA94E278A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08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08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52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52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DFDE1C-FC4F-4EA8-9B6F-C57B34B6AD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2A1517-F441-456D-9D8B-4B68CFD781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26DBCF-902A-4FD5-9D07-8DC344367E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916920" y="204480"/>
            <a:ext cx="1955196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4"/>
          <p:cNvSpPr/>
          <p:nvPr/>
        </p:nvSpPr>
        <p:spPr>
          <a:xfrm>
            <a:off x="7200000" y="351036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5"/>
          <p:cNvSpPr/>
          <p:nvPr/>
        </p:nvSpPr>
        <p:spPr>
          <a:xfrm>
            <a:off x="7366320" y="3635640"/>
            <a:ext cx="101880" cy="226080"/>
          </a:xfrm>
          <a:custGeom>
            <a:avLst/>
            <a:gdLst>
              <a:gd name="textAreaLeft" fmla="*/ 0 w 101880"/>
              <a:gd name="textAreaRight" fmla="*/ 109080 w 101880"/>
              <a:gd name="textAreaTop" fmla="*/ 0 h 226080"/>
              <a:gd name="textAreaBottom" fmla="*/ 233280 h 22608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6"/>
          <p:cNvSpPr/>
          <p:nvPr/>
        </p:nvSpPr>
        <p:spPr>
          <a:xfrm>
            <a:off x="7838640" y="3492000"/>
            <a:ext cx="3474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7"/>
          <p:cNvSpPr/>
          <p:nvPr/>
        </p:nvSpPr>
        <p:spPr>
          <a:xfrm>
            <a:off x="916920" y="350172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8"/>
          <p:cNvSpPr/>
          <p:nvPr/>
        </p:nvSpPr>
        <p:spPr>
          <a:xfrm>
            <a:off x="1036080" y="3648240"/>
            <a:ext cx="207720" cy="183600"/>
          </a:xfrm>
          <a:custGeom>
            <a:avLst/>
            <a:gdLst>
              <a:gd name="textAreaLeft" fmla="*/ 0 w 207720"/>
              <a:gd name="textAreaRight" fmla="*/ 214920 w 207720"/>
              <a:gd name="textAreaTop" fmla="*/ 0 h 183600"/>
              <a:gd name="textAreaBottom" fmla="*/ 190800 h 18360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9"/>
          <p:cNvSpPr/>
          <p:nvPr/>
        </p:nvSpPr>
        <p:spPr>
          <a:xfrm>
            <a:off x="1555560" y="3492000"/>
            <a:ext cx="5279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10"/>
          <p:cNvSpPr/>
          <p:nvPr/>
        </p:nvSpPr>
        <p:spPr>
          <a:xfrm>
            <a:off x="11805120" y="3514320"/>
            <a:ext cx="446040" cy="446040"/>
          </a:xfrm>
          <a:custGeom>
            <a:avLst/>
            <a:gdLst>
              <a:gd name="textAreaLeft" fmla="*/ 0 w 446040"/>
              <a:gd name="textAreaRight" fmla="*/ 453240 w 446040"/>
              <a:gd name="textAreaTop" fmla="*/ 0 h 446040"/>
              <a:gd name="textAreaBottom" fmla="*/ 453240 h 44604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1"/>
          <p:cNvSpPr/>
          <p:nvPr/>
        </p:nvSpPr>
        <p:spPr>
          <a:xfrm>
            <a:off x="12474000" y="3438720"/>
            <a:ext cx="44974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12"/>
          <p:cNvGrpSpPr/>
          <p:nvPr/>
        </p:nvGrpSpPr>
        <p:grpSpPr>
          <a:xfrm>
            <a:off x="1260000" y="5134320"/>
            <a:ext cx="18952920" cy="19800"/>
            <a:chOff x="1260000" y="5134320"/>
            <a:chExt cx="18952920" cy="19800"/>
          </a:xfrm>
        </p:grpSpPr>
        <p:sp>
          <p:nvSpPr>
            <p:cNvPr id="69" name="Freeform 13"/>
            <p:cNvSpPr/>
            <p:nvPr/>
          </p:nvSpPr>
          <p:spPr>
            <a:xfrm>
              <a:off x="1260000" y="513432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14"/>
          <p:cNvSpPr/>
          <p:nvPr/>
        </p:nvSpPr>
        <p:spPr>
          <a:xfrm>
            <a:off x="1203480" y="5199480"/>
            <a:ext cx="18952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5"/>
          <p:cNvSpPr/>
          <p:nvPr/>
        </p:nvSpPr>
        <p:spPr>
          <a:xfrm>
            <a:off x="1203480" y="45720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21"/>
          <p:cNvGrpSpPr/>
          <p:nvPr/>
        </p:nvGrpSpPr>
        <p:grpSpPr>
          <a:xfrm>
            <a:off x="1213920" y="7791480"/>
            <a:ext cx="18952920" cy="19800"/>
            <a:chOff x="1213920" y="7791480"/>
            <a:chExt cx="18952920" cy="19800"/>
          </a:xfrm>
        </p:grpSpPr>
        <p:sp>
          <p:nvSpPr>
            <p:cNvPr id="73" name="Freeform 22"/>
            <p:cNvSpPr/>
            <p:nvPr/>
          </p:nvSpPr>
          <p:spPr>
            <a:xfrm>
              <a:off x="1213920" y="779148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TextBox 23"/>
          <p:cNvSpPr/>
          <p:nvPr/>
        </p:nvSpPr>
        <p:spPr>
          <a:xfrm>
            <a:off x="1213920" y="72720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5"/>
          <p:cNvSpPr/>
          <p:nvPr/>
        </p:nvSpPr>
        <p:spPr>
          <a:xfrm>
            <a:off x="1141920" y="7740000"/>
            <a:ext cx="18952920" cy="41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3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83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lang="es-AR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83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lang="es-AR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83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lang="es-AR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7"/>
          <p:cNvGrpSpPr/>
          <p:nvPr/>
        </p:nvGrpSpPr>
        <p:grpSpPr>
          <a:xfrm>
            <a:off x="1065960" y="19567080"/>
            <a:ext cx="18952920" cy="19800"/>
            <a:chOff x="1065960" y="19567080"/>
            <a:chExt cx="18952920" cy="19800"/>
          </a:xfrm>
        </p:grpSpPr>
        <p:sp>
          <p:nvSpPr>
            <p:cNvPr id="77" name="Freeform 28"/>
            <p:cNvSpPr/>
            <p:nvPr/>
          </p:nvSpPr>
          <p:spPr>
            <a:xfrm>
              <a:off x="1065960" y="1956708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29"/>
          <p:cNvSpPr/>
          <p:nvPr/>
        </p:nvSpPr>
        <p:spPr>
          <a:xfrm>
            <a:off x="1065960" y="1906452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2"/>
          <p:cNvGrpSpPr/>
          <p:nvPr/>
        </p:nvGrpSpPr>
        <p:grpSpPr>
          <a:xfrm>
            <a:off x="1080000" y="27107280"/>
            <a:ext cx="18952920" cy="19800"/>
            <a:chOff x="1080000" y="27107280"/>
            <a:chExt cx="18952920" cy="19800"/>
          </a:xfrm>
        </p:grpSpPr>
        <p:sp>
          <p:nvSpPr>
            <p:cNvPr id="80" name="Freeform 33"/>
            <p:cNvSpPr/>
            <p:nvPr/>
          </p:nvSpPr>
          <p:spPr>
            <a:xfrm>
              <a:off x="1080000" y="2710728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4"/>
          <p:cNvSpPr/>
          <p:nvPr/>
        </p:nvSpPr>
        <p:spPr>
          <a:xfrm>
            <a:off x="1065960" y="2730420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5"/>
          <p:cNvSpPr/>
          <p:nvPr/>
        </p:nvSpPr>
        <p:spPr>
          <a:xfrm>
            <a:off x="1080000" y="266040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0"/>
          <p:cNvSpPr/>
          <p:nvPr/>
        </p:nvSpPr>
        <p:spPr>
          <a:xfrm>
            <a:off x="1066320" y="2059812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1"/>
          <p:cNvSpPr/>
          <p:nvPr/>
        </p:nvSpPr>
        <p:spPr>
          <a:xfrm>
            <a:off x="1066320" y="19589400"/>
            <a:ext cx="190915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2"/>
          <p:cNvSpPr/>
          <p:nvPr/>
        </p:nvSpPr>
        <p:spPr>
          <a:xfrm>
            <a:off x="6972480" y="20657520"/>
            <a:ext cx="598140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86" name="TextBox 43"/>
          <p:cNvSpPr/>
          <p:nvPr/>
        </p:nvSpPr>
        <p:spPr>
          <a:xfrm>
            <a:off x="7920360" y="19769400"/>
            <a:ext cx="557712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4"/>
          <p:cNvSpPr/>
          <p:nvPr/>
        </p:nvSpPr>
        <p:spPr>
          <a:xfrm>
            <a:off x="14040000" y="2068560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5"/>
          <p:cNvSpPr/>
          <p:nvPr/>
        </p:nvSpPr>
        <p:spPr>
          <a:xfrm>
            <a:off x="14760000" y="1976940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1066320" y="21763440"/>
            <a:ext cx="18952920" cy="19800"/>
            <a:chOff x="1066320" y="21763440"/>
            <a:chExt cx="18952920" cy="19800"/>
          </a:xfrm>
        </p:grpSpPr>
        <p:sp>
          <p:nvSpPr>
            <p:cNvPr id="90" name="Freeform 1"/>
            <p:cNvSpPr/>
            <p:nvPr/>
          </p:nvSpPr>
          <p:spPr>
            <a:xfrm>
              <a:off x="1066320" y="217634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1"/>
          <p:cNvSpPr/>
          <p:nvPr/>
        </p:nvSpPr>
        <p:spPr>
          <a:xfrm>
            <a:off x="1066320" y="2126088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1066680" y="2279448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1066680" y="21857760"/>
            <a:ext cx="19091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8"/>
          <p:cNvSpPr/>
          <p:nvPr/>
        </p:nvSpPr>
        <p:spPr>
          <a:xfrm>
            <a:off x="14040360" y="2288196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14760360" y="2196576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2"/>
          <p:cNvGrpSpPr/>
          <p:nvPr/>
        </p:nvGrpSpPr>
        <p:grpSpPr>
          <a:xfrm>
            <a:off x="1066680" y="23635800"/>
            <a:ext cx="18952920" cy="19800"/>
            <a:chOff x="1066680" y="23635800"/>
            <a:chExt cx="18952920" cy="19800"/>
          </a:xfrm>
        </p:grpSpPr>
        <p:sp>
          <p:nvSpPr>
            <p:cNvPr id="97" name="Freeform 2"/>
            <p:cNvSpPr/>
            <p:nvPr/>
          </p:nvSpPr>
          <p:spPr>
            <a:xfrm>
              <a:off x="1066680" y="2363580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5"/>
          <p:cNvSpPr/>
          <p:nvPr/>
        </p:nvSpPr>
        <p:spPr>
          <a:xfrm>
            <a:off x="1066680" y="2309724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1067040" y="2553084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2"/>
          <p:cNvSpPr/>
          <p:nvPr/>
        </p:nvSpPr>
        <p:spPr>
          <a:xfrm>
            <a:off x="1067040" y="23652360"/>
            <a:ext cx="1909152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3"/>
          <p:cNvSpPr/>
          <p:nvPr/>
        </p:nvSpPr>
        <p:spPr>
          <a:xfrm>
            <a:off x="14040720" y="2561832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6"/>
          <p:cNvSpPr/>
          <p:nvPr/>
        </p:nvSpPr>
        <p:spPr>
          <a:xfrm>
            <a:off x="14760720" y="2470212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2026-03-09T19:47:34Z</dcterms:modified>
  <cp:revision>21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