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A54621-424F-4E9F-90C6-E2DC55A3D9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BE211D-6461-478C-8FDA-BFBA2609B0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399657-0267-465B-BADF-3E626F244E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27650B-6584-4D67-A467-09494F15DDC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0DAFC7-39E9-42AB-BEC7-296E191AD7E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A9E836-074B-4AC1-9953-DDAD1A870B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9E425B-F768-42EC-91D2-C02F7F1A42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D63561-CABF-4893-A586-1793EAA4E2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64635C-C714-49D4-A727-796804DE9B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45F21A-A4AF-4446-8433-A6FFD661BF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3F9CBC-262A-47B6-8BDB-7BF10030B6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"/>
          <p:cNvSpPr/>
          <p:nvPr/>
        </p:nvSpPr>
        <p:spPr>
          <a:xfrm>
            <a:off x="916920" y="852480"/>
            <a:ext cx="1955304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4"/>
          <p:cNvSpPr/>
          <p:nvPr/>
        </p:nvSpPr>
        <p:spPr>
          <a:xfrm>
            <a:off x="7200000" y="4158360"/>
            <a:ext cx="435600" cy="451080"/>
          </a:xfrm>
          <a:custGeom>
            <a:avLst/>
            <a:gdLst>
              <a:gd name="textAreaLeft" fmla="*/ 0 w 435600"/>
              <a:gd name="textAreaRight" fmla="*/ 441720 w 435600"/>
              <a:gd name="textAreaTop" fmla="*/ 0 h 451080"/>
              <a:gd name="textAreaBottom" fmla="*/ 457200 h 4510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5"/>
          <p:cNvSpPr/>
          <p:nvPr/>
        </p:nvSpPr>
        <p:spPr>
          <a:xfrm>
            <a:off x="7366320" y="4283640"/>
            <a:ext cx="102960" cy="227160"/>
          </a:xfrm>
          <a:custGeom>
            <a:avLst/>
            <a:gdLst>
              <a:gd name="textAreaLeft" fmla="*/ 0 w 102960"/>
              <a:gd name="textAreaRight" fmla="*/ 109080 w 102960"/>
              <a:gd name="textAreaTop" fmla="*/ 0 h 227160"/>
              <a:gd name="textAreaBottom" fmla="*/ 233280 h 22716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6"/>
          <p:cNvSpPr/>
          <p:nvPr/>
        </p:nvSpPr>
        <p:spPr>
          <a:xfrm>
            <a:off x="7838640" y="4140000"/>
            <a:ext cx="34750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7"/>
          <p:cNvSpPr/>
          <p:nvPr/>
        </p:nvSpPr>
        <p:spPr>
          <a:xfrm>
            <a:off x="916920" y="4149720"/>
            <a:ext cx="435600" cy="451080"/>
          </a:xfrm>
          <a:custGeom>
            <a:avLst/>
            <a:gdLst>
              <a:gd name="textAreaLeft" fmla="*/ 0 w 435600"/>
              <a:gd name="textAreaRight" fmla="*/ 441720 w 435600"/>
              <a:gd name="textAreaTop" fmla="*/ 0 h 451080"/>
              <a:gd name="textAreaBottom" fmla="*/ 457200 h 45108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8"/>
          <p:cNvSpPr/>
          <p:nvPr/>
        </p:nvSpPr>
        <p:spPr>
          <a:xfrm>
            <a:off x="1036080" y="4296240"/>
            <a:ext cx="208800" cy="184680"/>
          </a:xfrm>
          <a:custGeom>
            <a:avLst/>
            <a:gdLst>
              <a:gd name="textAreaLeft" fmla="*/ 0 w 208800"/>
              <a:gd name="textAreaRight" fmla="*/ 214920 w 208800"/>
              <a:gd name="textAreaTop" fmla="*/ 0 h 184680"/>
              <a:gd name="textAreaBottom" fmla="*/ 190800 h 18468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9"/>
          <p:cNvSpPr/>
          <p:nvPr/>
        </p:nvSpPr>
        <p:spPr>
          <a:xfrm>
            <a:off x="1555560" y="4140000"/>
            <a:ext cx="52804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10"/>
          <p:cNvSpPr/>
          <p:nvPr/>
        </p:nvSpPr>
        <p:spPr>
          <a:xfrm>
            <a:off x="11805120" y="4162320"/>
            <a:ext cx="447120" cy="447120"/>
          </a:xfrm>
          <a:custGeom>
            <a:avLst/>
            <a:gdLst>
              <a:gd name="textAreaLeft" fmla="*/ 0 w 447120"/>
              <a:gd name="textAreaRight" fmla="*/ 453240 w 447120"/>
              <a:gd name="textAreaTop" fmla="*/ 0 h 447120"/>
              <a:gd name="textAreaBottom" fmla="*/ 453240 h 44712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1"/>
          <p:cNvSpPr/>
          <p:nvPr/>
        </p:nvSpPr>
        <p:spPr>
          <a:xfrm>
            <a:off x="12474000" y="4086720"/>
            <a:ext cx="4498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2"/>
          <p:cNvGrpSpPr/>
          <p:nvPr/>
        </p:nvGrpSpPr>
        <p:grpSpPr>
          <a:xfrm>
            <a:off x="1260000" y="5782320"/>
            <a:ext cx="18954000" cy="20880"/>
            <a:chOff x="1260000" y="5782320"/>
            <a:chExt cx="18954000" cy="20880"/>
          </a:xfrm>
        </p:grpSpPr>
        <p:sp>
          <p:nvSpPr>
            <p:cNvPr id="69" name="Freeform 13"/>
            <p:cNvSpPr/>
            <p:nvPr/>
          </p:nvSpPr>
          <p:spPr>
            <a:xfrm>
              <a:off x="1260000" y="5782320"/>
              <a:ext cx="18954000" cy="20880"/>
            </a:xfrm>
            <a:custGeom>
              <a:avLst/>
              <a:gdLst>
                <a:gd name="textAreaLeft" fmla="*/ 0 w 18954000"/>
                <a:gd name="textAreaRight" fmla="*/ 18960120 w 18954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4"/>
          <p:cNvSpPr/>
          <p:nvPr/>
        </p:nvSpPr>
        <p:spPr>
          <a:xfrm>
            <a:off x="1203480" y="5847480"/>
            <a:ext cx="18954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5"/>
          <p:cNvSpPr/>
          <p:nvPr/>
        </p:nvSpPr>
        <p:spPr>
          <a:xfrm>
            <a:off x="1203480" y="5220000"/>
            <a:ext cx="18954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21"/>
          <p:cNvGrpSpPr/>
          <p:nvPr/>
        </p:nvGrpSpPr>
        <p:grpSpPr>
          <a:xfrm>
            <a:off x="1213920" y="8439480"/>
            <a:ext cx="18954000" cy="20880"/>
            <a:chOff x="1213920" y="8439480"/>
            <a:chExt cx="18954000" cy="20880"/>
          </a:xfrm>
        </p:grpSpPr>
        <p:sp>
          <p:nvSpPr>
            <p:cNvPr id="73" name="Freeform 22"/>
            <p:cNvSpPr/>
            <p:nvPr/>
          </p:nvSpPr>
          <p:spPr>
            <a:xfrm>
              <a:off x="1213920" y="8439480"/>
              <a:ext cx="18954000" cy="20880"/>
            </a:xfrm>
            <a:custGeom>
              <a:avLst/>
              <a:gdLst>
                <a:gd name="textAreaLeft" fmla="*/ 0 w 18954000"/>
                <a:gd name="textAreaRight" fmla="*/ 18960120 w 18954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23"/>
          <p:cNvSpPr/>
          <p:nvPr/>
        </p:nvSpPr>
        <p:spPr>
          <a:xfrm>
            <a:off x="1213920" y="7920000"/>
            <a:ext cx="18954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5"/>
          <p:cNvSpPr/>
          <p:nvPr/>
        </p:nvSpPr>
        <p:spPr>
          <a:xfrm>
            <a:off x="1213920" y="9000000"/>
            <a:ext cx="18954000" cy="627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r>
              <a:rPr lang="en-US" sz="283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83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27"/>
          <p:cNvGrpSpPr/>
          <p:nvPr/>
        </p:nvGrpSpPr>
        <p:grpSpPr>
          <a:xfrm>
            <a:off x="1065960" y="21547080"/>
            <a:ext cx="18954000" cy="20880"/>
            <a:chOff x="1065960" y="21547080"/>
            <a:chExt cx="18954000" cy="20880"/>
          </a:xfrm>
        </p:grpSpPr>
        <p:sp>
          <p:nvSpPr>
            <p:cNvPr id="77" name="Freeform 28"/>
            <p:cNvSpPr/>
            <p:nvPr/>
          </p:nvSpPr>
          <p:spPr>
            <a:xfrm>
              <a:off x="1065960" y="21547080"/>
              <a:ext cx="18954000" cy="20880"/>
            </a:xfrm>
            <a:custGeom>
              <a:avLst/>
              <a:gdLst>
                <a:gd name="textAreaLeft" fmla="*/ 0 w 18954000"/>
                <a:gd name="textAreaRight" fmla="*/ 18960120 w 18954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29"/>
          <p:cNvSpPr/>
          <p:nvPr/>
        </p:nvSpPr>
        <p:spPr>
          <a:xfrm>
            <a:off x="1065960" y="21044520"/>
            <a:ext cx="18954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oup 32"/>
          <p:cNvGrpSpPr/>
          <p:nvPr/>
        </p:nvGrpSpPr>
        <p:grpSpPr>
          <a:xfrm>
            <a:off x="1080000" y="24479280"/>
            <a:ext cx="18954000" cy="20880"/>
            <a:chOff x="1080000" y="24479280"/>
            <a:chExt cx="18954000" cy="20880"/>
          </a:xfrm>
        </p:grpSpPr>
        <p:sp>
          <p:nvSpPr>
            <p:cNvPr id="80" name="Freeform 33"/>
            <p:cNvSpPr/>
            <p:nvPr/>
          </p:nvSpPr>
          <p:spPr>
            <a:xfrm>
              <a:off x="1080000" y="24479280"/>
              <a:ext cx="18954000" cy="20880"/>
            </a:xfrm>
            <a:custGeom>
              <a:avLst/>
              <a:gdLst>
                <a:gd name="textAreaLeft" fmla="*/ 0 w 18954000"/>
                <a:gd name="textAreaRight" fmla="*/ 18960120 w 18954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34"/>
          <p:cNvSpPr/>
          <p:nvPr/>
        </p:nvSpPr>
        <p:spPr>
          <a:xfrm>
            <a:off x="1065960" y="24712200"/>
            <a:ext cx="1927260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5"/>
          <p:cNvSpPr/>
          <p:nvPr/>
        </p:nvSpPr>
        <p:spPr>
          <a:xfrm>
            <a:off x="1080000" y="23940000"/>
            <a:ext cx="18954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1066320" y="22578120"/>
            <a:ext cx="58176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1"/>
          <p:cNvSpPr/>
          <p:nvPr/>
        </p:nvSpPr>
        <p:spPr>
          <a:xfrm>
            <a:off x="1066320" y="21749400"/>
            <a:ext cx="1909260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2"/>
          <p:cNvSpPr/>
          <p:nvPr/>
        </p:nvSpPr>
        <p:spPr>
          <a:xfrm>
            <a:off x="6972480" y="22637520"/>
            <a:ext cx="598248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Lato"/>
            </a:endParaRPr>
          </a:p>
        </p:txBody>
      </p:sp>
      <p:sp>
        <p:nvSpPr>
          <p:cNvPr id="86" name="TextBox 43"/>
          <p:cNvSpPr/>
          <p:nvPr/>
        </p:nvSpPr>
        <p:spPr>
          <a:xfrm>
            <a:off x="7920360" y="21749400"/>
            <a:ext cx="5578200" cy="90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44"/>
          <p:cNvSpPr/>
          <p:nvPr/>
        </p:nvSpPr>
        <p:spPr>
          <a:xfrm>
            <a:off x="14040000" y="22665600"/>
            <a:ext cx="57528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r"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5"/>
          <p:cNvSpPr/>
          <p:nvPr/>
        </p:nvSpPr>
        <p:spPr>
          <a:xfrm>
            <a:off x="14760000" y="21749400"/>
            <a:ext cx="575280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"/>
          <p:cNvGrpSpPr/>
          <p:nvPr/>
        </p:nvGrpSpPr>
        <p:grpSpPr>
          <a:xfrm>
            <a:off x="1065960" y="28382760"/>
            <a:ext cx="18952200" cy="19080"/>
            <a:chOff x="1065960" y="28382760"/>
            <a:chExt cx="18952200" cy="19080"/>
          </a:xfrm>
        </p:grpSpPr>
        <p:sp>
          <p:nvSpPr>
            <p:cNvPr id="90" name="Freeform 1"/>
            <p:cNvSpPr/>
            <p:nvPr/>
          </p:nvSpPr>
          <p:spPr>
            <a:xfrm>
              <a:off x="1065960" y="2838276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5"/>
          <p:cNvSpPr/>
          <p:nvPr/>
        </p:nvSpPr>
        <p:spPr>
          <a:xfrm>
            <a:off x="1036080" y="28791000"/>
            <a:ext cx="6343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7"/>
          <p:cNvSpPr/>
          <p:nvPr/>
        </p:nvSpPr>
        <p:spPr>
          <a:xfrm>
            <a:off x="7740000" y="28800360"/>
            <a:ext cx="6120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8"/>
          <p:cNvSpPr/>
          <p:nvPr/>
        </p:nvSpPr>
        <p:spPr>
          <a:xfrm>
            <a:off x="1065960" y="278802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6"/>
          <p:cNvSpPr/>
          <p:nvPr/>
        </p:nvSpPr>
        <p:spPr>
          <a:xfrm>
            <a:off x="14427000" y="28791000"/>
            <a:ext cx="5553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2026-02-13T13:25:08Z</dcterms:modified>
  <cp:revision>18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