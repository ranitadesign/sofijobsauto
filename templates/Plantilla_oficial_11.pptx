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roxima nova"/>
    </p:embeddedFont>
    <p:embeddedFont>
      <p:font typeface="Lato"/>
      <p:regular r:id="rId4"/>
      <p:bold r:id="rId4"/>
    </p:embeddedFont>
    <p:embeddedFont>
      <p:font typeface="Poppins"/>
      <p:regular r:id="rId5"/>
      <p:bold r:id="rId5"/>
    </p:embeddedFont>
    <p:embeddedFont>
      <p:font typeface="Poppins Bold"/>
    </p:embeddedFont>
    <p:embeddedFont>
      <p:font typeface="Microsoft YaHei"/>
      <p:regular r:id="rId6"/>
    </p:embeddedFont>
    <p:embeddedFont>
      <p:font typeface="Garet"/>
    </p:embeddedFont>
    <p:embeddedFont>
      <p:font typeface="Montserrat"/>
      <p:regular r:id="rId7"/>
      <p:bold r:id="rId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Lato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Microsoft_YaHei_Regular.fntdata"/><Relationship Id="rId7" Type="http://schemas.openxmlformats.org/officeDocument/2006/relationships/font" Target="fonts/Font_4_Montserrat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5920" cy="13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5920" cy="149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717FA4-BBF4-4044-B9FA-008C6163CB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F887A1-1D0B-4858-8B82-468B05F4F7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380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380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524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524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152E64-FEAE-4B52-AA00-5AB2C7F090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2E9385-D98D-4245-B541-B19F66EFC3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DDEC4E-2FAB-4517-AFEF-BB6C7CAEE2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168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5160" cy="584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1680" cy="468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33C76C-4D1A-483C-9B35-C6330DCA0B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9920" cy="56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9920" cy="410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992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4E1215-A14B-4A00-AC97-666E91D9E2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5920" cy="14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429C3E-D601-4C3F-A64B-CA274E8975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C36D88-7A2C-48E6-B93A-341D047EBB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092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344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49FB9D-67DA-4732-9D84-CECB65F34B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0CF2CA-0B74-4D85-8BEA-B26E068AA2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/>
          <p:nvPr/>
        </p:nvSpPr>
        <p:spPr>
          <a:xfrm>
            <a:off x="916920" y="852480"/>
            <a:ext cx="19552680" cy="20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98"/>
              </a:lnSpc>
            </a:pPr>
            <a:r>
              <a:rPr lang="en-US" sz="736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547"/>
              </a:lnSpc>
            </a:pPr>
            <a:r>
              <a:rPr lang="en-US" sz="3959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reeform 4"/>
          <p:cNvSpPr/>
          <p:nvPr/>
        </p:nvSpPr>
        <p:spPr>
          <a:xfrm>
            <a:off x="7200000" y="4158360"/>
            <a:ext cx="435240" cy="450720"/>
          </a:xfrm>
          <a:custGeom>
            <a:avLst/>
            <a:gdLst>
              <a:gd name="textAreaLeft" fmla="*/ 0 w 435240"/>
              <a:gd name="textAreaRight" fmla="*/ 441720 w 435240"/>
              <a:gd name="textAreaTop" fmla="*/ 0 h 450720"/>
              <a:gd name="textAreaBottom" fmla="*/ 457200 h 45072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6" y="0"/>
                </a:lnTo>
                <a:lnTo>
                  <a:pt x="441626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Freeform 5"/>
          <p:cNvSpPr/>
          <p:nvPr/>
        </p:nvSpPr>
        <p:spPr>
          <a:xfrm>
            <a:off x="7366320" y="4283640"/>
            <a:ext cx="102600" cy="226800"/>
          </a:xfrm>
          <a:custGeom>
            <a:avLst/>
            <a:gdLst>
              <a:gd name="textAreaLeft" fmla="*/ 0 w 102600"/>
              <a:gd name="textAreaRight" fmla="*/ 109080 w 102600"/>
              <a:gd name="textAreaTop" fmla="*/ 0 h 226800"/>
              <a:gd name="textAreaBottom" fmla="*/ 233280 h 226800"/>
            </a:gdLst>
            <a:ahLst/>
            <a:cxnLst/>
            <a:rect l="textAreaLeft" t="textAreaTop" r="textAreaRight" b="textAreaBottom"/>
            <a:pathLst>
              <a:path w="109023" h="233210">
                <a:moveTo>
                  <a:pt x="0" y="0"/>
                </a:moveTo>
                <a:lnTo>
                  <a:pt x="109023" y="0"/>
                </a:lnTo>
                <a:lnTo>
                  <a:pt x="109023" y="233210"/>
                </a:lnTo>
                <a:lnTo>
                  <a:pt x="0" y="2332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6"/>
          <p:cNvSpPr/>
          <p:nvPr/>
        </p:nvSpPr>
        <p:spPr>
          <a:xfrm>
            <a:off x="7838640" y="4140000"/>
            <a:ext cx="34747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reeform 7"/>
          <p:cNvSpPr/>
          <p:nvPr/>
        </p:nvSpPr>
        <p:spPr>
          <a:xfrm>
            <a:off x="916920" y="4149720"/>
            <a:ext cx="435240" cy="450720"/>
          </a:xfrm>
          <a:custGeom>
            <a:avLst/>
            <a:gdLst>
              <a:gd name="textAreaLeft" fmla="*/ 0 w 435240"/>
              <a:gd name="textAreaRight" fmla="*/ 441720 w 435240"/>
              <a:gd name="textAreaTop" fmla="*/ 0 h 450720"/>
              <a:gd name="textAreaBottom" fmla="*/ 457200 h 45072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7" y="0"/>
                </a:lnTo>
                <a:lnTo>
                  <a:pt x="441627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reeform 8"/>
          <p:cNvSpPr/>
          <p:nvPr/>
        </p:nvSpPr>
        <p:spPr>
          <a:xfrm>
            <a:off x="1036080" y="4296240"/>
            <a:ext cx="208440" cy="184320"/>
          </a:xfrm>
          <a:custGeom>
            <a:avLst/>
            <a:gdLst>
              <a:gd name="textAreaLeft" fmla="*/ 0 w 208440"/>
              <a:gd name="textAreaRight" fmla="*/ 214920 w 208440"/>
              <a:gd name="textAreaTop" fmla="*/ 0 h 184320"/>
              <a:gd name="textAreaBottom" fmla="*/ 190800 h 184320"/>
            </a:gdLst>
            <a:ahLst/>
            <a:cxnLst/>
            <a:rect l="textAreaLeft" t="textAreaTop" r="textAreaRight" b="textAreaBottom"/>
            <a:pathLst>
              <a:path w="214865" h="190643">
                <a:moveTo>
                  <a:pt x="0" y="0"/>
                </a:moveTo>
                <a:lnTo>
                  <a:pt x="214865" y="0"/>
                </a:lnTo>
                <a:lnTo>
                  <a:pt x="214865" y="190643"/>
                </a:lnTo>
                <a:lnTo>
                  <a:pt x="0" y="1906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9"/>
          <p:cNvSpPr/>
          <p:nvPr/>
        </p:nvSpPr>
        <p:spPr>
          <a:xfrm>
            <a:off x="1555560" y="4140000"/>
            <a:ext cx="52801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10"/>
          <p:cNvSpPr/>
          <p:nvPr/>
        </p:nvSpPr>
        <p:spPr>
          <a:xfrm>
            <a:off x="11805120" y="4162320"/>
            <a:ext cx="446760" cy="446760"/>
          </a:xfrm>
          <a:custGeom>
            <a:avLst/>
            <a:gdLst>
              <a:gd name="textAreaLeft" fmla="*/ 0 w 446760"/>
              <a:gd name="textAreaRight" fmla="*/ 453240 w 446760"/>
              <a:gd name="textAreaTop" fmla="*/ 0 h 446760"/>
              <a:gd name="textAreaBottom" fmla="*/ 453240 h 446760"/>
            </a:gdLst>
            <a:ahLst/>
            <a:cxnLst/>
            <a:rect l="textAreaLeft" t="textAreaTop" r="textAreaRight" b="textAreaBottom"/>
            <a:pathLst>
              <a:path w="453304" h="453304">
                <a:moveTo>
                  <a:pt x="0" y="0"/>
                </a:moveTo>
                <a:lnTo>
                  <a:pt x="453305" y="0"/>
                </a:lnTo>
                <a:lnTo>
                  <a:pt x="453305" y="453305"/>
                </a:lnTo>
                <a:lnTo>
                  <a:pt x="0" y="4533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1"/>
          <p:cNvSpPr/>
          <p:nvPr/>
        </p:nvSpPr>
        <p:spPr>
          <a:xfrm>
            <a:off x="12474000" y="4086720"/>
            <a:ext cx="44982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" name="Group 12"/>
          <p:cNvGrpSpPr/>
          <p:nvPr/>
        </p:nvGrpSpPr>
        <p:grpSpPr>
          <a:xfrm>
            <a:off x="1260000" y="5782320"/>
            <a:ext cx="18953640" cy="20520"/>
            <a:chOff x="1260000" y="5782320"/>
            <a:chExt cx="18953640" cy="20520"/>
          </a:xfrm>
        </p:grpSpPr>
        <p:sp>
          <p:nvSpPr>
            <p:cNvPr id="69" name="Freeform 13"/>
            <p:cNvSpPr/>
            <p:nvPr/>
          </p:nvSpPr>
          <p:spPr>
            <a:xfrm>
              <a:off x="1260000" y="5782320"/>
              <a:ext cx="18953640" cy="20520"/>
            </a:xfrm>
            <a:custGeom>
              <a:avLst/>
              <a:gdLst>
                <a:gd name="textAreaLeft" fmla="*/ 0 w 18953640"/>
                <a:gd name="textAreaRight" fmla="*/ 18960120 w 18953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extBox 14"/>
          <p:cNvSpPr/>
          <p:nvPr/>
        </p:nvSpPr>
        <p:spPr>
          <a:xfrm>
            <a:off x="1203480" y="5847480"/>
            <a:ext cx="189536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5"/>
          <p:cNvSpPr/>
          <p:nvPr/>
        </p:nvSpPr>
        <p:spPr>
          <a:xfrm>
            <a:off x="1203480" y="5220000"/>
            <a:ext cx="1895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OBJETIVO PROFESIONAL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Group 21"/>
          <p:cNvGrpSpPr/>
          <p:nvPr/>
        </p:nvGrpSpPr>
        <p:grpSpPr>
          <a:xfrm>
            <a:off x="1213920" y="8439480"/>
            <a:ext cx="18953640" cy="20520"/>
            <a:chOff x="1213920" y="8439480"/>
            <a:chExt cx="18953640" cy="20520"/>
          </a:xfrm>
        </p:grpSpPr>
        <p:sp>
          <p:nvSpPr>
            <p:cNvPr id="73" name="Freeform 22"/>
            <p:cNvSpPr/>
            <p:nvPr/>
          </p:nvSpPr>
          <p:spPr>
            <a:xfrm>
              <a:off x="1213920" y="8439480"/>
              <a:ext cx="18953640" cy="20520"/>
            </a:xfrm>
            <a:custGeom>
              <a:avLst/>
              <a:gdLst>
                <a:gd name="textAreaLeft" fmla="*/ 0 w 18953640"/>
                <a:gd name="textAreaRight" fmla="*/ 18960120 w 18953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TextBox 23"/>
          <p:cNvSpPr/>
          <p:nvPr/>
        </p:nvSpPr>
        <p:spPr>
          <a:xfrm>
            <a:off x="1213920" y="7920000"/>
            <a:ext cx="1895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EXPERIENCIA PROFESIONAL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5"/>
          <p:cNvSpPr/>
          <p:nvPr/>
        </p:nvSpPr>
        <p:spPr>
          <a:xfrm>
            <a:off x="1141920" y="8208000"/>
            <a:ext cx="18953640" cy="68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3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{{exp_1_role}}</a:t>
            </a:r>
            <a:r>
              <a:rPr lang="en-US" sz="283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4"/>
              </a:lnSpc>
            </a:pP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{{exp_2_role}}</a:t>
            </a:r>
            <a:r>
              <a:rPr lang="en-US" sz="283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{{exp_2_company}}   {{exp_2_dates}}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Montserrat"/>
              </a:rPr>
              <a:t>{{exp_2_bullets_block}}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4"/>
              </a:lnSpc>
            </a:pP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{{exp_3_role}}</a:t>
            </a:r>
            <a:r>
              <a:rPr lang="en-US" sz="283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{{exp_3_company}}   {{exp_3_dates}}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Montserrat"/>
              </a:rPr>
              <a:t>{{exp_3_bullets_block}}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Group 27"/>
          <p:cNvGrpSpPr/>
          <p:nvPr/>
        </p:nvGrpSpPr>
        <p:grpSpPr>
          <a:xfrm>
            <a:off x="1065960" y="21547080"/>
            <a:ext cx="18953640" cy="20520"/>
            <a:chOff x="1065960" y="21547080"/>
            <a:chExt cx="18953640" cy="20520"/>
          </a:xfrm>
        </p:grpSpPr>
        <p:sp>
          <p:nvSpPr>
            <p:cNvPr id="77" name="Freeform 28"/>
            <p:cNvSpPr/>
            <p:nvPr/>
          </p:nvSpPr>
          <p:spPr>
            <a:xfrm>
              <a:off x="1065960" y="21547080"/>
              <a:ext cx="18953640" cy="20520"/>
            </a:xfrm>
            <a:custGeom>
              <a:avLst/>
              <a:gdLst>
                <a:gd name="textAreaLeft" fmla="*/ 0 w 18953640"/>
                <a:gd name="textAreaRight" fmla="*/ 18960120 w 18953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TextBox 29"/>
          <p:cNvSpPr/>
          <p:nvPr/>
        </p:nvSpPr>
        <p:spPr>
          <a:xfrm>
            <a:off x="1065960" y="21044520"/>
            <a:ext cx="1895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oup 32"/>
          <p:cNvGrpSpPr/>
          <p:nvPr/>
        </p:nvGrpSpPr>
        <p:grpSpPr>
          <a:xfrm>
            <a:off x="1080000" y="24479280"/>
            <a:ext cx="18953640" cy="20520"/>
            <a:chOff x="1080000" y="24479280"/>
            <a:chExt cx="18953640" cy="20520"/>
          </a:xfrm>
        </p:grpSpPr>
        <p:sp>
          <p:nvSpPr>
            <p:cNvPr id="80" name="Freeform 33"/>
            <p:cNvSpPr/>
            <p:nvPr/>
          </p:nvSpPr>
          <p:spPr>
            <a:xfrm>
              <a:off x="1080000" y="24479280"/>
              <a:ext cx="18953640" cy="20520"/>
            </a:xfrm>
            <a:custGeom>
              <a:avLst/>
              <a:gdLst>
                <a:gd name="textAreaLeft" fmla="*/ 0 w 18953640"/>
                <a:gd name="textAreaRight" fmla="*/ 18960120 w 18953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TextBox 34"/>
          <p:cNvSpPr/>
          <p:nvPr/>
        </p:nvSpPr>
        <p:spPr>
          <a:xfrm>
            <a:off x="1065960" y="24712200"/>
            <a:ext cx="19272240" cy="31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{{skill_1}}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{{skill_2}}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{{skill_3}}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{{skill_4}}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{{skill_5}}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{{skill_6}}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5"/>
          <p:cNvSpPr/>
          <p:nvPr/>
        </p:nvSpPr>
        <p:spPr>
          <a:xfrm>
            <a:off x="1080000" y="23940000"/>
            <a:ext cx="1895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HABILIDADES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0"/>
          <p:cNvSpPr/>
          <p:nvPr/>
        </p:nvSpPr>
        <p:spPr>
          <a:xfrm>
            <a:off x="1066320" y="22578120"/>
            <a:ext cx="58172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1"/>
          <p:cNvSpPr/>
          <p:nvPr/>
        </p:nvSpPr>
        <p:spPr>
          <a:xfrm>
            <a:off x="1066320" y="21749400"/>
            <a:ext cx="19092240" cy="13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{{edu_1_degree}}  </a:t>
            </a: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{{edu_1_school}}  {{edu_1_years}}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6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{{edu_2_degree}} </a:t>
            </a: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{{edu_2_school}}  {{edu_2_years}}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6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{{edu_3_degree}} </a:t>
            </a: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{{edu_3_school}}  {{edu_3_years}}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2"/>
          <p:cNvSpPr/>
          <p:nvPr/>
        </p:nvSpPr>
        <p:spPr>
          <a:xfrm>
            <a:off x="6972480" y="22637520"/>
            <a:ext cx="598212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86" name="TextBox 43"/>
          <p:cNvSpPr/>
          <p:nvPr/>
        </p:nvSpPr>
        <p:spPr>
          <a:xfrm>
            <a:off x="7920360" y="21749400"/>
            <a:ext cx="557784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4"/>
          <p:cNvSpPr/>
          <p:nvPr/>
        </p:nvSpPr>
        <p:spPr>
          <a:xfrm>
            <a:off x="14040000" y="22665600"/>
            <a:ext cx="57524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45"/>
          <p:cNvSpPr/>
          <p:nvPr/>
        </p:nvSpPr>
        <p:spPr>
          <a:xfrm>
            <a:off x="14760000" y="21749400"/>
            <a:ext cx="5752440" cy="90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roup 1"/>
          <p:cNvGrpSpPr/>
          <p:nvPr/>
        </p:nvGrpSpPr>
        <p:grpSpPr>
          <a:xfrm>
            <a:off x="1065960" y="28382760"/>
            <a:ext cx="18951840" cy="18720"/>
            <a:chOff x="1065960" y="28382760"/>
            <a:chExt cx="18951840" cy="18720"/>
          </a:xfrm>
        </p:grpSpPr>
        <p:sp>
          <p:nvSpPr>
            <p:cNvPr id="90" name="Freeform 1"/>
            <p:cNvSpPr/>
            <p:nvPr/>
          </p:nvSpPr>
          <p:spPr>
            <a:xfrm>
              <a:off x="1065960" y="28382760"/>
              <a:ext cx="18951840" cy="18720"/>
            </a:xfrm>
            <a:custGeom>
              <a:avLst/>
              <a:gdLst>
                <a:gd name="textAreaLeft" fmla="*/ 0 w 18951840"/>
                <a:gd name="textAreaRight" fmla="*/ 18960120 w 18951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TextBox 5"/>
          <p:cNvSpPr/>
          <p:nvPr/>
        </p:nvSpPr>
        <p:spPr>
          <a:xfrm>
            <a:off x="1036080" y="28791000"/>
            <a:ext cx="6343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{{idioma_1}}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7"/>
          <p:cNvSpPr/>
          <p:nvPr/>
        </p:nvSpPr>
        <p:spPr>
          <a:xfrm>
            <a:off x="7740000" y="28800360"/>
            <a:ext cx="61196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{{idioma_2}}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8"/>
          <p:cNvSpPr/>
          <p:nvPr/>
        </p:nvSpPr>
        <p:spPr>
          <a:xfrm>
            <a:off x="1065960" y="27880200"/>
            <a:ext cx="18951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IDIOMAS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6"/>
          <p:cNvSpPr/>
          <p:nvPr/>
        </p:nvSpPr>
        <p:spPr>
          <a:xfrm>
            <a:off x="14427000" y="28791000"/>
            <a:ext cx="55526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{{idioma_3}}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DAG9kqqhLuI</dc:identifier>
  <dc:language>es-AR</dc:language>
  <cp:lastModifiedBy/>
  <dcterms:modified xsi:type="dcterms:W3CDTF">2026-03-05T15:35:07Z</dcterms:modified>
  <cp:revision>19</cp:revision>
  <dc:subject/>
  <dc:title>Plantilla_oficial_11.pptx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