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Monterrat bold"/>
    </p:embeddedFont>
    <p:embeddedFont>
      <p:font typeface="Montserrat"/>
    </p:embeddedFont>
    <p:embeddedFont>
      <p:font typeface="Lato"/>
    </p:embeddedFont>
    <p:embeddedFont>
      <p:font typeface="Poppins Bold"/>
    </p:embeddedFont>
    <p:embeddedFont>
      <p:font typeface="Microsoft YaHei"/>
      <p:regular r:id="rId4"/>
    </p:embeddedFont>
    <p:embeddedFont>
      <p:font typeface="Poppins"/>
      <p:regular r:id="rId5"/>
      <p:bold r:id="rId5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icrosoft_YaHei_Regular.fntdata"/><Relationship Id="rId5" Type="http://schemas.openxmlformats.org/officeDocument/2006/relationships/font" Target="fonts/Font_2_Poppins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640" cy="113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5640" cy="452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D1AA0FD-09C4-4F09-ACCE-DF2234EF1C8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8440" cy="13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8440" cy="149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5AD7569-BCD6-45D0-80B8-2641013E426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640" cy="113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4520" cy="452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4520" cy="452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CEF9B47-88E8-4B14-A97F-5E00A8E27DA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640" cy="113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6320" cy="63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6320" cy="39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7760" cy="63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7760" cy="39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D150661-1C3F-4999-80C6-FC2B506574D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640" cy="113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210F131-8BE0-4AC7-81C5-EAAD761991E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E867976-CD57-4B22-AB67-E2D0A720D8F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4200" cy="115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7680" cy="584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4200" cy="468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355F8C-CFDE-460D-8D71-A571CDD2A8A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2440" cy="56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2440" cy="4110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2440" cy="80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6D9873-6830-499B-8583-322CCCE36A8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8440" cy="146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5D5D5E-0F53-4238-90D4-01CCDAAE0B4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640" cy="113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5640" cy="452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02034E-2566-4280-9049-976547A1894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3440" cy="584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5960" cy="584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8102C0-8D71-4385-ACD6-DED4564236A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"/>
          <p:cNvSpPr/>
          <p:nvPr/>
        </p:nvSpPr>
        <p:spPr>
          <a:xfrm>
            <a:off x="916920" y="852480"/>
            <a:ext cx="19555200" cy="13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000000"/>
                </a:solidFill>
                <a:effectLst/>
                <a:uFillTx/>
                <a:latin typeface="Monterrat bold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3"/>
          <p:cNvSpPr/>
          <p:nvPr/>
        </p:nvSpPr>
        <p:spPr>
          <a:xfrm>
            <a:off x="916920" y="2576520"/>
            <a:ext cx="19555200" cy="70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>
            <a:off x="7200000" y="4158360"/>
            <a:ext cx="437760" cy="453240"/>
          </a:xfrm>
          <a:custGeom>
            <a:avLst/>
            <a:gdLst>
              <a:gd name="textAreaLeft" fmla="*/ 0 w 437760"/>
              <a:gd name="textAreaRight" fmla="*/ 441720 w 437760"/>
              <a:gd name="textAreaTop" fmla="*/ 0 h 453240"/>
              <a:gd name="textAreaBottom" fmla="*/ 457200 h 45324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Freeform 5"/>
          <p:cNvSpPr/>
          <p:nvPr/>
        </p:nvSpPr>
        <p:spPr>
          <a:xfrm>
            <a:off x="7366320" y="4283640"/>
            <a:ext cx="105120" cy="229320"/>
          </a:xfrm>
          <a:custGeom>
            <a:avLst/>
            <a:gdLst>
              <a:gd name="textAreaLeft" fmla="*/ 0 w 105120"/>
              <a:gd name="textAreaRight" fmla="*/ 109080 w 105120"/>
              <a:gd name="textAreaTop" fmla="*/ 0 h 229320"/>
              <a:gd name="textAreaBottom" fmla="*/ 233280 h 22932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6"/>
          <p:cNvSpPr/>
          <p:nvPr/>
        </p:nvSpPr>
        <p:spPr>
          <a:xfrm>
            <a:off x="7838640" y="4140000"/>
            <a:ext cx="34772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{{contact_number}}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7"/>
          <p:cNvSpPr/>
          <p:nvPr/>
        </p:nvSpPr>
        <p:spPr>
          <a:xfrm>
            <a:off x="916920" y="4149720"/>
            <a:ext cx="437760" cy="453240"/>
          </a:xfrm>
          <a:custGeom>
            <a:avLst/>
            <a:gdLst>
              <a:gd name="textAreaLeft" fmla="*/ 0 w 437760"/>
              <a:gd name="textAreaRight" fmla="*/ 441720 w 437760"/>
              <a:gd name="textAreaTop" fmla="*/ 0 h 453240"/>
              <a:gd name="textAreaBottom" fmla="*/ 457200 h 45324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8"/>
          <p:cNvSpPr/>
          <p:nvPr/>
        </p:nvSpPr>
        <p:spPr>
          <a:xfrm>
            <a:off x="1036080" y="4296240"/>
            <a:ext cx="210960" cy="186840"/>
          </a:xfrm>
          <a:custGeom>
            <a:avLst/>
            <a:gdLst>
              <a:gd name="textAreaLeft" fmla="*/ 0 w 210960"/>
              <a:gd name="textAreaRight" fmla="*/ 214920 w 210960"/>
              <a:gd name="textAreaTop" fmla="*/ 0 h 186840"/>
              <a:gd name="textAreaBottom" fmla="*/ 190800 h 18684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9"/>
          <p:cNvSpPr/>
          <p:nvPr/>
        </p:nvSpPr>
        <p:spPr>
          <a:xfrm>
            <a:off x="1555560" y="4140000"/>
            <a:ext cx="52826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Freeform 10"/>
          <p:cNvSpPr/>
          <p:nvPr/>
        </p:nvSpPr>
        <p:spPr>
          <a:xfrm>
            <a:off x="11805120" y="4162320"/>
            <a:ext cx="449280" cy="449280"/>
          </a:xfrm>
          <a:custGeom>
            <a:avLst/>
            <a:gdLst>
              <a:gd name="textAreaLeft" fmla="*/ 0 w 449280"/>
              <a:gd name="textAreaRight" fmla="*/ 453240 w 449280"/>
              <a:gd name="textAreaTop" fmla="*/ 0 h 449280"/>
              <a:gd name="textAreaBottom" fmla="*/ 453240 h 44928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12474000" y="4086720"/>
            <a:ext cx="45007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Group 12"/>
          <p:cNvGrpSpPr/>
          <p:nvPr/>
        </p:nvGrpSpPr>
        <p:grpSpPr>
          <a:xfrm>
            <a:off x="1260000" y="5782320"/>
            <a:ext cx="18956160" cy="23040"/>
            <a:chOff x="1260000" y="5782320"/>
            <a:chExt cx="18956160" cy="23040"/>
          </a:xfrm>
        </p:grpSpPr>
        <p:sp>
          <p:nvSpPr>
            <p:cNvPr id="70" name="Freeform 13"/>
            <p:cNvSpPr/>
            <p:nvPr/>
          </p:nvSpPr>
          <p:spPr>
            <a:xfrm>
              <a:off x="1260000" y="5782320"/>
              <a:ext cx="18956160" cy="23040"/>
            </a:xfrm>
            <a:custGeom>
              <a:avLst/>
              <a:gdLst>
                <a:gd name="textAreaLeft" fmla="*/ 0 w 18956160"/>
                <a:gd name="textAreaRight" fmla="*/ 18960120 w 18956160"/>
                <a:gd name="textAreaTop" fmla="*/ 0 h 23040"/>
                <a:gd name="textAreaBottom" fmla="*/ 27000 h 2304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1" name="TextBox 14"/>
          <p:cNvSpPr/>
          <p:nvPr/>
        </p:nvSpPr>
        <p:spPr>
          <a:xfrm>
            <a:off x="1203480" y="5847480"/>
            <a:ext cx="1895616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1203480" y="5220000"/>
            <a:ext cx="18956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OBJETIVO PROFESIONAL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16"/>
          <p:cNvGrpSpPr/>
          <p:nvPr/>
        </p:nvGrpSpPr>
        <p:grpSpPr>
          <a:xfrm>
            <a:off x="1065960" y="28382400"/>
            <a:ext cx="18956160" cy="23040"/>
            <a:chOff x="1065960" y="28382400"/>
            <a:chExt cx="18956160" cy="23040"/>
          </a:xfrm>
        </p:grpSpPr>
        <p:sp>
          <p:nvSpPr>
            <p:cNvPr id="74" name="Freeform 17"/>
            <p:cNvSpPr/>
            <p:nvPr/>
          </p:nvSpPr>
          <p:spPr>
            <a:xfrm>
              <a:off x="1065960" y="28382400"/>
              <a:ext cx="18956160" cy="23040"/>
            </a:xfrm>
            <a:custGeom>
              <a:avLst/>
              <a:gdLst>
                <a:gd name="textAreaLeft" fmla="*/ 0 w 18956160"/>
                <a:gd name="textAreaRight" fmla="*/ 18960120 w 18956160"/>
                <a:gd name="textAreaTop" fmla="*/ 0 h 23040"/>
                <a:gd name="textAreaBottom" fmla="*/ 27000 h 2304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18"/>
          <p:cNvSpPr/>
          <p:nvPr/>
        </p:nvSpPr>
        <p:spPr>
          <a:xfrm>
            <a:off x="1036080" y="28790640"/>
            <a:ext cx="37105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144440" lvl="2" indent="-381600" defTabSz="914400">
              <a:lnSpc>
                <a:spcPts val="3566"/>
              </a:lnSpc>
              <a:buClr>
                <a:srgbClr val="1e1e1e"/>
              </a:buClr>
              <a:buFont typeface="Arial"/>
              <a:buChar char="⚬"/>
            </a:pPr>
            <a:r>
              <a:rPr lang="en-US" sz="255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{{idioma_1}}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9"/>
          <p:cNvSpPr/>
          <p:nvPr/>
        </p:nvSpPr>
        <p:spPr>
          <a:xfrm>
            <a:off x="5850360" y="28790640"/>
            <a:ext cx="36892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144440" lvl="2" indent="-381600" defTabSz="914400">
              <a:lnSpc>
                <a:spcPts val="3566"/>
              </a:lnSpc>
              <a:buClr>
                <a:srgbClr val="1e1e1e"/>
              </a:buClr>
              <a:buFont typeface="Arial"/>
              <a:buChar char="⚬"/>
            </a:pPr>
            <a:r>
              <a:rPr lang="en-US" sz="255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{{idioma_2}}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0"/>
          <p:cNvSpPr/>
          <p:nvPr/>
        </p:nvSpPr>
        <p:spPr>
          <a:xfrm>
            <a:off x="1065960" y="27879840"/>
            <a:ext cx="18956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IDIOMAS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8" name="Group 21"/>
          <p:cNvGrpSpPr/>
          <p:nvPr/>
        </p:nvGrpSpPr>
        <p:grpSpPr>
          <a:xfrm>
            <a:off x="1213920" y="8439480"/>
            <a:ext cx="18956160" cy="23040"/>
            <a:chOff x="1213920" y="8439480"/>
            <a:chExt cx="18956160" cy="23040"/>
          </a:xfrm>
        </p:grpSpPr>
        <p:sp>
          <p:nvSpPr>
            <p:cNvPr id="79" name="Freeform 22"/>
            <p:cNvSpPr/>
            <p:nvPr/>
          </p:nvSpPr>
          <p:spPr>
            <a:xfrm>
              <a:off x="1213920" y="8439480"/>
              <a:ext cx="18956160" cy="23040"/>
            </a:xfrm>
            <a:custGeom>
              <a:avLst/>
              <a:gdLst>
                <a:gd name="textAreaLeft" fmla="*/ 0 w 18956160"/>
                <a:gd name="textAreaRight" fmla="*/ 18960120 w 18956160"/>
                <a:gd name="textAreaTop" fmla="*/ 0 h 23040"/>
                <a:gd name="textAreaBottom" fmla="*/ 27000 h 2304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23"/>
          <p:cNvSpPr/>
          <p:nvPr/>
        </p:nvSpPr>
        <p:spPr>
          <a:xfrm>
            <a:off x="1213920" y="7920000"/>
            <a:ext cx="18956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EXPERIENCIA PROFESIONAL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5"/>
          <p:cNvSpPr/>
          <p:nvPr/>
        </p:nvSpPr>
        <p:spPr>
          <a:xfrm>
            <a:off x="1213920" y="9000000"/>
            <a:ext cx="18956160" cy="627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3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{{exp_1_role}}</a:t>
            </a:r>
            <a:r>
              <a:rPr lang="en-US" sz="2830" b="0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{{exp_1_company}}   {{exp_1_dates}}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4"/>
              </a:lnSpc>
            </a:pP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{{exp_2_role}}</a:t>
            </a:r>
            <a:r>
              <a:rPr lang="en-US" sz="2830" b="0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{{exp_2_company}}   {{exp_2_dates}}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4"/>
              </a:lnSpc>
            </a:pP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{{exp_3_role}}</a:t>
            </a:r>
            <a:r>
              <a:rPr lang="en-US" sz="2830" b="0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{{exp_3_company}}   {{exp_3_dates}}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{{exp_3_bullets_block}}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2" name="Group 27"/>
          <p:cNvGrpSpPr/>
          <p:nvPr/>
        </p:nvGrpSpPr>
        <p:grpSpPr>
          <a:xfrm>
            <a:off x="1065960" y="22008960"/>
            <a:ext cx="18956160" cy="23040"/>
            <a:chOff x="1065960" y="22008960"/>
            <a:chExt cx="18956160" cy="23040"/>
          </a:xfrm>
        </p:grpSpPr>
        <p:sp>
          <p:nvSpPr>
            <p:cNvPr id="83" name="Freeform 28"/>
            <p:cNvSpPr/>
            <p:nvPr/>
          </p:nvSpPr>
          <p:spPr>
            <a:xfrm>
              <a:off x="1065960" y="22008960"/>
              <a:ext cx="18956160" cy="23040"/>
            </a:xfrm>
            <a:custGeom>
              <a:avLst/>
              <a:gdLst>
                <a:gd name="textAreaLeft" fmla="*/ 0 w 18956160"/>
                <a:gd name="textAreaRight" fmla="*/ 18960120 w 18956160"/>
                <a:gd name="textAreaTop" fmla="*/ 0 h 23040"/>
                <a:gd name="textAreaBottom" fmla="*/ 27000 h 2304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TextBox 29"/>
          <p:cNvSpPr/>
          <p:nvPr/>
        </p:nvSpPr>
        <p:spPr>
          <a:xfrm>
            <a:off x="1065960" y="21506400"/>
            <a:ext cx="18956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EDUCACIÓN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5" name="Group 32"/>
          <p:cNvGrpSpPr/>
          <p:nvPr/>
        </p:nvGrpSpPr>
        <p:grpSpPr>
          <a:xfrm>
            <a:off x="1065960" y="24839280"/>
            <a:ext cx="18956160" cy="23040"/>
            <a:chOff x="1065960" y="24839280"/>
            <a:chExt cx="18956160" cy="23040"/>
          </a:xfrm>
        </p:grpSpPr>
        <p:sp>
          <p:nvSpPr>
            <p:cNvPr id="86" name="Freeform 33"/>
            <p:cNvSpPr/>
            <p:nvPr/>
          </p:nvSpPr>
          <p:spPr>
            <a:xfrm>
              <a:off x="1065960" y="24839280"/>
              <a:ext cx="18956160" cy="23040"/>
            </a:xfrm>
            <a:custGeom>
              <a:avLst/>
              <a:gdLst>
                <a:gd name="textAreaLeft" fmla="*/ 0 w 18956160"/>
                <a:gd name="textAreaRight" fmla="*/ 18960120 w 18956160"/>
                <a:gd name="textAreaTop" fmla="*/ 0 h 23040"/>
                <a:gd name="textAreaBottom" fmla="*/ 27000 h 2304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7" name="TextBox 34"/>
          <p:cNvSpPr/>
          <p:nvPr/>
        </p:nvSpPr>
        <p:spPr>
          <a:xfrm>
            <a:off x="1065960" y="25221240"/>
            <a:ext cx="4810320" cy="18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144440" lvl="2" indent="-381600" defTabSz="914400">
              <a:lnSpc>
                <a:spcPts val="3563"/>
              </a:lnSpc>
              <a:buClr>
                <a:srgbClr val="1e1e1e"/>
              </a:buClr>
              <a:buFont typeface="Arial"/>
              <a:buChar char="⚬"/>
            </a:pPr>
            <a:r>
              <a:rPr lang="en-US" sz="255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4440" lvl="2" indent="-381600" defTabSz="914400">
              <a:lnSpc>
                <a:spcPts val="3563"/>
              </a:lnSpc>
              <a:buClr>
                <a:srgbClr val="1e1e1e"/>
              </a:buClr>
              <a:buFont typeface="Arial"/>
              <a:buChar char="⚬"/>
            </a:pPr>
            <a:r>
              <a:rPr lang="en-US" sz="255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4440" lvl="2" indent="-381600" defTabSz="914400">
              <a:lnSpc>
                <a:spcPts val="3563"/>
              </a:lnSpc>
              <a:buClr>
                <a:srgbClr val="1e1e1e"/>
              </a:buClr>
              <a:buFont typeface="Arial"/>
              <a:buChar char="⚬"/>
            </a:pPr>
            <a:r>
              <a:rPr lang="en-US" sz="255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35"/>
          <p:cNvSpPr/>
          <p:nvPr/>
        </p:nvSpPr>
        <p:spPr>
          <a:xfrm>
            <a:off x="1065960" y="24300000"/>
            <a:ext cx="18956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HABILIDADES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46"/>
          <p:cNvSpPr/>
          <p:nvPr/>
        </p:nvSpPr>
        <p:spPr>
          <a:xfrm>
            <a:off x="5220000" y="25221240"/>
            <a:ext cx="4810320" cy="18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144440" lvl="2" indent="-381600" defTabSz="914400">
              <a:lnSpc>
                <a:spcPts val="3563"/>
              </a:lnSpc>
              <a:buClr>
                <a:srgbClr val="1e1e1e"/>
              </a:buClr>
              <a:buFont typeface="Arial"/>
              <a:buChar char="⚬"/>
            </a:pPr>
            <a:r>
              <a:rPr lang="en-US" sz="255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4440" lvl="2" indent="-381600" defTabSz="914400">
              <a:lnSpc>
                <a:spcPts val="3563"/>
              </a:lnSpc>
              <a:buClr>
                <a:srgbClr val="1e1e1e"/>
              </a:buClr>
              <a:buFont typeface="Arial"/>
              <a:buChar char="⚬"/>
            </a:pPr>
            <a:r>
              <a:rPr lang="en-US" sz="255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4440" lvl="2" indent="-381600" defTabSz="914400">
              <a:lnSpc>
                <a:spcPts val="3563"/>
              </a:lnSpc>
              <a:buClr>
                <a:srgbClr val="1e1e1e"/>
              </a:buClr>
              <a:buFont typeface="Arial"/>
              <a:buChar char="⚬"/>
            </a:pPr>
            <a:r>
              <a:rPr lang="en-US" sz="255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47"/>
          <p:cNvSpPr/>
          <p:nvPr/>
        </p:nvSpPr>
        <p:spPr>
          <a:xfrm>
            <a:off x="10102680" y="28790640"/>
            <a:ext cx="447696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144440" lvl="2" indent="-381600" defTabSz="914400">
              <a:lnSpc>
                <a:spcPts val="3566"/>
              </a:lnSpc>
              <a:buClr>
                <a:srgbClr val="1e1e1e"/>
              </a:buClr>
              <a:buFont typeface="Arial"/>
              <a:buChar char="⚬"/>
            </a:pPr>
            <a:r>
              <a:rPr lang="en-US" sz="255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{{idioma_3}}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30"/>
          <p:cNvSpPr/>
          <p:nvPr/>
        </p:nvSpPr>
        <p:spPr>
          <a:xfrm>
            <a:off x="1066320" y="23040000"/>
            <a:ext cx="581976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31"/>
          <p:cNvSpPr/>
          <p:nvPr/>
        </p:nvSpPr>
        <p:spPr>
          <a:xfrm>
            <a:off x="1066320" y="22211280"/>
            <a:ext cx="5770440" cy="135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0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{{edu_1_degree}}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r>
              <a:rPr lang="en-US" sz="18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{{edu_1_school}}  {{edu_1_years}}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42"/>
          <p:cNvSpPr/>
          <p:nvPr/>
        </p:nvSpPr>
        <p:spPr>
          <a:xfrm>
            <a:off x="6972480" y="23099400"/>
            <a:ext cx="598464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ctr"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Lato"/>
            </a:endParaRPr>
          </a:p>
        </p:txBody>
      </p:sp>
      <p:sp>
        <p:nvSpPr>
          <p:cNvPr id="94" name="TextBox 43"/>
          <p:cNvSpPr/>
          <p:nvPr/>
        </p:nvSpPr>
        <p:spPr>
          <a:xfrm>
            <a:off x="7920360" y="22211280"/>
            <a:ext cx="5036040" cy="135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0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{{edu_2_degree}}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r>
              <a:rPr lang="en-US" sz="18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{{edu_2_school}}  {{edu_2_years}}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44"/>
          <p:cNvSpPr/>
          <p:nvPr/>
        </p:nvSpPr>
        <p:spPr>
          <a:xfrm>
            <a:off x="14040000" y="23127480"/>
            <a:ext cx="575496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45"/>
          <p:cNvSpPr/>
          <p:nvPr/>
        </p:nvSpPr>
        <p:spPr>
          <a:xfrm>
            <a:off x="14760000" y="22211280"/>
            <a:ext cx="5754960" cy="135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0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{{edu_3_degree}}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r>
              <a:rPr lang="en-US" sz="18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{{edu_3_school}}  {{edu_3_years}}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2026-01-14T01:45:40Z</dcterms:modified>
  <cp:revision>12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