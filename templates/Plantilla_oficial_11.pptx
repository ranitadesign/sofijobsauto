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</p:embeddedFont>
    <p:embeddedFont>
      <p:font typeface="Lato"/>
      <p:regular r:id="rId5"/>
      <p:bold r:id="rId5"/>
    </p:embeddedFont>
    <p:embeddedFont>
      <p:font typeface="Proxima Nova"/>
      <p:regular r:id="rId6"/>
      <p:bold r:id="rId6"/>
    </p:embeddedFont>
    <p:embeddedFont>
      <p:font typeface="Proxima nova"/>
      <p:regular r:id="rId6"/>
    </p:embeddedFont>
    <p:embeddedFont>
      <p:font typeface="Microsoft YaHei"/>
      <p:regular r:id="rId7"/>
    </p:embeddedFont>
    <p:embeddedFont>
      <p:font typeface="Montserrat"/>
      <p:regular r:id="rId8"/>
      <p:bold r:id="rId8"/>
    </p:embeddedFont>
    <p:embeddedFont>
      <p:font typeface="Poppins Bold"/>
    </p:embeddedFont>
    <p:embeddedFont>
      <p:font typeface="Garet"/>
      <p:regular r:id="rId9"/>
      <p:bold r:id="rId9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Proxima_Nova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font" Target="fonts/Font_6_Garet_Regular.fntdata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7E27CB-8EF2-4D3D-B4A0-74001A32A4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19011C-237B-47C5-BA6F-E3BDB36A356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B5E218-DB76-4F34-A71D-578883E22B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72067F-7349-4BAF-A61F-12C5AC5DF6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7DAE23-F7C9-4215-8A76-04ACE93496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59DFDE-B0F5-47AB-842D-7D7B0B746A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F9323B-8EA8-499D-B9E4-1D21F260BC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673AAB-EF55-4EEF-B4BC-1F4854E577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E962B3-13CE-445F-8728-A67EA841AF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F7D265-1F7A-421F-875E-4A074BFC0E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652225-6B66-4455-A404-4654639A81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916920" y="204480"/>
            <a:ext cx="1955232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4"/>
          <p:cNvSpPr/>
          <p:nvPr/>
        </p:nvSpPr>
        <p:spPr>
          <a:xfrm>
            <a:off x="7200000" y="3510360"/>
            <a:ext cx="434880" cy="450360"/>
          </a:xfrm>
          <a:custGeom>
            <a:avLst/>
            <a:gdLst>
              <a:gd name="textAreaLeft" fmla="*/ 0 w 434880"/>
              <a:gd name="textAreaRight" fmla="*/ 441720 w 434880"/>
              <a:gd name="textAreaTop" fmla="*/ 0 h 450360"/>
              <a:gd name="textAreaBottom" fmla="*/ 457200 h 4503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5"/>
          <p:cNvSpPr/>
          <p:nvPr/>
        </p:nvSpPr>
        <p:spPr>
          <a:xfrm>
            <a:off x="7366320" y="3635640"/>
            <a:ext cx="102240" cy="226440"/>
          </a:xfrm>
          <a:custGeom>
            <a:avLst/>
            <a:gdLst>
              <a:gd name="textAreaLeft" fmla="*/ 0 w 102240"/>
              <a:gd name="textAreaRight" fmla="*/ 109080 w 102240"/>
              <a:gd name="textAreaTop" fmla="*/ 0 h 226440"/>
              <a:gd name="textAreaBottom" fmla="*/ 233280 h 22644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6"/>
          <p:cNvSpPr/>
          <p:nvPr/>
        </p:nvSpPr>
        <p:spPr>
          <a:xfrm>
            <a:off x="7838640" y="3492000"/>
            <a:ext cx="34743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7"/>
          <p:cNvSpPr/>
          <p:nvPr/>
        </p:nvSpPr>
        <p:spPr>
          <a:xfrm>
            <a:off x="916920" y="3501720"/>
            <a:ext cx="434880" cy="450360"/>
          </a:xfrm>
          <a:custGeom>
            <a:avLst/>
            <a:gdLst>
              <a:gd name="textAreaLeft" fmla="*/ 0 w 434880"/>
              <a:gd name="textAreaRight" fmla="*/ 441720 w 434880"/>
              <a:gd name="textAreaTop" fmla="*/ 0 h 450360"/>
              <a:gd name="textAreaBottom" fmla="*/ 457200 h 4503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8"/>
          <p:cNvSpPr/>
          <p:nvPr/>
        </p:nvSpPr>
        <p:spPr>
          <a:xfrm>
            <a:off x="1036080" y="3648240"/>
            <a:ext cx="208080" cy="183960"/>
          </a:xfrm>
          <a:custGeom>
            <a:avLst/>
            <a:gdLst>
              <a:gd name="textAreaLeft" fmla="*/ 0 w 208080"/>
              <a:gd name="textAreaRight" fmla="*/ 214920 w 208080"/>
              <a:gd name="textAreaTop" fmla="*/ 0 h 183960"/>
              <a:gd name="textAreaBottom" fmla="*/ 190800 h 18396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9"/>
          <p:cNvSpPr/>
          <p:nvPr/>
        </p:nvSpPr>
        <p:spPr>
          <a:xfrm>
            <a:off x="1555560" y="3492000"/>
            <a:ext cx="52797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10"/>
          <p:cNvSpPr/>
          <p:nvPr/>
        </p:nvSpPr>
        <p:spPr>
          <a:xfrm>
            <a:off x="11805120" y="3514320"/>
            <a:ext cx="446400" cy="446400"/>
          </a:xfrm>
          <a:custGeom>
            <a:avLst/>
            <a:gdLst>
              <a:gd name="textAreaLeft" fmla="*/ 0 w 446400"/>
              <a:gd name="textAreaRight" fmla="*/ 453240 w 446400"/>
              <a:gd name="textAreaTop" fmla="*/ 0 h 446400"/>
              <a:gd name="textAreaBottom" fmla="*/ 453240 h 44640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1"/>
          <p:cNvSpPr/>
          <p:nvPr/>
        </p:nvSpPr>
        <p:spPr>
          <a:xfrm>
            <a:off x="12474000" y="3438720"/>
            <a:ext cx="44978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12"/>
          <p:cNvGrpSpPr/>
          <p:nvPr/>
        </p:nvGrpSpPr>
        <p:grpSpPr>
          <a:xfrm>
            <a:off x="1260000" y="5134320"/>
            <a:ext cx="18953280" cy="20160"/>
            <a:chOff x="1260000" y="5134320"/>
            <a:chExt cx="18953280" cy="20160"/>
          </a:xfrm>
        </p:grpSpPr>
        <p:sp>
          <p:nvSpPr>
            <p:cNvPr id="69" name="Freeform 13"/>
            <p:cNvSpPr/>
            <p:nvPr/>
          </p:nvSpPr>
          <p:spPr>
            <a:xfrm>
              <a:off x="1260000" y="513432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14"/>
          <p:cNvSpPr/>
          <p:nvPr/>
        </p:nvSpPr>
        <p:spPr>
          <a:xfrm>
            <a:off x="1203480" y="5199480"/>
            <a:ext cx="189532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5"/>
          <p:cNvSpPr/>
          <p:nvPr/>
        </p:nvSpPr>
        <p:spPr>
          <a:xfrm>
            <a:off x="1203480" y="45720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21"/>
          <p:cNvGrpSpPr/>
          <p:nvPr/>
        </p:nvGrpSpPr>
        <p:grpSpPr>
          <a:xfrm>
            <a:off x="1213920" y="7791480"/>
            <a:ext cx="18953280" cy="20160"/>
            <a:chOff x="1213920" y="7791480"/>
            <a:chExt cx="18953280" cy="20160"/>
          </a:xfrm>
        </p:grpSpPr>
        <p:sp>
          <p:nvSpPr>
            <p:cNvPr id="73" name="Freeform 22"/>
            <p:cNvSpPr/>
            <p:nvPr/>
          </p:nvSpPr>
          <p:spPr>
            <a:xfrm>
              <a:off x="1213920" y="779148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TextBox 23"/>
          <p:cNvSpPr/>
          <p:nvPr/>
        </p:nvSpPr>
        <p:spPr>
          <a:xfrm>
            <a:off x="1213920" y="72720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5"/>
          <p:cNvSpPr/>
          <p:nvPr/>
        </p:nvSpPr>
        <p:spPr>
          <a:xfrm>
            <a:off x="1141920" y="7560000"/>
            <a:ext cx="18953280" cy="41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3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83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lang="es-AR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83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lang="es-AR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83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</a:pPr>
            <a:r>
              <a:rPr lang="es-AR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grpSp>
        <p:nvGrpSpPr>
          <p:cNvPr id="76" name="Group 27"/>
          <p:cNvGrpSpPr/>
          <p:nvPr/>
        </p:nvGrpSpPr>
        <p:grpSpPr>
          <a:xfrm>
            <a:off x="1065960" y="19567080"/>
            <a:ext cx="18953280" cy="20160"/>
            <a:chOff x="1065960" y="19567080"/>
            <a:chExt cx="18953280" cy="20160"/>
          </a:xfrm>
        </p:grpSpPr>
        <p:sp>
          <p:nvSpPr>
            <p:cNvPr id="77" name="Freeform 28"/>
            <p:cNvSpPr/>
            <p:nvPr/>
          </p:nvSpPr>
          <p:spPr>
            <a:xfrm>
              <a:off x="1065960" y="1956708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29"/>
          <p:cNvSpPr/>
          <p:nvPr/>
        </p:nvSpPr>
        <p:spPr>
          <a:xfrm>
            <a:off x="1065960" y="1906452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2"/>
          <p:cNvGrpSpPr/>
          <p:nvPr/>
        </p:nvGrpSpPr>
        <p:grpSpPr>
          <a:xfrm>
            <a:off x="1080000" y="27107280"/>
            <a:ext cx="18953280" cy="20160"/>
            <a:chOff x="1080000" y="27107280"/>
            <a:chExt cx="18953280" cy="20160"/>
          </a:xfrm>
        </p:grpSpPr>
        <p:sp>
          <p:nvSpPr>
            <p:cNvPr id="80" name="Freeform 33"/>
            <p:cNvSpPr/>
            <p:nvPr/>
          </p:nvSpPr>
          <p:spPr>
            <a:xfrm>
              <a:off x="1080000" y="2710728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4"/>
          <p:cNvSpPr/>
          <p:nvPr/>
        </p:nvSpPr>
        <p:spPr>
          <a:xfrm>
            <a:off x="1065960" y="27304200"/>
            <a:ext cx="1927188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5"/>
          <p:cNvSpPr/>
          <p:nvPr/>
        </p:nvSpPr>
        <p:spPr>
          <a:xfrm>
            <a:off x="1080000" y="266040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0"/>
          <p:cNvSpPr/>
          <p:nvPr/>
        </p:nvSpPr>
        <p:spPr>
          <a:xfrm>
            <a:off x="1066320" y="2059812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1"/>
          <p:cNvSpPr/>
          <p:nvPr/>
        </p:nvSpPr>
        <p:spPr>
          <a:xfrm>
            <a:off x="1066320" y="19589400"/>
            <a:ext cx="1909188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2"/>
          <p:cNvSpPr/>
          <p:nvPr/>
        </p:nvSpPr>
        <p:spPr>
          <a:xfrm>
            <a:off x="6972480" y="20657520"/>
            <a:ext cx="598176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86" name="TextBox 43"/>
          <p:cNvSpPr/>
          <p:nvPr/>
        </p:nvSpPr>
        <p:spPr>
          <a:xfrm>
            <a:off x="7920360" y="19769400"/>
            <a:ext cx="5577480" cy="90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4"/>
          <p:cNvSpPr/>
          <p:nvPr/>
        </p:nvSpPr>
        <p:spPr>
          <a:xfrm>
            <a:off x="14040000" y="2068560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5"/>
          <p:cNvSpPr/>
          <p:nvPr/>
        </p:nvSpPr>
        <p:spPr>
          <a:xfrm>
            <a:off x="14760000" y="1976940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1066320" y="21763440"/>
            <a:ext cx="18953280" cy="20160"/>
            <a:chOff x="1066320" y="21763440"/>
            <a:chExt cx="18953280" cy="20160"/>
          </a:xfrm>
        </p:grpSpPr>
        <p:sp>
          <p:nvSpPr>
            <p:cNvPr id="90" name="Freeform 1"/>
            <p:cNvSpPr/>
            <p:nvPr/>
          </p:nvSpPr>
          <p:spPr>
            <a:xfrm>
              <a:off x="1066320" y="217634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1"/>
          <p:cNvSpPr/>
          <p:nvPr/>
        </p:nvSpPr>
        <p:spPr>
          <a:xfrm>
            <a:off x="1066320" y="2126088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1066680" y="2279448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1066680" y="21857760"/>
            <a:ext cx="1909188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c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u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r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s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o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_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1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}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c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u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r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s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o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_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2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}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c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u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r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s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o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_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3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}</a:t>
            </a: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</p:txBody>
      </p:sp>
      <p:sp>
        <p:nvSpPr>
          <p:cNvPr id="94" name="TextBox 8"/>
          <p:cNvSpPr/>
          <p:nvPr/>
        </p:nvSpPr>
        <p:spPr>
          <a:xfrm>
            <a:off x="14040360" y="2288196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14760360" y="2196576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2"/>
          <p:cNvGrpSpPr/>
          <p:nvPr/>
        </p:nvGrpSpPr>
        <p:grpSpPr>
          <a:xfrm>
            <a:off x="1066680" y="23635800"/>
            <a:ext cx="18953280" cy="20160"/>
            <a:chOff x="1066680" y="23635800"/>
            <a:chExt cx="18953280" cy="20160"/>
          </a:xfrm>
        </p:grpSpPr>
        <p:sp>
          <p:nvSpPr>
            <p:cNvPr id="97" name="Freeform 2"/>
            <p:cNvSpPr/>
            <p:nvPr/>
          </p:nvSpPr>
          <p:spPr>
            <a:xfrm>
              <a:off x="1066680" y="2363580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5"/>
          <p:cNvSpPr/>
          <p:nvPr/>
        </p:nvSpPr>
        <p:spPr>
          <a:xfrm>
            <a:off x="1066680" y="2309724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1067040" y="2553084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2"/>
          <p:cNvSpPr/>
          <p:nvPr/>
        </p:nvSpPr>
        <p:spPr>
          <a:xfrm>
            <a:off x="1067040" y="23652360"/>
            <a:ext cx="1909188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</p:txBody>
      </p:sp>
      <p:sp>
        <p:nvSpPr>
          <p:cNvPr id="101" name="TextBox 13"/>
          <p:cNvSpPr/>
          <p:nvPr/>
        </p:nvSpPr>
        <p:spPr>
          <a:xfrm>
            <a:off x="14040720" y="2561832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6"/>
          <p:cNvSpPr/>
          <p:nvPr/>
        </p:nvSpPr>
        <p:spPr>
          <a:xfrm>
            <a:off x="14760720" y="2470212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2026-03-08T20:45:43Z</dcterms:modified>
  <cp:revision>20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