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Microsoft YaHei"/>
      <p:regular r:id="rId5"/>
    </p:embeddedFont>
    <p:embeddedFont>
      <p:font typeface="Poppins Italics"/>
    </p:embeddedFont>
    <p:embeddedFont>
      <p:font typeface="Montserrat"/>
      <p:regular r:id="rId6"/>
      <p:bold r:id="rId6"/>
    </p:embeddedFont>
    <p:embeddedFont>
      <p:font typeface="Poppins Bold"/>
    </p:embeddedFont>
    <p:embeddedFont>
      <p:font typeface="Montserrat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0120" cy="583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2640" cy="583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7820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F91F16-49E2-4E9F-A4FF-D04CEF353F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2320" cy="112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2320" cy="450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7820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A1B623-C201-4E91-BF8B-FB44AF25D9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5120" cy="13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5120" cy="14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7820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5E25C6-1521-4EEC-AD2C-7A469B0DC2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2320" cy="112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1200" cy="450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1200" cy="450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7820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8D6A05-B2DF-4A5C-9CDC-880EC86553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2320" cy="112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3000" cy="62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3000" cy="393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4440" cy="62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4440" cy="393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7820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AF548F-976F-4341-B421-CCED0AD3BF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2320" cy="112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7820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9E84C7-DDE9-444B-8E48-BAAB2A7046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7820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C28C45-414C-44FA-80D8-12E9A3B6AE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0880" cy="114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4360" cy="583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0880" cy="467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7820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42512B-8CB7-45F6-9AED-7D576114CA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69120" cy="54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69120" cy="409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69120" cy="78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7820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67B14B-B1CA-43D1-9BDC-4407AF50BD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5120" cy="145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7820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FE5E25-3735-4B03-AF66-AF6DAF0BB8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2320" cy="112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2320" cy="450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7820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164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6E19A6-AC4D-4098-B15A-439AFA07B6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0" y="0"/>
            <a:ext cx="6879240" cy="30266640"/>
            <a:chOff x="0" y="0"/>
            <a:chExt cx="6879240" cy="30266640"/>
          </a:xfrm>
        </p:grpSpPr>
        <p:sp>
          <p:nvSpPr>
            <p:cNvPr id="60" name="Freeform 3"/>
            <p:cNvSpPr/>
            <p:nvPr/>
          </p:nvSpPr>
          <p:spPr>
            <a:xfrm>
              <a:off x="0" y="0"/>
              <a:ext cx="6879240" cy="30266640"/>
            </a:xfrm>
            <a:custGeom>
              <a:avLst/>
              <a:gdLst>
                <a:gd name="textAreaLeft" fmla="*/ 0 w 6879240"/>
                <a:gd name="textAreaRight" fmla="*/ 6896520 w 6879240"/>
                <a:gd name="textAreaTop" fmla="*/ 0 h 30266640"/>
                <a:gd name="textAreaBottom" fmla="*/ 30283920 h 30266640"/>
              </a:gdLst>
              <a:ahLst/>
              <a:cxnLst/>
              <a:rect l="textAreaLeft" t="textAreaTop" r="textAreaRight" b="textAreaBottom"/>
              <a:pathLst>
                <a:path w="9195181" h="40341042">
                  <a:moveTo>
                    <a:pt x="0" y="0"/>
                  </a:moveTo>
                  <a:lnTo>
                    <a:pt x="9195181" y="0"/>
                  </a:lnTo>
                  <a:lnTo>
                    <a:pt x="9195181" y="40341042"/>
                  </a:lnTo>
                  <a:lnTo>
                    <a:pt x="0" y="40341042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TextBox 34"/>
          <p:cNvSpPr/>
          <p:nvPr/>
        </p:nvSpPr>
        <p:spPr>
          <a:xfrm>
            <a:off x="669960" y="1086480"/>
            <a:ext cx="255420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14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" name="Group 35"/>
          <p:cNvGrpSpPr/>
          <p:nvPr/>
        </p:nvGrpSpPr>
        <p:grpSpPr>
          <a:xfrm>
            <a:off x="7380000" y="9118080"/>
            <a:ext cx="13846680" cy="10780920"/>
            <a:chOff x="7380000" y="9118080"/>
            <a:chExt cx="13846680" cy="10780920"/>
          </a:xfrm>
        </p:grpSpPr>
        <p:sp>
          <p:nvSpPr>
            <p:cNvPr id="63" name="TextBox 36"/>
            <p:cNvSpPr/>
            <p:nvPr/>
          </p:nvSpPr>
          <p:spPr>
            <a:xfrm>
              <a:off x="7380000" y="9118080"/>
              <a:ext cx="13846680" cy="56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56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TextBox 37"/>
            <p:cNvSpPr/>
            <p:nvPr/>
          </p:nvSpPr>
          <p:spPr>
            <a:xfrm>
              <a:off x="7380000" y="9962280"/>
              <a:ext cx="12458160" cy="558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564"/>
                </a:lnSpc>
              </a:pPr>
              <a:r>
                <a:rPr lang="en-US" sz="1800" b="1" u="none" spc="74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[[EXPERIENCE_BLOCK]]</a:t>
              </a: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564"/>
                </a:lnSpc>
              </a:pPr>
              <a:r>
                <a:rPr lang="en-US" sz="2800" b="1" u="none" spc="74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{{exp_1_role}}</a:t>
              </a:r>
              <a:r>
                <a:rPr lang="en-US" sz="2800" b="0" u="none" spc="74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 </a:t>
              </a:r>
              <a:r>
                <a:rPr lang="en-US" sz="3600" b="0" u="none" spc="74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 </a:t>
              </a:r>
              <a:r>
                <a:rPr lang="en-US" sz="2400" b="0" u="none" spc="65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{{exp_1_company}}  {{exp_1_dates}}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r>
                <a:rPr lang="es-AR" sz="2200" b="0" u="none" strike="noStrike">
                  <a:solidFill>
                    <a:srgbClr val="292d2d"/>
                  </a:solidFill>
                  <a:effectLst/>
                  <a:uFillTx/>
                  <a:latin typeface="Poppins"/>
                  <a:ea typeface="Montserrat"/>
                </a:rPr>
                <a:t>{{exp_1_bullets_block}}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</a:pP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</a:pP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564"/>
                </a:lnSpc>
              </a:pP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564"/>
                </a:lnSpc>
              </a:pP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</a:pP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TextBox 38"/>
            <p:cNvSpPr/>
            <p:nvPr/>
          </p:nvSpPr>
          <p:spPr>
            <a:xfrm>
              <a:off x="7380000" y="9962280"/>
              <a:ext cx="13637160" cy="53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56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2"/>
            <p:cNvSpPr/>
            <p:nvPr/>
          </p:nvSpPr>
          <p:spPr>
            <a:xfrm>
              <a:off x="7380000" y="13839120"/>
              <a:ext cx="13846680" cy="56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56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TextBox 3"/>
            <p:cNvSpPr/>
            <p:nvPr/>
          </p:nvSpPr>
          <p:spPr>
            <a:xfrm>
              <a:off x="7380000" y="14661720"/>
              <a:ext cx="12458160" cy="200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6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TextBox 10"/>
            <p:cNvSpPr/>
            <p:nvPr/>
          </p:nvSpPr>
          <p:spPr>
            <a:xfrm>
              <a:off x="7380000" y="19363320"/>
              <a:ext cx="13637160" cy="53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9" name="TextBox 1"/>
          <p:cNvSpPr/>
          <p:nvPr/>
        </p:nvSpPr>
        <p:spPr>
          <a:xfrm>
            <a:off x="720000" y="1086480"/>
            <a:ext cx="25549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852120" y="721800"/>
            <a:ext cx="503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8"/>
          <p:cNvSpPr/>
          <p:nvPr/>
        </p:nvSpPr>
        <p:spPr>
          <a:xfrm>
            <a:off x="7380000" y="73800"/>
            <a:ext cx="13676760" cy="26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489"/>
              </a:lnSpc>
            </a:pPr>
            <a:r>
              <a:rPr lang="en-US" sz="7200" b="1" u="none" spc="573" strike="noStrike">
                <a:solidFill>
                  <a:srgbClr val="c0504d"/>
                </a:solidFill>
                <a:effectLst/>
                <a:uFillTx/>
                <a:latin typeface="Poppins"/>
                <a:ea typeface="Poppins Bold"/>
              </a:rPr>
              <a:t>{{name}}</a:t>
            </a:r>
            <a:endParaRPr lang="es-A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547"/>
              </a:lnSpc>
            </a:pPr>
            <a:r>
              <a:rPr lang="en-US" sz="3000" b="0" u="none" spc="507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640"/>
              </a:lnSpc>
            </a:pPr>
            <a:r>
              <a:rPr lang="en-US" sz="2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{{contact_phone}}  {{contact_email}}  {{contact_location}}  {{licencia}}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327600" y="6104160"/>
            <a:ext cx="5964840" cy="42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 [[SIDEBAR_BLOCK]]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3000" b="0" u="none" spc="-711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" name="Group 4"/>
          <p:cNvGrpSpPr/>
          <p:nvPr/>
        </p:nvGrpSpPr>
        <p:grpSpPr>
          <a:xfrm>
            <a:off x="7524000" y="5679720"/>
            <a:ext cx="8537400" cy="360"/>
            <a:chOff x="7524000" y="5679720"/>
            <a:chExt cx="8537400" cy="360"/>
          </a:xfrm>
        </p:grpSpPr>
        <p:sp>
          <p:nvSpPr>
            <p:cNvPr id="74" name="Freeform 1"/>
            <p:cNvSpPr/>
            <p:nvPr/>
          </p:nvSpPr>
          <p:spPr>
            <a:xfrm>
              <a:off x="7524000" y="5679720"/>
              <a:ext cx="8537400" cy="360"/>
            </a:xfrm>
            <a:custGeom>
              <a:avLst/>
              <a:gdLst>
                <a:gd name="textAreaLeft" fmla="*/ 0 w 8537400"/>
                <a:gd name="textAreaRight" fmla="*/ 8556120 w 8537400"/>
                <a:gd name="textAreaTop" fmla="*/ 0 h 360"/>
                <a:gd name="textAreaBottom" fmla="*/ 73440 h 360"/>
              </a:gdLst>
              <a:ahLst/>
              <a:cxnLst/>
              <a:rect l="textAreaLeft" t="textAreaTop" r="textAreaRight" b="textAreaBottom"/>
              <a:pathLst>
                <a:path w="11408156" h="71882">
                  <a:moveTo>
                    <a:pt x="11408156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1408156" y="0"/>
                  </a:lnTo>
                  <a:close/>
                </a:path>
              </a:pathLst>
            </a:custGeom>
            <a:solidFill>
              <a:srgbClr val="696969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TextBox 32"/>
          <p:cNvSpPr/>
          <p:nvPr/>
        </p:nvSpPr>
        <p:spPr>
          <a:xfrm>
            <a:off x="7524000" y="4860000"/>
            <a:ext cx="852984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4"/>
              </a:lnSpc>
            </a:pPr>
            <a:r>
              <a:rPr lang="en-US" sz="3400" b="1" u="none" spc="145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PERFIL PROFESIONAL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3"/>
          <p:cNvSpPr/>
          <p:nvPr/>
        </p:nvSpPr>
        <p:spPr>
          <a:xfrm>
            <a:off x="7524000" y="5791320"/>
            <a:ext cx="119008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7"/>
              </a:lnSpc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7" name="Group 6"/>
          <p:cNvGrpSpPr/>
          <p:nvPr/>
        </p:nvGrpSpPr>
        <p:grpSpPr>
          <a:xfrm>
            <a:off x="7523640" y="10098720"/>
            <a:ext cx="8537400" cy="360"/>
            <a:chOff x="7523640" y="10098720"/>
            <a:chExt cx="8537400" cy="360"/>
          </a:xfrm>
        </p:grpSpPr>
        <p:sp>
          <p:nvSpPr>
            <p:cNvPr id="78" name="Freeform 2"/>
            <p:cNvSpPr/>
            <p:nvPr/>
          </p:nvSpPr>
          <p:spPr>
            <a:xfrm>
              <a:off x="7523640" y="10098720"/>
              <a:ext cx="8537400" cy="360"/>
            </a:xfrm>
            <a:custGeom>
              <a:avLst/>
              <a:gdLst>
                <a:gd name="textAreaLeft" fmla="*/ 0 w 8537400"/>
                <a:gd name="textAreaRight" fmla="*/ 8556120 w 8537400"/>
                <a:gd name="textAreaTop" fmla="*/ 0 h 360"/>
                <a:gd name="textAreaBottom" fmla="*/ 73440 h 360"/>
              </a:gdLst>
              <a:ahLst/>
              <a:cxnLst/>
              <a:rect l="textAreaLeft" t="textAreaTop" r="textAreaRight" b="textAreaBottom"/>
              <a:pathLst>
                <a:path w="11408156" h="71882">
                  <a:moveTo>
                    <a:pt x="11408156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1408156" y="0"/>
                  </a:lnTo>
                  <a:close/>
                </a:path>
              </a:pathLst>
            </a:custGeom>
            <a:solidFill>
              <a:srgbClr val="696969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TextBox 31"/>
          <p:cNvSpPr/>
          <p:nvPr/>
        </p:nvSpPr>
        <p:spPr>
          <a:xfrm>
            <a:off x="7523640" y="9279360"/>
            <a:ext cx="853740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4"/>
              </a:lnSpc>
            </a:pPr>
            <a:r>
              <a:rPr lang="en-US" sz="3400" b="1" u="none" spc="145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EXPERIENCIA LABORAL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DAG9j3823Dw</dc:identifier>
  <dc:language>es-AR</dc:language>
  <cp:lastModifiedBy/>
  <dcterms:modified xsi:type="dcterms:W3CDTF">2026-03-05T13:44:53Z</dcterms:modified>
  <cp:revision>49</cp:revision>
  <dc:subject/>
  <dc:title>Plantilla_oficial_4.pptx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