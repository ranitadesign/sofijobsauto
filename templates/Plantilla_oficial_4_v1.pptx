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ontserrat Bold"/>
    </p:embeddedFont>
    <p:embeddedFont>
      <p:font typeface="Microsoft YaHei"/>
      <p:regular r:id="rId5"/>
    </p:embeddedFont>
    <p:embeddedFont>
      <p:font typeface="Poppins Italics"/>
    </p:embeddedFont>
    <p:embeddedFont>
      <p:font typeface="Poppins Bold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1560" cy="450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1560" cy="450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F271C3-7437-403B-B8B4-85351CCB47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3360" cy="62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3360" cy="393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4800" cy="62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4800" cy="393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991B5A-0CAE-4AC0-8EA9-8E70FB2C3B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44FC41-22CC-4755-98F3-B417A8C2B2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EB52DE-11E3-4601-AB63-7EBAB54A79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1240" cy="114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4720" cy="583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1240" cy="467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2561BD-9A3C-4BF6-ABCD-3E26B0E728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9480" cy="54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9480" cy="409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9480" cy="78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26BBE2-FC75-4ECF-96F3-E0344037E9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5480" cy="145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DBA644-CC12-41AB-9223-678524BD11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2680" cy="450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B88F5B-CA06-497C-BA82-6DBBB1D247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0480" cy="583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3000" cy="583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A7A87F-471E-495D-A949-6833FA2ABC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2680" cy="450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EA203C-77AE-4066-BC35-05B2DDBE9C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5480" cy="13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5480" cy="148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CD6C97-A66B-4F6F-8048-796CF32AA9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0" y="0"/>
            <a:ext cx="6879600" cy="30267000"/>
            <a:chOff x="0" y="0"/>
            <a:chExt cx="6879600" cy="30267000"/>
          </a:xfrm>
        </p:grpSpPr>
        <p:sp>
          <p:nvSpPr>
            <p:cNvPr id="60" name="Freeform 3"/>
            <p:cNvSpPr/>
            <p:nvPr/>
          </p:nvSpPr>
          <p:spPr>
            <a:xfrm>
              <a:off x="0" y="0"/>
              <a:ext cx="6879600" cy="30267000"/>
            </a:xfrm>
            <a:custGeom>
              <a:avLst/>
              <a:gdLst>
                <a:gd name="textAreaLeft" fmla="*/ 0 w 6879600"/>
                <a:gd name="textAreaRight" fmla="*/ 6896520 w 6879600"/>
                <a:gd name="textAreaTop" fmla="*/ 0 h 30267000"/>
                <a:gd name="textAreaBottom" fmla="*/ 30283920 h 3026700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34"/>
          <p:cNvSpPr/>
          <p:nvPr/>
        </p:nvSpPr>
        <p:spPr>
          <a:xfrm>
            <a:off x="669960" y="1086480"/>
            <a:ext cx="255456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5"/>
          <p:cNvGrpSpPr/>
          <p:nvPr/>
        </p:nvGrpSpPr>
        <p:grpSpPr>
          <a:xfrm>
            <a:off x="7380000" y="9653760"/>
            <a:ext cx="13847040" cy="10781280"/>
            <a:chOff x="7380000" y="9653760"/>
            <a:chExt cx="13847040" cy="10781280"/>
          </a:xfrm>
        </p:grpSpPr>
        <p:sp>
          <p:nvSpPr>
            <p:cNvPr id="63" name="TextBox 36"/>
            <p:cNvSpPr/>
            <p:nvPr/>
          </p:nvSpPr>
          <p:spPr>
            <a:xfrm>
              <a:off x="7380000" y="9653760"/>
              <a:ext cx="13847040" cy="568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37"/>
            <p:cNvSpPr/>
            <p:nvPr/>
          </p:nvSpPr>
          <p:spPr>
            <a:xfrm>
              <a:off x="7380000" y="10497960"/>
              <a:ext cx="12458520" cy="5005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8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36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{{exp_1_company}} 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38"/>
            <p:cNvSpPr/>
            <p:nvPr/>
          </p:nvSpPr>
          <p:spPr>
            <a:xfrm>
              <a:off x="7380000" y="10497960"/>
              <a:ext cx="13637520" cy="53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2"/>
            <p:cNvSpPr/>
            <p:nvPr/>
          </p:nvSpPr>
          <p:spPr>
            <a:xfrm>
              <a:off x="7380000" y="14374800"/>
              <a:ext cx="13847040" cy="56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3"/>
            <p:cNvSpPr/>
            <p:nvPr/>
          </p:nvSpPr>
          <p:spPr>
            <a:xfrm>
              <a:off x="7380000" y="15197400"/>
              <a:ext cx="12458520" cy="200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10"/>
            <p:cNvSpPr/>
            <p:nvPr/>
          </p:nvSpPr>
          <p:spPr>
            <a:xfrm>
              <a:off x="7380000" y="19899000"/>
              <a:ext cx="13637520" cy="53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TextBox 1"/>
          <p:cNvSpPr/>
          <p:nvPr/>
        </p:nvSpPr>
        <p:spPr>
          <a:xfrm>
            <a:off x="720000" y="1086480"/>
            <a:ext cx="2555280" cy="3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852120" y="721800"/>
            <a:ext cx="503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8"/>
          <p:cNvSpPr/>
          <p:nvPr/>
        </p:nvSpPr>
        <p:spPr>
          <a:xfrm>
            <a:off x="7380000" y="73800"/>
            <a:ext cx="13677120" cy="26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7200" b="1" u="none" spc="573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000" b="0" u="none" spc="507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  {{contact_email}}  {{contact_location}}  {{licencia}}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327600" y="6104160"/>
            <a:ext cx="596520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711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4"/>
          <p:cNvGrpSpPr/>
          <p:nvPr/>
        </p:nvGrpSpPr>
        <p:grpSpPr>
          <a:xfrm>
            <a:off x="7524000" y="5679720"/>
            <a:ext cx="8537760" cy="360"/>
            <a:chOff x="7524000" y="5679720"/>
            <a:chExt cx="8537760" cy="360"/>
          </a:xfrm>
        </p:grpSpPr>
        <p:sp>
          <p:nvSpPr>
            <p:cNvPr id="74" name="Freeform 1"/>
            <p:cNvSpPr/>
            <p:nvPr/>
          </p:nvSpPr>
          <p:spPr>
            <a:xfrm>
              <a:off x="7524000" y="5679720"/>
              <a:ext cx="8537760" cy="360"/>
            </a:xfrm>
            <a:custGeom>
              <a:avLst/>
              <a:gdLst>
                <a:gd name="textAreaLeft" fmla="*/ 0 w 8537760"/>
                <a:gd name="textAreaRight" fmla="*/ 8556120 w 8537760"/>
                <a:gd name="textAreaTop" fmla="*/ 0 h 360"/>
                <a:gd name="textAreaBottom" fmla="*/ 3672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32"/>
          <p:cNvSpPr/>
          <p:nvPr/>
        </p:nvSpPr>
        <p:spPr>
          <a:xfrm>
            <a:off x="7524000" y="4860000"/>
            <a:ext cx="85302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PERFIL PROFESIONAL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3"/>
          <p:cNvSpPr/>
          <p:nvPr/>
        </p:nvSpPr>
        <p:spPr>
          <a:xfrm>
            <a:off x="7524000" y="5791320"/>
            <a:ext cx="1190124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6"/>
          <p:cNvGrpSpPr/>
          <p:nvPr/>
        </p:nvGrpSpPr>
        <p:grpSpPr>
          <a:xfrm>
            <a:off x="7523640" y="10098720"/>
            <a:ext cx="8537760" cy="360"/>
            <a:chOff x="7523640" y="10098720"/>
            <a:chExt cx="8537760" cy="360"/>
          </a:xfrm>
        </p:grpSpPr>
        <p:sp>
          <p:nvSpPr>
            <p:cNvPr id="78" name="Freeform 2"/>
            <p:cNvSpPr/>
            <p:nvPr/>
          </p:nvSpPr>
          <p:spPr>
            <a:xfrm>
              <a:off x="7523640" y="10098720"/>
              <a:ext cx="8537760" cy="360"/>
            </a:xfrm>
            <a:custGeom>
              <a:avLst/>
              <a:gdLst>
                <a:gd name="textAreaLeft" fmla="*/ 0 w 8537760"/>
                <a:gd name="textAreaRight" fmla="*/ 8556120 w 8537760"/>
                <a:gd name="textAreaTop" fmla="*/ 0 h 360"/>
                <a:gd name="textAreaBottom" fmla="*/ 3672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7523640" y="9279360"/>
            <a:ext cx="853776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2026-02-13T13:42:56Z</dcterms:modified>
  <cp:revision>48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