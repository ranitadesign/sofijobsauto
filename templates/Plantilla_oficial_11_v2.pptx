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"/>
      <p:regular r:id="rId7"/>
      <p:bold r:id="rId7"/>
    </p:embeddedFont>
    <p:embeddedFont>
      <p:font typeface="Proxima Nova"/>
      <p:regular r:id="rId8"/>
      <p:bold r:id="rId8"/>
    </p:embeddedFont>
    <p:embeddedFont>
      <p:font typeface="Garet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Proxima_Nova_Regular.fntdata"/><Relationship Id="rId9" Type="http://schemas.openxmlformats.org/officeDocument/2006/relationships/font" Target="fonts/Font_6_Garet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64768F-1DC0-4C3B-9B9A-EDDB7DC72F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110B35-0AF1-45C7-8BFC-B6BDE79E40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E830FC-ACD9-48F9-8008-418DB553F8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0AE2B7-4E4F-4A83-B74B-EB9385FB3B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91B4FE-86F0-4BD6-93C2-15CBB094C9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ABB448-0575-4B7B-83AE-0030544B26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862D59-E88E-41C0-829C-E8AE23393C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C2884F-FC02-4717-B2AB-F7267BA7BD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809BD6-D047-4C73-B6C5-10B3C16747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17221E-50D3-443F-A74C-0831A46E74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E9189F-A34D-4193-994B-1384F651E3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5"/>
          <p:cNvSpPr/>
          <p:nvPr/>
        </p:nvSpPr>
        <p:spPr>
          <a:xfrm>
            <a:off x="1213920" y="8352000"/>
            <a:ext cx="18952560" cy="35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916920" y="852840"/>
            <a:ext cx="195523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7200000" y="415872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7366320" y="4284000"/>
            <a:ext cx="102240" cy="226440"/>
          </a:xfrm>
          <a:custGeom>
            <a:avLst/>
            <a:gdLst>
              <a:gd name="textAreaLeft" fmla="*/ 0 w 102240"/>
              <a:gd name="textAreaRight" fmla="*/ 109080 w 102240"/>
              <a:gd name="textAreaTop" fmla="*/ 0 h 226440"/>
              <a:gd name="textAreaBottom" fmla="*/ 233280 h 2264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7838640" y="4140360"/>
            <a:ext cx="34743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916920" y="415008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036080" y="4296600"/>
            <a:ext cx="208080" cy="183960"/>
          </a:xfrm>
          <a:custGeom>
            <a:avLst/>
            <a:gdLst>
              <a:gd name="textAreaLeft" fmla="*/ 0 w 208080"/>
              <a:gd name="textAreaRight" fmla="*/ 214920 w 208080"/>
              <a:gd name="textAreaTop" fmla="*/ 0 h 183960"/>
              <a:gd name="textAreaBottom" fmla="*/ 190800 h 1839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555560" y="4140360"/>
            <a:ext cx="527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1805120" y="4162680"/>
            <a:ext cx="446400" cy="446400"/>
          </a:xfrm>
          <a:custGeom>
            <a:avLst/>
            <a:gdLst>
              <a:gd name="textAreaLeft" fmla="*/ 0 w 446400"/>
              <a:gd name="textAreaRight" fmla="*/ 453240 w 446400"/>
              <a:gd name="textAreaTop" fmla="*/ 0 h 446400"/>
              <a:gd name="textAreaBottom" fmla="*/ 453240 h 4464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474000" y="4087080"/>
            <a:ext cx="4497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260000" y="5782680"/>
            <a:ext cx="18953280" cy="20160"/>
            <a:chOff x="1260000" y="5782680"/>
            <a:chExt cx="18953280" cy="20160"/>
          </a:xfrm>
        </p:grpSpPr>
        <p:sp>
          <p:nvSpPr>
            <p:cNvPr id="70" name="Freeform 13"/>
            <p:cNvSpPr/>
            <p:nvPr/>
          </p:nvSpPr>
          <p:spPr>
            <a:xfrm>
              <a:off x="1260000" y="57826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203480" y="5847840"/>
            <a:ext cx="189532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203480" y="5220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1"/>
          <p:cNvGrpSpPr/>
          <p:nvPr/>
        </p:nvGrpSpPr>
        <p:grpSpPr>
          <a:xfrm>
            <a:off x="1213920" y="8439840"/>
            <a:ext cx="18953280" cy="20160"/>
            <a:chOff x="1213920" y="8439840"/>
            <a:chExt cx="18953280" cy="20160"/>
          </a:xfrm>
        </p:grpSpPr>
        <p:sp>
          <p:nvSpPr>
            <p:cNvPr id="74" name="Freeform 22"/>
            <p:cNvSpPr/>
            <p:nvPr/>
          </p:nvSpPr>
          <p:spPr>
            <a:xfrm>
              <a:off x="1213920" y="84398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23"/>
          <p:cNvSpPr/>
          <p:nvPr/>
        </p:nvSpPr>
        <p:spPr>
          <a:xfrm>
            <a:off x="1213920" y="7920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6320" y="19567440"/>
            <a:ext cx="18953280" cy="20160"/>
            <a:chOff x="1066320" y="19567440"/>
            <a:chExt cx="18953280" cy="20160"/>
          </a:xfrm>
        </p:grpSpPr>
        <p:sp>
          <p:nvSpPr>
            <p:cNvPr id="77" name="Freeform 1"/>
            <p:cNvSpPr/>
            <p:nvPr/>
          </p:nvSpPr>
          <p:spPr>
            <a:xfrm>
              <a:off x="1066320" y="195674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6320" y="190648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360" y="27107640"/>
            <a:ext cx="18953280" cy="20160"/>
            <a:chOff x="1080360" y="27107640"/>
            <a:chExt cx="18953280" cy="20160"/>
          </a:xfrm>
        </p:grpSpPr>
        <p:sp>
          <p:nvSpPr>
            <p:cNvPr id="80" name="Freeform 33"/>
            <p:cNvSpPr/>
            <p:nvPr/>
          </p:nvSpPr>
          <p:spPr>
            <a:xfrm>
              <a:off x="1080360" y="271076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6320" y="2730456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360" y="26604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680" y="2059848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680" y="19589760"/>
            <a:ext cx="190918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840" y="20657880"/>
            <a:ext cx="59817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720" y="19769760"/>
            <a:ext cx="55774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360" y="2068596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360" y="1976976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680" y="21763800"/>
            <a:ext cx="18953280" cy="20160"/>
            <a:chOff x="1066680" y="21763800"/>
            <a:chExt cx="18953280" cy="20160"/>
          </a:xfrm>
        </p:grpSpPr>
        <p:sp>
          <p:nvSpPr>
            <p:cNvPr id="90" name="Freeform 2"/>
            <p:cNvSpPr/>
            <p:nvPr/>
          </p:nvSpPr>
          <p:spPr>
            <a:xfrm>
              <a:off x="1066680" y="217638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680" y="2126124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7040" y="2279484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7040" y="21858120"/>
            <a:ext cx="190918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720" y="2288232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720" y="2196612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7040" y="23636160"/>
            <a:ext cx="18953280" cy="20160"/>
            <a:chOff x="1067040" y="23636160"/>
            <a:chExt cx="18953280" cy="20160"/>
          </a:xfrm>
        </p:grpSpPr>
        <p:sp>
          <p:nvSpPr>
            <p:cNvPr id="97" name="Freeform 3"/>
            <p:cNvSpPr/>
            <p:nvPr/>
          </p:nvSpPr>
          <p:spPr>
            <a:xfrm>
              <a:off x="1067040" y="2363616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7040" y="230976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400" y="2553120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400" y="23652720"/>
            <a:ext cx="1909188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1080" y="2561868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1080" y="2470248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2026-03-08T20:43:26Z</dcterms:modified>
  <cp:revision>22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