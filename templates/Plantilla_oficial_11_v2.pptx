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oppins"/>
      <p:regular r:id="rId5"/>
      <p:bold r:id="rId5"/>
    </p:embeddedFont>
    <p:embeddedFont>
      <p:font typeface="Proxima nova"/>
    </p:embeddedFont>
    <p:embeddedFont>
      <p:font typeface="Montserrat"/>
      <p:regular r:id="rId6"/>
      <p:bold r:id="rId6"/>
    </p:embeddedFont>
    <p:embeddedFont>
      <p:font typeface="Microsoft YaHei"/>
      <p:regular r:id="rId7"/>
    </p:embeddedFont>
    <p:embeddedFont>
      <p:font typeface="Proxima Nova"/>
      <p:regular r:id="rId8"/>
      <p:bold r:id="rId8"/>
    </p:embeddedFont>
    <p:embeddedFont>
      <p:font typeface="Garet"/>
      <p:regular r:id="rId9"/>
      <p:bold r:id="rId9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Proxima_Nova_Regular.fntdata"/><Relationship Id="rId9" Type="http://schemas.openxmlformats.org/officeDocument/2006/relationships/font" Target="fonts/Font_6_Garet_Regular.fntdata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514F43-D763-4043-A9E3-A9143DB9E9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480" cy="135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480" cy="149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8BB9A2C-3E83-441D-91FB-5AF2AEC20D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56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1F8CD0-22E2-4049-B4BC-6F76789D75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36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36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800" cy="63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800" cy="394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834762-615C-4428-85DF-46C443C296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36D8E6-DE19-4E45-A40C-E2D439AD05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12374C-5022-4125-A009-2EC47FEACE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240" cy="115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72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240" cy="468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31E5BC-F496-4A64-921A-2706FAAEB7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480" cy="5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480" cy="4106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480" cy="79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E59EC3-D24F-4047-8100-4EF3376306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480" cy="14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E30121-3BF8-4277-B669-4627A7652F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680" cy="113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680" cy="451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351D8C-EE72-4916-B6E7-3473C74360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48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000" cy="584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A11AA3-A85F-4D46-A633-ADA1D9FD17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5"/>
          <p:cNvSpPr/>
          <p:nvPr/>
        </p:nvSpPr>
        <p:spPr>
          <a:xfrm>
            <a:off x="1213920" y="8352000"/>
            <a:ext cx="18952200" cy="359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916920" y="852840"/>
            <a:ext cx="1955196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7200000" y="415872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7366320" y="4284000"/>
            <a:ext cx="101880" cy="226080"/>
          </a:xfrm>
          <a:custGeom>
            <a:avLst/>
            <a:gdLst>
              <a:gd name="textAreaLeft" fmla="*/ 0 w 101880"/>
              <a:gd name="textAreaRight" fmla="*/ 109080 w 101880"/>
              <a:gd name="textAreaTop" fmla="*/ 0 h 226080"/>
              <a:gd name="textAreaBottom" fmla="*/ 233280 h 22608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6"/>
          <p:cNvSpPr/>
          <p:nvPr/>
        </p:nvSpPr>
        <p:spPr>
          <a:xfrm>
            <a:off x="7838640" y="4140360"/>
            <a:ext cx="3474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916920" y="415008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036080" y="4296600"/>
            <a:ext cx="207720" cy="183600"/>
          </a:xfrm>
          <a:custGeom>
            <a:avLst/>
            <a:gdLst>
              <a:gd name="textAreaLeft" fmla="*/ 0 w 207720"/>
              <a:gd name="textAreaRight" fmla="*/ 214920 w 207720"/>
              <a:gd name="textAreaTop" fmla="*/ 0 h 183600"/>
              <a:gd name="textAreaBottom" fmla="*/ 190800 h 18360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9"/>
          <p:cNvSpPr/>
          <p:nvPr/>
        </p:nvSpPr>
        <p:spPr>
          <a:xfrm>
            <a:off x="1555560" y="4140360"/>
            <a:ext cx="5279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10"/>
          <p:cNvSpPr/>
          <p:nvPr/>
        </p:nvSpPr>
        <p:spPr>
          <a:xfrm>
            <a:off x="11805120" y="4162680"/>
            <a:ext cx="446040" cy="446040"/>
          </a:xfrm>
          <a:custGeom>
            <a:avLst/>
            <a:gdLst>
              <a:gd name="textAreaLeft" fmla="*/ 0 w 446040"/>
              <a:gd name="textAreaRight" fmla="*/ 453240 w 446040"/>
              <a:gd name="textAreaTop" fmla="*/ 0 h 446040"/>
              <a:gd name="textAreaBottom" fmla="*/ 453240 h 44604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12474000" y="4087080"/>
            <a:ext cx="44974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2"/>
          <p:cNvGrpSpPr/>
          <p:nvPr/>
        </p:nvGrpSpPr>
        <p:grpSpPr>
          <a:xfrm>
            <a:off x="1260000" y="5782680"/>
            <a:ext cx="18952920" cy="19800"/>
            <a:chOff x="1260000" y="5782680"/>
            <a:chExt cx="18952920" cy="19800"/>
          </a:xfrm>
        </p:grpSpPr>
        <p:sp>
          <p:nvSpPr>
            <p:cNvPr id="70" name="Freeform 13"/>
            <p:cNvSpPr/>
            <p:nvPr/>
          </p:nvSpPr>
          <p:spPr>
            <a:xfrm>
              <a:off x="1260000" y="578268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14"/>
          <p:cNvSpPr/>
          <p:nvPr/>
        </p:nvSpPr>
        <p:spPr>
          <a:xfrm>
            <a:off x="1203480" y="5847840"/>
            <a:ext cx="18952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203480" y="5220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1"/>
          <p:cNvGrpSpPr/>
          <p:nvPr/>
        </p:nvGrpSpPr>
        <p:grpSpPr>
          <a:xfrm>
            <a:off x="1213920" y="8439840"/>
            <a:ext cx="18952920" cy="19800"/>
            <a:chOff x="1213920" y="8439840"/>
            <a:chExt cx="18952920" cy="19800"/>
          </a:xfrm>
        </p:grpSpPr>
        <p:sp>
          <p:nvSpPr>
            <p:cNvPr id="74" name="Freeform 22"/>
            <p:cNvSpPr/>
            <p:nvPr/>
          </p:nvSpPr>
          <p:spPr>
            <a:xfrm>
              <a:off x="1213920" y="84398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23"/>
          <p:cNvSpPr/>
          <p:nvPr/>
        </p:nvSpPr>
        <p:spPr>
          <a:xfrm>
            <a:off x="1213920" y="7920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7"/>
          <p:cNvGrpSpPr/>
          <p:nvPr/>
        </p:nvGrpSpPr>
        <p:grpSpPr>
          <a:xfrm>
            <a:off x="1066320" y="19567440"/>
            <a:ext cx="18952920" cy="19800"/>
            <a:chOff x="1066320" y="19567440"/>
            <a:chExt cx="18952920" cy="19800"/>
          </a:xfrm>
        </p:grpSpPr>
        <p:sp>
          <p:nvSpPr>
            <p:cNvPr id="77" name="Freeform 1"/>
            <p:cNvSpPr/>
            <p:nvPr/>
          </p:nvSpPr>
          <p:spPr>
            <a:xfrm>
              <a:off x="1066320" y="195674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29"/>
          <p:cNvSpPr/>
          <p:nvPr/>
        </p:nvSpPr>
        <p:spPr>
          <a:xfrm>
            <a:off x="1066320" y="1906488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2"/>
          <p:cNvGrpSpPr/>
          <p:nvPr/>
        </p:nvGrpSpPr>
        <p:grpSpPr>
          <a:xfrm>
            <a:off x="1080360" y="27107640"/>
            <a:ext cx="18952920" cy="19800"/>
            <a:chOff x="1080360" y="27107640"/>
            <a:chExt cx="18952920" cy="19800"/>
          </a:xfrm>
        </p:grpSpPr>
        <p:sp>
          <p:nvSpPr>
            <p:cNvPr id="80" name="Freeform 33"/>
            <p:cNvSpPr/>
            <p:nvPr/>
          </p:nvSpPr>
          <p:spPr>
            <a:xfrm>
              <a:off x="1080360" y="271076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4"/>
          <p:cNvSpPr/>
          <p:nvPr/>
        </p:nvSpPr>
        <p:spPr>
          <a:xfrm>
            <a:off x="1066320" y="2730456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5"/>
          <p:cNvSpPr/>
          <p:nvPr/>
        </p:nvSpPr>
        <p:spPr>
          <a:xfrm>
            <a:off x="1080360" y="26604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0"/>
          <p:cNvSpPr/>
          <p:nvPr/>
        </p:nvSpPr>
        <p:spPr>
          <a:xfrm>
            <a:off x="1066680" y="2059848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1"/>
          <p:cNvSpPr/>
          <p:nvPr/>
        </p:nvSpPr>
        <p:spPr>
          <a:xfrm>
            <a:off x="1066680" y="19589760"/>
            <a:ext cx="1909152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2"/>
          <p:cNvSpPr/>
          <p:nvPr/>
        </p:nvSpPr>
        <p:spPr>
          <a:xfrm>
            <a:off x="6972840" y="20657880"/>
            <a:ext cx="598140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86" name="TextBox 43"/>
          <p:cNvSpPr/>
          <p:nvPr/>
        </p:nvSpPr>
        <p:spPr>
          <a:xfrm>
            <a:off x="7920720" y="19769760"/>
            <a:ext cx="557712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4"/>
          <p:cNvSpPr/>
          <p:nvPr/>
        </p:nvSpPr>
        <p:spPr>
          <a:xfrm>
            <a:off x="14040360" y="2068596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5"/>
          <p:cNvSpPr/>
          <p:nvPr/>
        </p:nvSpPr>
        <p:spPr>
          <a:xfrm>
            <a:off x="14760360" y="1976976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1066680" y="21763800"/>
            <a:ext cx="18952920" cy="19800"/>
            <a:chOff x="1066680" y="21763800"/>
            <a:chExt cx="18952920" cy="19800"/>
          </a:xfrm>
        </p:grpSpPr>
        <p:sp>
          <p:nvSpPr>
            <p:cNvPr id="90" name="Freeform 2"/>
            <p:cNvSpPr/>
            <p:nvPr/>
          </p:nvSpPr>
          <p:spPr>
            <a:xfrm>
              <a:off x="1066680" y="2176380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1"/>
          <p:cNvSpPr/>
          <p:nvPr/>
        </p:nvSpPr>
        <p:spPr>
          <a:xfrm>
            <a:off x="1066680" y="2126124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1067040" y="2279484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1067040" y="21858120"/>
            <a:ext cx="19091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8"/>
          <p:cNvSpPr/>
          <p:nvPr/>
        </p:nvSpPr>
        <p:spPr>
          <a:xfrm>
            <a:off x="14040720" y="2288232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14760720" y="2196612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2"/>
          <p:cNvGrpSpPr/>
          <p:nvPr/>
        </p:nvGrpSpPr>
        <p:grpSpPr>
          <a:xfrm>
            <a:off x="1067040" y="23636160"/>
            <a:ext cx="18952920" cy="19800"/>
            <a:chOff x="1067040" y="23636160"/>
            <a:chExt cx="18952920" cy="19800"/>
          </a:xfrm>
        </p:grpSpPr>
        <p:sp>
          <p:nvSpPr>
            <p:cNvPr id="97" name="Freeform 3"/>
            <p:cNvSpPr/>
            <p:nvPr/>
          </p:nvSpPr>
          <p:spPr>
            <a:xfrm>
              <a:off x="1067040" y="2363616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5"/>
          <p:cNvSpPr/>
          <p:nvPr/>
        </p:nvSpPr>
        <p:spPr>
          <a:xfrm>
            <a:off x="1067040" y="230976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1067400" y="25531200"/>
            <a:ext cx="58165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2"/>
          <p:cNvSpPr/>
          <p:nvPr/>
        </p:nvSpPr>
        <p:spPr>
          <a:xfrm>
            <a:off x="1067400" y="23652720"/>
            <a:ext cx="1909152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3"/>
          <p:cNvSpPr/>
          <p:nvPr/>
        </p:nvSpPr>
        <p:spPr>
          <a:xfrm>
            <a:off x="14041080" y="25618680"/>
            <a:ext cx="5751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6"/>
          <p:cNvSpPr/>
          <p:nvPr/>
        </p:nvSpPr>
        <p:spPr>
          <a:xfrm>
            <a:off x="14761080" y="24702480"/>
            <a:ext cx="575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2026-03-09T19:48:25Z</dcterms:modified>
  <cp:revision>23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