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icrosoft YaHei"/>
      <p:regular r:id="rId5"/>
    </p:embeddedFont>
    <p:embeddedFont>
      <p:font typeface="Garet"/>
    </p:embeddedFont>
    <p:embeddedFont>
      <p:font typeface="Montserrat"/>
      <p:regular r:id="rId6"/>
      <p:bold r:id="rId6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9A3243-7E1C-4BF4-A7B1-A1E9F612FA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294AAD-44DA-47FC-9B3B-9EBDED6893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E16022-55D0-456A-9CD1-3EAB7D1ABC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D51E5D-4BA8-4635-B492-580EC75D77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A23087-8385-4D22-A8C1-38D1ACDAB8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BEE0AA-4919-4E21-9369-DF0556C22F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2C9DF2-1E1E-4851-AAC2-72593579AB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E63567-BDB2-41D7-9E27-E1AE051AD3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A8C38D-AFD5-4BC0-B282-CA4075D6B4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FD0AA0-9630-4939-9C78-A66EB1A3A5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E55D18-E59B-4DBF-AD0C-DE913C8AD5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5"/>
          <p:cNvSpPr/>
          <p:nvPr/>
        </p:nvSpPr>
        <p:spPr>
          <a:xfrm>
            <a:off x="1213920" y="8352000"/>
            <a:ext cx="18952920" cy="55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27"/>
          <p:cNvGrpSpPr/>
          <p:nvPr/>
        </p:nvGrpSpPr>
        <p:grpSpPr>
          <a:xfrm>
            <a:off x="1065960" y="21547080"/>
            <a:ext cx="18953640" cy="20520"/>
            <a:chOff x="1065960" y="21547080"/>
            <a:chExt cx="18953640" cy="20520"/>
          </a:xfrm>
        </p:grpSpPr>
        <p:sp>
          <p:nvSpPr>
            <p:cNvPr id="61" name="Freeform 28"/>
            <p:cNvSpPr/>
            <p:nvPr/>
          </p:nvSpPr>
          <p:spPr>
            <a:xfrm>
              <a:off x="1065960" y="2154708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29"/>
          <p:cNvSpPr/>
          <p:nvPr/>
        </p:nvSpPr>
        <p:spPr>
          <a:xfrm>
            <a:off x="1065960" y="2104452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32"/>
          <p:cNvGrpSpPr/>
          <p:nvPr/>
        </p:nvGrpSpPr>
        <p:grpSpPr>
          <a:xfrm>
            <a:off x="1080000" y="24479280"/>
            <a:ext cx="18953640" cy="20520"/>
            <a:chOff x="1080000" y="24479280"/>
            <a:chExt cx="18953640" cy="20520"/>
          </a:xfrm>
        </p:grpSpPr>
        <p:sp>
          <p:nvSpPr>
            <p:cNvPr id="64" name="Freeform 33"/>
            <p:cNvSpPr/>
            <p:nvPr/>
          </p:nvSpPr>
          <p:spPr>
            <a:xfrm>
              <a:off x="1080000" y="2447928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34"/>
          <p:cNvSpPr/>
          <p:nvPr/>
        </p:nvSpPr>
        <p:spPr>
          <a:xfrm>
            <a:off x="1065960" y="24712200"/>
            <a:ext cx="1927224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5"/>
          <p:cNvSpPr/>
          <p:nvPr/>
        </p:nvSpPr>
        <p:spPr>
          <a:xfrm>
            <a:off x="1080000" y="2394000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916920" y="852840"/>
            <a:ext cx="1955268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4"/>
          <p:cNvSpPr/>
          <p:nvPr/>
        </p:nvSpPr>
        <p:spPr>
          <a:xfrm>
            <a:off x="7200000" y="4158720"/>
            <a:ext cx="435240" cy="450720"/>
          </a:xfrm>
          <a:custGeom>
            <a:avLst/>
            <a:gdLst>
              <a:gd name="textAreaLeft" fmla="*/ 0 w 435240"/>
              <a:gd name="textAreaRight" fmla="*/ 441720 w 435240"/>
              <a:gd name="textAreaTop" fmla="*/ 0 h 450720"/>
              <a:gd name="textAreaBottom" fmla="*/ 457200 h 4507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5"/>
          <p:cNvSpPr/>
          <p:nvPr/>
        </p:nvSpPr>
        <p:spPr>
          <a:xfrm>
            <a:off x="7366320" y="4284000"/>
            <a:ext cx="102600" cy="226800"/>
          </a:xfrm>
          <a:custGeom>
            <a:avLst/>
            <a:gdLst>
              <a:gd name="textAreaLeft" fmla="*/ 0 w 102600"/>
              <a:gd name="textAreaRight" fmla="*/ 109080 w 102600"/>
              <a:gd name="textAreaTop" fmla="*/ 0 h 226800"/>
              <a:gd name="textAreaBottom" fmla="*/ 233280 h 22680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6"/>
          <p:cNvSpPr/>
          <p:nvPr/>
        </p:nvSpPr>
        <p:spPr>
          <a:xfrm>
            <a:off x="7838640" y="4140360"/>
            <a:ext cx="34747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7"/>
          <p:cNvSpPr/>
          <p:nvPr/>
        </p:nvSpPr>
        <p:spPr>
          <a:xfrm>
            <a:off x="916920" y="4150080"/>
            <a:ext cx="435240" cy="450720"/>
          </a:xfrm>
          <a:custGeom>
            <a:avLst/>
            <a:gdLst>
              <a:gd name="textAreaLeft" fmla="*/ 0 w 435240"/>
              <a:gd name="textAreaRight" fmla="*/ 441720 w 435240"/>
              <a:gd name="textAreaTop" fmla="*/ 0 h 450720"/>
              <a:gd name="textAreaBottom" fmla="*/ 457200 h 4507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8"/>
          <p:cNvSpPr/>
          <p:nvPr/>
        </p:nvSpPr>
        <p:spPr>
          <a:xfrm>
            <a:off x="1036080" y="4296600"/>
            <a:ext cx="208440" cy="184320"/>
          </a:xfrm>
          <a:custGeom>
            <a:avLst/>
            <a:gdLst>
              <a:gd name="textAreaLeft" fmla="*/ 0 w 208440"/>
              <a:gd name="textAreaRight" fmla="*/ 214920 w 208440"/>
              <a:gd name="textAreaTop" fmla="*/ 0 h 184320"/>
              <a:gd name="textAreaBottom" fmla="*/ 190800 h 18432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9"/>
          <p:cNvSpPr/>
          <p:nvPr/>
        </p:nvSpPr>
        <p:spPr>
          <a:xfrm>
            <a:off x="1555560" y="4140360"/>
            <a:ext cx="52801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10"/>
          <p:cNvSpPr/>
          <p:nvPr/>
        </p:nvSpPr>
        <p:spPr>
          <a:xfrm>
            <a:off x="11805120" y="4162680"/>
            <a:ext cx="446760" cy="446760"/>
          </a:xfrm>
          <a:custGeom>
            <a:avLst/>
            <a:gdLst>
              <a:gd name="textAreaLeft" fmla="*/ 0 w 446760"/>
              <a:gd name="textAreaRight" fmla="*/ 453240 w 446760"/>
              <a:gd name="textAreaTop" fmla="*/ 0 h 446760"/>
              <a:gd name="textAreaBottom" fmla="*/ 453240 h 44676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1"/>
          <p:cNvSpPr/>
          <p:nvPr/>
        </p:nvSpPr>
        <p:spPr>
          <a:xfrm>
            <a:off x="12474000" y="4087080"/>
            <a:ext cx="44982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12"/>
          <p:cNvGrpSpPr/>
          <p:nvPr/>
        </p:nvGrpSpPr>
        <p:grpSpPr>
          <a:xfrm>
            <a:off x="1260000" y="5782680"/>
            <a:ext cx="18953640" cy="20520"/>
            <a:chOff x="1260000" y="5782680"/>
            <a:chExt cx="18953640" cy="20520"/>
          </a:xfrm>
        </p:grpSpPr>
        <p:sp>
          <p:nvSpPr>
            <p:cNvPr id="77" name="Freeform 13"/>
            <p:cNvSpPr/>
            <p:nvPr/>
          </p:nvSpPr>
          <p:spPr>
            <a:xfrm>
              <a:off x="1260000" y="578268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14"/>
          <p:cNvSpPr/>
          <p:nvPr/>
        </p:nvSpPr>
        <p:spPr>
          <a:xfrm>
            <a:off x="1203480" y="5847840"/>
            <a:ext cx="18953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5"/>
          <p:cNvSpPr/>
          <p:nvPr/>
        </p:nvSpPr>
        <p:spPr>
          <a:xfrm>
            <a:off x="1203480" y="522036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21"/>
          <p:cNvGrpSpPr/>
          <p:nvPr/>
        </p:nvGrpSpPr>
        <p:grpSpPr>
          <a:xfrm>
            <a:off x="1213920" y="8439840"/>
            <a:ext cx="18953640" cy="20520"/>
            <a:chOff x="1213920" y="8439840"/>
            <a:chExt cx="18953640" cy="20520"/>
          </a:xfrm>
        </p:grpSpPr>
        <p:sp>
          <p:nvSpPr>
            <p:cNvPr id="81" name="Freeform 22"/>
            <p:cNvSpPr/>
            <p:nvPr/>
          </p:nvSpPr>
          <p:spPr>
            <a:xfrm>
              <a:off x="1213920" y="843984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23"/>
          <p:cNvSpPr/>
          <p:nvPr/>
        </p:nvSpPr>
        <p:spPr>
          <a:xfrm>
            <a:off x="1213920" y="792036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1"/>
          <p:cNvSpPr/>
          <p:nvPr/>
        </p:nvSpPr>
        <p:spPr>
          <a:xfrm>
            <a:off x="1066320" y="21749760"/>
            <a:ext cx="1909224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1065960" y="28382760"/>
            <a:ext cx="18951840" cy="18720"/>
            <a:chOff x="1065960" y="28382760"/>
            <a:chExt cx="18951840" cy="18720"/>
          </a:xfrm>
        </p:grpSpPr>
        <p:sp>
          <p:nvSpPr>
            <p:cNvPr id="85" name="Freeform 1"/>
            <p:cNvSpPr/>
            <p:nvPr/>
          </p:nvSpPr>
          <p:spPr>
            <a:xfrm>
              <a:off x="1065960" y="28382760"/>
              <a:ext cx="18951840" cy="18720"/>
            </a:xfrm>
            <a:custGeom>
              <a:avLst/>
              <a:gdLst>
                <a:gd name="textAreaLeft" fmla="*/ 0 w 18951840"/>
                <a:gd name="textAreaRight" fmla="*/ 18960120 w 18951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5"/>
          <p:cNvSpPr/>
          <p:nvPr/>
        </p:nvSpPr>
        <p:spPr>
          <a:xfrm>
            <a:off x="1036080" y="28791000"/>
            <a:ext cx="6343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7740000" y="28800360"/>
            <a:ext cx="6119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1065960" y="27880200"/>
            <a:ext cx="18951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6"/>
          <p:cNvSpPr/>
          <p:nvPr/>
        </p:nvSpPr>
        <p:spPr>
          <a:xfrm>
            <a:off x="14427000" y="28791000"/>
            <a:ext cx="5552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2026-03-05T15:35:37Z</dcterms:modified>
  <cp:revision>21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