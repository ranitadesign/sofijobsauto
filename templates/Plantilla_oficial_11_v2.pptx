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Microsoft YaHei"/>
      <p:regular r:id="rId5"/>
    </p:embeddedFont>
    <p:embeddedFont>
      <p:font typeface="Poppins Bold"/>
    </p:embeddedFont>
    <p:embeddedFont>
      <p:font typeface="Montserrat"/>
      <p:regular r:id="rId6"/>
      <p:bold r:id="rId6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Montserrat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760" cy="113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2760" cy="451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864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53DC3BC-6827-49D5-8C73-794D7E9DDA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0560" cy="584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3080" cy="584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864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B45AB9-E93D-4370-94DC-3AA19B33C5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760" cy="113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2760" cy="451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864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95ABF0-D98C-479A-B4A0-5A549F91F6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5560" cy="135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5560" cy="149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864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DD5369-90E9-4E96-96DC-760266CE3D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760" cy="113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1640" cy="451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1640" cy="451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864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9B68D7-B1E4-449D-A777-7647643364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760" cy="113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3440" cy="63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3440" cy="394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4880" cy="63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4880" cy="394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864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8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9D03D6-7F62-48AA-AC64-014A173F12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760" cy="113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864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ABB2BF-BC29-46BD-B050-AE5BEB9042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864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305AAD-84F4-4F89-985F-4840F1B7AD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1320" cy="115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4800" cy="584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1320" cy="468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864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CE24E2-3888-4EC3-BEDD-93F6E2B5AE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9560" cy="55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9560" cy="410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9560" cy="79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864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222138-23F8-43BC-8BD7-6C39397EA5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5560" cy="146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864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A20244-B43E-489A-BA0C-0A3BE375E9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25"/>
          <p:cNvSpPr/>
          <p:nvPr/>
        </p:nvSpPr>
        <p:spPr>
          <a:xfrm>
            <a:off x="1213920" y="9000000"/>
            <a:ext cx="18953280" cy="500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{{exp_1_role}}</a:t>
            </a:r>
            <a:r>
              <a:rPr lang="en-US" sz="3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8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{{exp_1_company}}   {{exp_1_dates}}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{{exp_1_bullets_block}}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24"/>
              </a:lnSpc>
            </a:pP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{{exp_2_role}}</a:t>
            </a:r>
            <a:r>
              <a:rPr lang="en-US" sz="3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</a:t>
            </a:r>
            <a:r>
              <a:rPr lang="en-US" sz="28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{{exp_2_company}}   {{exp_2_dates}}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{{exp_2_bullets_block}}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27"/>
          <p:cNvGrpSpPr/>
          <p:nvPr/>
        </p:nvGrpSpPr>
        <p:grpSpPr>
          <a:xfrm>
            <a:off x="1065960" y="21547080"/>
            <a:ext cx="18954000" cy="20880"/>
            <a:chOff x="1065960" y="21547080"/>
            <a:chExt cx="18954000" cy="20880"/>
          </a:xfrm>
        </p:grpSpPr>
        <p:sp>
          <p:nvSpPr>
            <p:cNvPr id="61" name="Freeform 28"/>
            <p:cNvSpPr/>
            <p:nvPr/>
          </p:nvSpPr>
          <p:spPr>
            <a:xfrm>
              <a:off x="1065960" y="21547080"/>
              <a:ext cx="18954000" cy="20880"/>
            </a:xfrm>
            <a:custGeom>
              <a:avLst/>
              <a:gdLst>
                <a:gd name="textAreaLeft" fmla="*/ 0 w 18954000"/>
                <a:gd name="textAreaRight" fmla="*/ 18960120 w 18954000"/>
                <a:gd name="textAreaTop" fmla="*/ 0 h 20880"/>
                <a:gd name="textAreaBottom" fmla="*/ 27000 h 2088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" name="TextBox 29"/>
          <p:cNvSpPr/>
          <p:nvPr/>
        </p:nvSpPr>
        <p:spPr>
          <a:xfrm>
            <a:off x="1065960" y="21044520"/>
            <a:ext cx="1895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EDUCACIÓN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" name="Group 32"/>
          <p:cNvGrpSpPr/>
          <p:nvPr/>
        </p:nvGrpSpPr>
        <p:grpSpPr>
          <a:xfrm>
            <a:off x="1080000" y="24479280"/>
            <a:ext cx="18954000" cy="20880"/>
            <a:chOff x="1080000" y="24479280"/>
            <a:chExt cx="18954000" cy="20880"/>
          </a:xfrm>
        </p:grpSpPr>
        <p:sp>
          <p:nvSpPr>
            <p:cNvPr id="64" name="Freeform 33"/>
            <p:cNvSpPr/>
            <p:nvPr/>
          </p:nvSpPr>
          <p:spPr>
            <a:xfrm>
              <a:off x="1080000" y="24479280"/>
              <a:ext cx="18954000" cy="20880"/>
            </a:xfrm>
            <a:custGeom>
              <a:avLst/>
              <a:gdLst>
                <a:gd name="textAreaLeft" fmla="*/ 0 w 18954000"/>
                <a:gd name="textAreaRight" fmla="*/ 18960120 w 18954000"/>
                <a:gd name="textAreaTop" fmla="*/ 0 h 20880"/>
                <a:gd name="textAreaBottom" fmla="*/ 27000 h 2088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5" name="TextBox 34"/>
          <p:cNvSpPr/>
          <p:nvPr/>
        </p:nvSpPr>
        <p:spPr>
          <a:xfrm>
            <a:off x="1065960" y="24712200"/>
            <a:ext cx="19272600" cy="31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{{skill_1}}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{{skill_2}}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{{skill_3}}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{{skill_4}}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{{skill_5}}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{{skill_6}}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35"/>
          <p:cNvSpPr/>
          <p:nvPr/>
        </p:nvSpPr>
        <p:spPr>
          <a:xfrm>
            <a:off x="1080000" y="23940000"/>
            <a:ext cx="1895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HABILIDADES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916920" y="852840"/>
            <a:ext cx="19553040" cy="20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298"/>
              </a:lnSpc>
            </a:pPr>
            <a:r>
              <a:rPr lang="en-US" sz="736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{{name}}</a:t>
            </a:r>
            <a:endParaRPr lang="es-AR" sz="7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547"/>
              </a:lnSpc>
            </a:pPr>
            <a:r>
              <a:rPr lang="en-US" sz="3959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{{title}}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Freeform 4"/>
          <p:cNvSpPr/>
          <p:nvPr/>
        </p:nvSpPr>
        <p:spPr>
          <a:xfrm>
            <a:off x="7200000" y="4158720"/>
            <a:ext cx="435600" cy="451080"/>
          </a:xfrm>
          <a:custGeom>
            <a:avLst/>
            <a:gdLst>
              <a:gd name="textAreaLeft" fmla="*/ 0 w 435600"/>
              <a:gd name="textAreaRight" fmla="*/ 441720 w 435600"/>
              <a:gd name="textAreaTop" fmla="*/ 0 h 451080"/>
              <a:gd name="textAreaBottom" fmla="*/ 457200 h 451080"/>
            </a:gdLst>
            <a:ahLst/>
            <a:cxnLst/>
            <a:rect l="textAreaLeft" t="textAreaTop" r="textAreaRight" b="textAreaBottom"/>
            <a:pathLst>
              <a:path w="441627" h="457152">
                <a:moveTo>
                  <a:pt x="0" y="0"/>
                </a:moveTo>
                <a:lnTo>
                  <a:pt x="441626" y="0"/>
                </a:lnTo>
                <a:lnTo>
                  <a:pt x="441626" y="457152"/>
                </a:lnTo>
                <a:lnTo>
                  <a:pt x="0" y="4571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Freeform 5"/>
          <p:cNvSpPr/>
          <p:nvPr/>
        </p:nvSpPr>
        <p:spPr>
          <a:xfrm>
            <a:off x="7366320" y="4284000"/>
            <a:ext cx="102960" cy="227160"/>
          </a:xfrm>
          <a:custGeom>
            <a:avLst/>
            <a:gdLst>
              <a:gd name="textAreaLeft" fmla="*/ 0 w 102960"/>
              <a:gd name="textAreaRight" fmla="*/ 109080 w 102960"/>
              <a:gd name="textAreaTop" fmla="*/ 0 h 227160"/>
              <a:gd name="textAreaBottom" fmla="*/ 233280 h 227160"/>
            </a:gdLst>
            <a:ahLst/>
            <a:cxnLst/>
            <a:rect l="textAreaLeft" t="textAreaTop" r="textAreaRight" b="textAreaBottom"/>
            <a:pathLst>
              <a:path w="109023" h="233210">
                <a:moveTo>
                  <a:pt x="0" y="0"/>
                </a:moveTo>
                <a:lnTo>
                  <a:pt x="109023" y="0"/>
                </a:lnTo>
                <a:lnTo>
                  <a:pt x="109023" y="233210"/>
                </a:lnTo>
                <a:lnTo>
                  <a:pt x="0" y="2332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7838640" y="4140360"/>
            <a:ext cx="34750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66"/>
              </a:lnSpc>
            </a:pPr>
            <a:r>
              <a:rPr lang="en-US" sz="226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{{contact_phone}}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Freeform 7"/>
          <p:cNvSpPr/>
          <p:nvPr/>
        </p:nvSpPr>
        <p:spPr>
          <a:xfrm>
            <a:off x="916920" y="4150080"/>
            <a:ext cx="435600" cy="451080"/>
          </a:xfrm>
          <a:custGeom>
            <a:avLst/>
            <a:gdLst>
              <a:gd name="textAreaLeft" fmla="*/ 0 w 435600"/>
              <a:gd name="textAreaRight" fmla="*/ 441720 w 435600"/>
              <a:gd name="textAreaTop" fmla="*/ 0 h 451080"/>
              <a:gd name="textAreaBottom" fmla="*/ 457200 h 451080"/>
            </a:gdLst>
            <a:ahLst/>
            <a:cxnLst/>
            <a:rect l="textAreaLeft" t="textAreaTop" r="textAreaRight" b="textAreaBottom"/>
            <a:pathLst>
              <a:path w="441627" h="457152">
                <a:moveTo>
                  <a:pt x="0" y="0"/>
                </a:moveTo>
                <a:lnTo>
                  <a:pt x="441627" y="0"/>
                </a:lnTo>
                <a:lnTo>
                  <a:pt x="441627" y="457152"/>
                </a:lnTo>
                <a:lnTo>
                  <a:pt x="0" y="4571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Freeform 8"/>
          <p:cNvSpPr/>
          <p:nvPr/>
        </p:nvSpPr>
        <p:spPr>
          <a:xfrm>
            <a:off x="1036080" y="4296600"/>
            <a:ext cx="208800" cy="184680"/>
          </a:xfrm>
          <a:custGeom>
            <a:avLst/>
            <a:gdLst>
              <a:gd name="textAreaLeft" fmla="*/ 0 w 208800"/>
              <a:gd name="textAreaRight" fmla="*/ 214920 w 208800"/>
              <a:gd name="textAreaTop" fmla="*/ 0 h 184680"/>
              <a:gd name="textAreaBottom" fmla="*/ 190800 h 184680"/>
            </a:gdLst>
            <a:ahLst/>
            <a:cxnLst/>
            <a:rect l="textAreaLeft" t="textAreaTop" r="textAreaRight" b="textAreaBottom"/>
            <a:pathLst>
              <a:path w="214865" h="190643">
                <a:moveTo>
                  <a:pt x="0" y="0"/>
                </a:moveTo>
                <a:lnTo>
                  <a:pt x="214865" y="0"/>
                </a:lnTo>
                <a:lnTo>
                  <a:pt x="214865" y="190643"/>
                </a:lnTo>
                <a:lnTo>
                  <a:pt x="0" y="1906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9"/>
          <p:cNvSpPr/>
          <p:nvPr/>
        </p:nvSpPr>
        <p:spPr>
          <a:xfrm>
            <a:off x="1555560" y="4140360"/>
            <a:ext cx="5280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66"/>
              </a:lnSpc>
            </a:pPr>
            <a:r>
              <a:rPr lang="en-US" sz="226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Freeform 10"/>
          <p:cNvSpPr/>
          <p:nvPr/>
        </p:nvSpPr>
        <p:spPr>
          <a:xfrm>
            <a:off x="11805120" y="4162680"/>
            <a:ext cx="447120" cy="447120"/>
          </a:xfrm>
          <a:custGeom>
            <a:avLst/>
            <a:gdLst>
              <a:gd name="textAreaLeft" fmla="*/ 0 w 447120"/>
              <a:gd name="textAreaRight" fmla="*/ 453240 w 447120"/>
              <a:gd name="textAreaTop" fmla="*/ 0 h 447120"/>
              <a:gd name="textAreaBottom" fmla="*/ 453240 h 447120"/>
            </a:gdLst>
            <a:ahLst/>
            <a:cxnLst/>
            <a:rect l="textAreaLeft" t="textAreaTop" r="textAreaRight" b="textAreaBottom"/>
            <a:pathLst>
              <a:path w="453304" h="453304">
                <a:moveTo>
                  <a:pt x="0" y="0"/>
                </a:moveTo>
                <a:lnTo>
                  <a:pt x="453305" y="0"/>
                </a:lnTo>
                <a:lnTo>
                  <a:pt x="453305" y="453305"/>
                </a:lnTo>
                <a:lnTo>
                  <a:pt x="0" y="45330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1"/>
          <p:cNvSpPr/>
          <p:nvPr/>
        </p:nvSpPr>
        <p:spPr>
          <a:xfrm>
            <a:off x="12474000" y="4087080"/>
            <a:ext cx="44985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{{contact_location}}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" name="Group 12"/>
          <p:cNvGrpSpPr/>
          <p:nvPr/>
        </p:nvGrpSpPr>
        <p:grpSpPr>
          <a:xfrm>
            <a:off x="1260000" y="5782680"/>
            <a:ext cx="18954000" cy="20880"/>
            <a:chOff x="1260000" y="5782680"/>
            <a:chExt cx="18954000" cy="20880"/>
          </a:xfrm>
        </p:grpSpPr>
        <p:sp>
          <p:nvSpPr>
            <p:cNvPr id="77" name="Freeform 13"/>
            <p:cNvSpPr/>
            <p:nvPr/>
          </p:nvSpPr>
          <p:spPr>
            <a:xfrm>
              <a:off x="1260000" y="5782680"/>
              <a:ext cx="18954000" cy="20880"/>
            </a:xfrm>
            <a:custGeom>
              <a:avLst/>
              <a:gdLst>
                <a:gd name="textAreaLeft" fmla="*/ 0 w 18954000"/>
                <a:gd name="textAreaRight" fmla="*/ 18960120 w 18954000"/>
                <a:gd name="textAreaTop" fmla="*/ 0 h 20880"/>
                <a:gd name="textAreaBottom" fmla="*/ 27000 h 2088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" name="TextBox 14"/>
          <p:cNvSpPr/>
          <p:nvPr/>
        </p:nvSpPr>
        <p:spPr>
          <a:xfrm>
            <a:off x="1203480" y="5847840"/>
            <a:ext cx="189540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4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{{about}}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5"/>
          <p:cNvSpPr/>
          <p:nvPr/>
        </p:nvSpPr>
        <p:spPr>
          <a:xfrm>
            <a:off x="1203480" y="5220360"/>
            <a:ext cx="1895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OBJETIVO PROFESIONAL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0" name="Group 21"/>
          <p:cNvGrpSpPr/>
          <p:nvPr/>
        </p:nvGrpSpPr>
        <p:grpSpPr>
          <a:xfrm>
            <a:off x="1213920" y="8439840"/>
            <a:ext cx="18954000" cy="20880"/>
            <a:chOff x="1213920" y="8439840"/>
            <a:chExt cx="18954000" cy="20880"/>
          </a:xfrm>
        </p:grpSpPr>
        <p:sp>
          <p:nvSpPr>
            <p:cNvPr id="81" name="Freeform 22"/>
            <p:cNvSpPr/>
            <p:nvPr/>
          </p:nvSpPr>
          <p:spPr>
            <a:xfrm>
              <a:off x="1213920" y="8439840"/>
              <a:ext cx="18954000" cy="20880"/>
            </a:xfrm>
            <a:custGeom>
              <a:avLst/>
              <a:gdLst>
                <a:gd name="textAreaLeft" fmla="*/ 0 w 18954000"/>
                <a:gd name="textAreaRight" fmla="*/ 18960120 w 18954000"/>
                <a:gd name="textAreaTop" fmla="*/ 0 h 20880"/>
                <a:gd name="textAreaBottom" fmla="*/ 27000 h 2088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" name="TextBox 23"/>
          <p:cNvSpPr/>
          <p:nvPr/>
        </p:nvSpPr>
        <p:spPr>
          <a:xfrm>
            <a:off x="1213920" y="7920360"/>
            <a:ext cx="1895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EXPERIENCIA PROFESIONAL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1"/>
          <p:cNvSpPr/>
          <p:nvPr/>
        </p:nvSpPr>
        <p:spPr>
          <a:xfrm>
            <a:off x="1066320" y="21749760"/>
            <a:ext cx="19092600" cy="13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6"/>
              </a:lnSpc>
              <a:buClr>
                <a:srgbClr val="292d2d"/>
              </a:buClr>
              <a:buSzPct val="45000"/>
              <a:buFont typeface="Wingdings" charset="2"/>
              <a:buChar char=""/>
            </a:pPr>
            <a:r>
              <a:rPr lang="en-US" sz="28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{{edu_1_degree}}  </a:t>
            </a:r>
            <a:r>
              <a:rPr lang="en-US" sz="24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{{edu_1_school}}  {{edu_1_years}}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6"/>
              </a:lnSpc>
              <a:buClr>
                <a:srgbClr val="292d2d"/>
              </a:buClr>
              <a:buSzPct val="45000"/>
              <a:buFont typeface="Wingdings" charset="2"/>
              <a:buChar char=""/>
            </a:pPr>
            <a:r>
              <a:rPr lang="en-US" sz="28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{{edu_2_degree}} </a:t>
            </a:r>
            <a:r>
              <a:rPr lang="en-US" sz="24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{{edu_2_school}}  {{edu_2_years}}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6"/>
              </a:lnSpc>
              <a:buClr>
                <a:srgbClr val="292d2d"/>
              </a:buClr>
              <a:buSzPct val="45000"/>
              <a:buFont typeface="Wingdings" charset="2"/>
              <a:buChar char=""/>
            </a:pPr>
            <a:r>
              <a:rPr lang="en-US" sz="28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{{edu_3_degree}} </a:t>
            </a:r>
            <a:r>
              <a:rPr lang="en-US" sz="24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{{edu_3_school}}  {{edu_3_years}}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4" name="Group 1"/>
          <p:cNvGrpSpPr/>
          <p:nvPr/>
        </p:nvGrpSpPr>
        <p:grpSpPr>
          <a:xfrm>
            <a:off x="1065960" y="28382760"/>
            <a:ext cx="18952200" cy="19080"/>
            <a:chOff x="1065960" y="28382760"/>
            <a:chExt cx="18952200" cy="19080"/>
          </a:xfrm>
        </p:grpSpPr>
        <p:sp>
          <p:nvSpPr>
            <p:cNvPr id="85" name="Freeform 1"/>
            <p:cNvSpPr/>
            <p:nvPr/>
          </p:nvSpPr>
          <p:spPr>
            <a:xfrm>
              <a:off x="1065960" y="28382760"/>
              <a:ext cx="18952200" cy="19080"/>
            </a:xfrm>
            <a:custGeom>
              <a:avLst/>
              <a:gdLst>
                <a:gd name="textAreaLeft" fmla="*/ 0 w 18952200"/>
                <a:gd name="textAreaRight" fmla="*/ 18960120 w 18952200"/>
                <a:gd name="textAreaTop" fmla="*/ 0 h 19080"/>
                <a:gd name="textAreaBottom" fmla="*/ 27000 h 1908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" name="TextBox 5"/>
          <p:cNvSpPr/>
          <p:nvPr/>
        </p:nvSpPr>
        <p:spPr>
          <a:xfrm>
            <a:off x="1036080" y="28791000"/>
            <a:ext cx="634392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6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{{idioma_1}}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7"/>
          <p:cNvSpPr/>
          <p:nvPr/>
        </p:nvSpPr>
        <p:spPr>
          <a:xfrm>
            <a:off x="7740000" y="28800360"/>
            <a:ext cx="61200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6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{{idioma_2}}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8"/>
          <p:cNvSpPr/>
          <p:nvPr/>
        </p:nvSpPr>
        <p:spPr>
          <a:xfrm>
            <a:off x="1065960" y="27880200"/>
            <a:ext cx="18952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IDIOMAS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6"/>
          <p:cNvSpPr/>
          <p:nvPr/>
        </p:nvSpPr>
        <p:spPr>
          <a:xfrm>
            <a:off x="14427000" y="28791000"/>
            <a:ext cx="55530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6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{{idioma_3}}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DAG9kqqhLuI</dc:identifier>
  <dc:language>es-AR</dc:language>
  <cp:lastModifiedBy/>
  <dcterms:modified xsi:type="dcterms:W3CDTF">2026-02-13T13:24:41Z</dcterms:modified>
  <cp:revision>20</cp:revision>
  <dc:subject/>
  <dc:title>Plantilla_oficial_11.pptx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