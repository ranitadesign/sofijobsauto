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</p:embeddedFont>
    <p:embeddedFont>
      <p:font typeface="Monterrat bold"/>
    </p:embeddedFont>
    <p:embeddedFont>
      <p:font typeface="Lato"/>
    </p:embeddedFont>
    <p:embeddedFont>
      <p:font typeface="Poppins Bold"/>
    </p:embeddedFont>
    <p:embeddedFont>
      <p:font typeface="Microsoft YaHei"/>
      <p:regular r:id="rId4"/>
    </p:embeddedFont>
    <p:embeddedFont>
      <p:font typeface="Poppins"/>
      <p:regular r:id="rId5"/>
      <p:bold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icrosoft_YaHei_Regular.fntdata"/><Relationship Id="rId5" Type="http://schemas.openxmlformats.org/officeDocument/2006/relationships/font" Target="fonts/Font_2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587138-DA92-40A5-BE36-C659748C8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480" cy="115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960" cy="58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480" cy="468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AF4931-934A-419D-AEF5-475BBC7F4D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720" cy="5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720" cy="4110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720" cy="80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516A7E-D73B-49F4-B032-1FD20AEAE3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720" cy="14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470328-7976-4ECE-9FE9-4DFF4E6E63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BDDC76-A39B-4DAA-A087-F10BC774CC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72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24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BFD06C-7676-423C-BD1D-1CC259C55C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3FA000-6225-4A0A-8F6F-806FE18A05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720" cy="13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720" cy="149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D39AB9-6CD7-4C1A-84BE-4A0C4CB0FE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824C8A-F5E0-4199-8808-6ADF6F7BD5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60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60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04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04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ED5C2D-14FC-403D-83B4-F1BF58D7AA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C6A202-9FCB-43AC-BB9A-7F9AB13436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852480"/>
            <a:ext cx="19554480" cy="13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000000"/>
                </a:solidFill>
                <a:effectLst/>
                <a:uFillTx/>
                <a:latin typeface="Monterrat bold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916920" y="2576520"/>
            <a:ext cx="1955448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7200000" y="4158360"/>
            <a:ext cx="437040" cy="452520"/>
          </a:xfrm>
          <a:custGeom>
            <a:avLst/>
            <a:gdLst>
              <a:gd name="textAreaLeft" fmla="*/ 0 w 437040"/>
              <a:gd name="textAreaRight" fmla="*/ 441720 w 437040"/>
              <a:gd name="textAreaTop" fmla="*/ 0 h 452520"/>
              <a:gd name="textAreaBottom" fmla="*/ 457200 h 4525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7366320" y="4283640"/>
            <a:ext cx="104400" cy="228600"/>
          </a:xfrm>
          <a:custGeom>
            <a:avLst/>
            <a:gdLst>
              <a:gd name="textAreaLeft" fmla="*/ 0 w 104400"/>
              <a:gd name="textAreaRight" fmla="*/ 109080 w 104400"/>
              <a:gd name="textAreaTop" fmla="*/ 0 h 228600"/>
              <a:gd name="textAreaBottom" fmla="*/ 233280 h 22860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7838640" y="4140000"/>
            <a:ext cx="34765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{{contact_number}}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916920" y="4149720"/>
            <a:ext cx="437040" cy="452520"/>
          </a:xfrm>
          <a:custGeom>
            <a:avLst/>
            <a:gdLst>
              <a:gd name="textAreaLeft" fmla="*/ 0 w 437040"/>
              <a:gd name="textAreaRight" fmla="*/ 441720 w 437040"/>
              <a:gd name="textAreaTop" fmla="*/ 0 h 452520"/>
              <a:gd name="textAreaBottom" fmla="*/ 457200 h 4525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036080" y="4296240"/>
            <a:ext cx="210240" cy="186120"/>
          </a:xfrm>
          <a:custGeom>
            <a:avLst/>
            <a:gdLst>
              <a:gd name="textAreaLeft" fmla="*/ 0 w 210240"/>
              <a:gd name="textAreaRight" fmla="*/ 214920 w 210240"/>
              <a:gd name="textAreaTop" fmla="*/ 0 h 186120"/>
              <a:gd name="textAreaBottom" fmla="*/ 190800 h 18612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555560" y="4140000"/>
            <a:ext cx="52819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1805120" y="4162320"/>
            <a:ext cx="448560" cy="448560"/>
          </a:xfrm>
          <a:custGeom>
            <a:avLst/>
            <a:gdLst>
              <a:gd name="textAreaLeft" fmla="*/ 0 w 448560"/>
              <a:gd name="textAreaRight" fmla="*/ 453240 w 448560"/>
              <a:gd name="textAreaTop" fmla="*/ 0 h 448560"/>
              <a:gd name="textAreaBottom" fmla="*/ 453240 h 44856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474000" y="4086720"/>
            <a:ext cx="450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204200" y="5422320"/>
            <a:ext cx="18955440" cy="22320"/>
            <a:chOff x="1204200" y="5422320"/>
            <a:chExt cx="18955440" cy="22320"/>
          </a:xfrm>
        </p:grpSpPr>
        <p:sp>
          <p:nvSpPr>
            <p:cNvPr id="70" name="Freeform 13"/>
            <p:cNvSpPr/>
            <p:nvPr/>
          </p:nvSpPr>
          <p:spPr>
            <a:xfrm>
              <a:off x="1204200" y="5422320"/>
              <a:ext cx="18955440" cy="22320"/>
            </a:xfrm>
            <a:custGeom>
              <a:avLst/>
              <a:gdLst>
                <a:gd name="textAreaLeft" fmla="*/ 0 w 18955440"/>
                <a:gd name="textAreaRight" fmla="*/ 18960120 w 18955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147680" y="5487480"/>
            <a:ext cx="189554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147680" y="4860000"/>
            <a:ext cx="18955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OBJETIVO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6"/>
          <p:cNvGrpSpPr/>
          <p:nvPr/>
        </p:nvGrpSpPr>
        <p:grpSpPr>
          <a:xfrm>
            <a:off x="1065960" y="28382400"/>
            <a:ext cx="18955440" cy="22320"/>
            <a:chOff x="1065960" y="28382400"/>
            <a:chExt cx="18955440" cy="22320"/>
          </a:xfrm>
        </p:grpSpPr>
        <p:sp>
          <p:nvSpPr>
            <p:cNvPr id="74" name="Freeform 17"/>
            <p:cNvSpPr/>
            <p:nvPr/>
          </p:nvSpPr>
          <p:spPr>
            <a:xfrm>
              <a:off x="1065960" y="28382400"/>
              <a:ext cx="18955440" cy="22320"/>
            </a:xfrm>
            <a:custGeom>
              <a:avLst/>
              <a:gdLst>
                <a:gd name="textAreaLeft" fmla="*/ 0 w 18955440"/>
                <a:gd name="textAreaRight" fmla="*/ 18960120 w 18955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8"/>
          <p:cNvSpPr/>
          <p:nvPr/>
        </p:nvSpPr>
        <p:spPr>
          <a:xfrm>
            <a:off x="1036080" y="28790640"/>
            <a:ext cx="37098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{{idioma_1}}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5850360" y="28790640"/>
            <a:ext cx="3688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{{idioma_2}}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065960" y="27879840"/>
            <a:ext cx="18955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IDIOMAS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21"/>
          <p:cNvGrpSpPr/>
          <p:nvPr/>
        </p:nvGrpSpPr>
        <p:grpSpPr>
          <a:xfrm>
            <a:off x="1213920" y="8439480"/>
            <a:ext cx="18955440" cy="22320"/>
            <a:chOff x="1213920" y="8439480"/>
            <a:chExt cx="18955440" cy="22320"/>
          </a:xfrm>
        </p:grpSpPr>
        <p:sp>
          <p:nvSpPr>
            <p:cNvPr id="79" name="Freeform 22"/>
            <p:cNvSpPr/>
            <p:nvPr/>
          </p:nvSpPr>
          <p:spPr>
            <a:xfrm>
              <a:off x="1213920" y="8439480"/>
              <a:ext cx="18955440" cy="22320"/>
            </a:xfrm>
            <a:custGeom>
              <a:avLst/>
              <a:gdLst>
                <a:gd name="textAreaLeft" fmla="*/ 0 w 18955440"/>
                <a:gd name="textAreaRight" fmla="*/ 18960120 w 18955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23"/>
          <p:cNvSpPr/>
          <p:nvPr/>
        </p:nvSpPr>
        <p:spPr>
          <a:xfrm>
            <a:off x="1213920" y="7920000"/>
            <a:ext cx="18955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EXPERIENCIA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5"/>
          <p:cNvSpPr/>
          <p:nvPr/>
        </p:nvSpPr>
        <p:spPr>
          <a:xfrm>
            <a:off x="1213920" y="9000000"/>
            <a:ext cx="18955440" cy="50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7"/>
          <p:cNvGrpSpPr/>
          <p:nvPr/>
        </p:nvGrpSpPr>
        <p:grpSpPr>
          <a:xfrm>
            <a:off x="1065960" y="22008960"/>
            <a:ext cx="18955440" cy="22320"/>
            <a:chOff x="1065960" y="22008960"/>
            <a:chExt cx="18955440" cy="22320"/>
          </a:xfrm>
        </p:grpSpPr>
        <p:sp>
          <p:nvSpPr>
            <p:cNvPr id="83" name="Freeform 28"/>
            <p:cNvSpPr/>
            <p:nvPr/>
          </p:nvSpPr>
          <p:spPr>
            <a:xfrm>
              <a:off x="1065960" y="22008960"/>
              <a:ext cx="18955440" cy="22320"/>
            </a:xfrm>
            <a:custGeom>
              <a:avLst/>
              <a:gdLst>
                <a:gd name="textAreaLeft" fmla="*/ 0 w 18955440"/>
                <a:gd name="textAreaRight" fmla="*/ 18960120 w 18955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9"/>
          <p:cNvSpPr/>
          <p:nvPr/>
        </p:nvSpPr>
        <p:spPr>
          <a:xfrm>
            <a:off x="1065960" y="21506400"/>
            <a:ext cx="18955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32"/>
          <p:cNvGrpSpPr/>
          <p:nvPr/>
        </p:nvGrpSpPr>
        <p:grpSpPr>
          <a:xfrm>
            <a:off x="1065960" y="24839280"/>
            <a:ext cx="18955440" cy="22320"/>
            <a:chOff x="1065960" y="24839280"/>
            <a:chExt cx="18955440" cy="22320"/>
          </a:xfrm>
        </p:grpSpPr>
        <p:sp>
          <p:nvSpPr>
            <p:cNvPr id="86" name="Freeform 33"/>
            <p:cNvSpPr/>
            <p:nvPr/>
          </p:nvSpPr>
          <p:spPr>
            <a:xfrm>
              <a:off x="1065960" y="24839280"/>
              <a:ext cx="18955440" cy="22320"/>
            </a:xfrm>
            <a:custGeom>
              <a:avLst/>
              <a:gdLst>
                <a:gd name="textAreaLeft" fmla="*/ 0 w 18955440"/>
                <a:gd name="textAreaRight" fmla="*/ 18960120 w 18955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34"/>
          <p:cNvSpPr/>
          <p:nvPr/>
        </p:nvSpPr>
        <p:spPr>
          <a:xfrm>
            <a:off x="1065960" y="25221240"/>
            <a:ext cx="480960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5"/>
          <p:cNvSpPr/>
          <p:nvPr/>
        </p:nvSpPr>
        <p:spPr>
          <a:xfrm>
            <a:off x="1065960" y="24300000"/>
            <a:ext cx="18955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HABILIDADES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6"/>
          <p:cNvSpPr/>
          <p:nvPr/>
        </p:nvSpPr>
        <p:spPr>
          <a:xfrm>
            <a:off x="5220000" y="25221240"/>
            <a:ext cx="480960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7"/>
          <p:cNvSpPr/>
          <p:nvPr/>
        </p:nvSpPr>
        <p:spPr>
          <a:xfrm>
            <a:off x="10102680" y="28790640"/>
            <a:ext cx="44762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{{idioma_3}}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0"/>
          <p:cNvSpPr/>
          <p:nvPr/>
        </p:nvSpPr>
        <p:spPr>
          <a:xfrm>
            <a:off x="1066320" y="23040000"/>
            <a:ext cx="581904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1"/>
          <p:cNvSpPr/>
          <p:nvPr/>
        </p:nvSpPr>
        <p:spPr>
          <a:xfrm>
            <a:off x="1066320" y="22211280"/>
            <a:ext cx="576972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{{edu_1_degree}}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{{edu_1_school}}  {{edu_1_years}}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2"/>
          <p:cNvSpPr/>
          <p:nvPr/>
        </p:nvSpPr>
        <p:spPr>
          <a:xfrm>
            <a:off x="6972480" y="23099400"/>
            <a:ext cx="598392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94" name="TextBox 43"/>
          <p:cNvSpPr/>
          <p:nvPr/>
        </p:nvSpPr>
        <p:spPr>
          <a:xfrm>
            <a:off x="7920360" y="22211280"/>
            <a:ext cx="503532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{{edu_2_degree}}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{{edu_2_school}}  {{edu_2_years}}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4"/>
          <p:cNvSpPr/>
          <p:nvPr/>
        </p:nvSpPr>
        <p:spPr>
          <a:xfrm>
            <a:off x="14040000" y="23127480"/>
            <a:ext cx="575424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45"/>
          <p:cNvSpPr/>
          <p:nvPr/>
        </p:nvSpPr>
        <p:spPr>
          <a:xfrm>
            <a:off x="14760000" y="22211280"/>
            <a:ext cx="575424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{{edu_3_degree}}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{{edu_3_school}}  {{edu_3_years}}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2026-01-14T16:03:40Z</dcterms:modified>
  <cp:revision>14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