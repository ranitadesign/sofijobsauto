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Montserrat Bold"/>
    </p:embeddedFont>
    <p:embeddedFont>
      <p:font typeface="Lato"/>
      <p:regular r:id="rId4"/>
      <p:bold r:id="rId4"/>
    </p:embeddedFont>
    <p:embeddedFont>
      <p:font typeface="Poppins"/>
      <p:regular r:id="rId5"/>
      <p:bold r:id="rId5"/>
    </p:embeddedFont>
    <p:embeddedFont>
      <p:font typeface="Microsoft YaHei"/>
      <p:regular r:id="rId6"/>
    </p:embeddedFont>
    <p:embeddedFont>
      <p:font typeface="Montserrat"/>
      <p:regular r:id="rId7"/>
      <p:bold r:id="rId7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Lato_Regular.fntdata"/><Relationship Id="rId5" Type="http://schemas.openxmlformats.org/officeDocument/2006/relationships/font" Target="fonts/Font_2_Poppins_Regular.fntdata"/><Relationship Id="rId6" Type="http://schemas.openxmlformats.org/officeDocument/2006/relationships/font" Target="fonts/Font_3_Microsoft_YaHei_Regular.fntdata"/><Relationship Id="rId7" Type="http://schemas.openxmlformats.org/officeDocument/2006/relationships/font" Target="fonts/Font_4_Montserrat_Regular.fntdata"/><Relationship Id="rId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46120" cy="1335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46120" cy="1473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07440" cy="338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69200" cy="338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07440" cy="338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0F24D7F-1718-4B08-9A58-8BCCEA1E2C7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03320" cy="1116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12200" cy="44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12200" cy="44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07440" cy="338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69200" cy="338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6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07440" cy="338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BF08B0F-5753-47A3-97A5-52F08D4B19B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03320" cy="1116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14000" cy="613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14000" cy="3925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15440" cy="613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15440" cy="3925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6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07440" cy="338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7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69200" cy="338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8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07440" cy="338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A6F6E51-EDDB-49C1-A26C-F907ED5B050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03320" cy="1116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07440" cy="338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69200" cy="338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07440" cy="338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AF7043A-25BD-48F9-83D1-FA320F70D8D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07440" cy="338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69200" cy="338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07440" cy="338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D6A05C4-5BDA-40D1-BC79-4D3C65D93C4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81880" cy="1135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085360" cy="5826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81880" cy="4664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07440" cy="338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69200" cy="338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07440" cy="338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B0AED0A-5A09-488E-9CF4-1E12BFA5523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60120" cy="54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60120" cy="4088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60120" cy="778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07440" cy="338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69200" cy="338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07440" cy="338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5F9E659-CA3B-4F8C-886F-6B34F69BE99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46120" cy="144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07440" cy="338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69200" cy="338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07440" cy="338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DEA3829-934D-4291-A362-EAE83E3C917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03320" cy="1116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03320" cy="44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07440" cy="338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69200" cy="338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07440" cy="338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778F38F-B0E2-4EE9-861A-2BF8245DCEA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31120" cy="58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5993640" cy="58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07440" cy="338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69200" cy="338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07440" cy="338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944AA96-7391-4699-9AD8-080B14A8E54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03320" cy="1116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03320" cy="44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07440" cy="338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69200" cy="338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5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07440" cy="338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133DB10-7607-4D32-B4ED-CD1462D7C19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.png"/><Relationship Id="rId3" Type="http://schemas.openxmlformats.org/officeDocument/2006/relationships/image" Target="../media/image1.png"/><Relationship Id="rId4" Type="http://schemas.openxmlformats.org/officeDocument/2006/relationships/image" Target="../media/image1.png"/><Relationship Id="rId5" Type="http://schemas.openxmlformats.org/officeDocument/2006/relationships/image" Target="../media/image1.png"/><Relationship Id="rId6" Type="http://schemas.openxmlformats.org/officeDocument/2006/relationships/slideLayout" Target="../slideLayouts/slideLayout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roup 2"/>
          <p:cNvGrpSpPr/>
          <p:nvPr/>
        </p:nvGrpSpPr>
        <p:grpSpPr>
          <a:xfrm>
            <a:off x="14217840" y="-4680"/>
            <a:ext cx="7155720" cy="30250800"/>
            <a:chOff x="14217840" y="-4680"/>
            <a:chExt cx="7155720" cy="30250800"/>
          </a:xfrm>
        </p:grpSpPr>
        <p:sp>
          <p:nvSpPr>
            <p:cNvPr id="60" name="Freeform 3"/>
            <p:cNvSpPr/>
            <p:nvPr/>
          </p:nvSpPr>
          <p:spPr>
            <a:xfrm>
              <a:off x="14223960" y="1440"/>
              <a:ext cx="7143120" cy="30238200"/>
            </a:xfrm>
            <a:custGeom>
              <a:avLst/>
              <a:gdLst>
                <a:gd name="textAreaLeft" fmla="*/ 0 w 7143120"/>
                <a:gd name="textAreaRight" fmla="*/ 7169400 w 7143120"/>
                <a:gd name="textAreaTop" fmla="*/ 0 h 30238200"/>
                <a:gd name="textAreaBottom" fmla="*/ 30264480 h 30238200"/>
              </a:gdLst>
              <a:ahLst/>
              <a:cxnLst/>
              <a:rect l="textAreaLeft" t="textAreaTop" r="textAreaRight" b="textAreaBottom"/>
              <a:pathLst>
                <a:path w="9559163" h="40352599">
                  <a:moveTo>
                    <a:pt x="0" y="0"/>
                  </a:moveTo>
                  <a:lnTo>
                    <a:pt x="9559163" y="0"/>
                  </a:lnTo>
                  <a:lnTo>
                    <a:pt x="9559163" y="40352599"/>
                  </a:lnTo>
                  <a:lnTo>
                    <a:pt x="0" y="403525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0504d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1" name="Freeform 4"/>
            <p:cNvSpPr/>
            <p:nvPr/>
          </p:nvSpPr>
          <p:spPr>
            <a:xfrm>
              <a:off x="14217840" y="-4680"/>
              <a:ext cx="7155720" cy="30250800"/>
            </a:xfrm>
            <a:custGeom>
              <a:avLst/>
              <a:gdLst>
                <a:gd name="textAreaLeft" fmla="*/ 0 w 7155720"/>
                <a:gd name="textAreaRight" fmla="*/ 7182000 w 7155720"/>
                <a:gd name="textAreaTop" fmla="*/ 0 h 30250800"/>
                <a:gd name="textAreaBottom" fmla="*/ 30277080 h 30250800"/>
              </a:gdLst>
              <a:ahLst/>
              <a:cxnLst/>
              <a:rect l="textAreaLeft" t="textAreaTop" r="textAreaRight" b="textAreaBottom"/>
              <a:pathLst>
                <a:path w="9576181" h="40369617">
                  <a:moveTo>
                    <a:pt x="8509" y="0"/>
                  </a:moveTo>
                  <a:lnTo>
                    <a:pt x="9567672" y="0"/>
                  </a:lnTo>
                  <a:cubicBezTo>
                    <a:pt x="9572371" y="0"/>
                    <a:pt x="9576181" y="3810"/>
                    <a:pt x="9576181" y="8509"/>
                  </a:cubicBezTo>
                  <a:lnTo>
                    <a:pt x="9576181" y="40361108"/>
                  </a:lnTo>
                  <a:cubicBezTo>
                    <a:pt x="9576181" y="40365809"/>
                    <a:pt x="9572371" y="40369617"/>
                    <a:pt x="9567672" y="40369617"/>
                  </a:cubicBezTo>
                  <a:lnTo>
                    <a:pt x="8509" y="40369617"/>
                  </a:lnTo>
                  <a:cubicBezTo>
                    <a:pt x="3810" y="40369617"/>
                    <a:pt x="0" y="40365809"/>
                    <a:pt x="0" y="40361108"/>
                  </a:cubicBezTo>
                  <a:lnTo>
                    <a:pt x="0" y="8509"/>
                  </a:lnTo>
                  <a:cubicBezTo>
                    <a:pt x="0" y="3810"/>
                    <a:pt x="3810" y="0"/>
                    <a:pt x="8509" y="0"/>
                  </a:cubicBezTo>
                  <a:moveTo>
                    <a:pt x="8509" y="16891"/>
                  </a:moveTo>
                  <a:lnTo>
                    <a:pt x="8509" y="8509"/>
                  </a:lnTo>
                  <a:lnTo>
                    <a:pt x="17018" y="8509"/>
                  </a:lnTo>
                  <a:lnTo>
                    <a:pt x="17018" y="40361108"/>
                  </a:lnTo>
                  <a:lnTo>
                    <a:pt x="8509" y="40361108"/>
                  </a:lnTo>
                  <a:lnTo>
                    <a:pt x="8509" y="40352600"/>
                  </a:lnTo>
                  <a:lnTo>
                    <a:pt x="9567672" y="40352600"/>
                  </a:lnTo>
                  <a:lnTo>
                    <a:pt x="9567672" y="40361108"/>
                  </a:lnTo>
                  <a:lnTo>
                    <a:pt x="9559163" y="40361108"/>
                  </a:lnTo>
                  <a:lnTo>
                    <a:pt x="9559163" y="8509"/>
                  </a:lnTo>
                  <a:lnTo>
                    <a:pt x="9567672" y="8509"/>
                  </a:lnTo>
                  <a:lnTo>
                    <a:pt x="9567672" y="17018"/>
                  </a:lnTo>
                  <a:lnTo>
                    <a:pt x="8509" y="17018"/>
                  </a:lnTo>
                  <a:close/>
                </a:path>
              </a:pathLst>
            </a:custGeom>
            <a:solidFill>
              <a:srgbClr val="c0504d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2" name=""/>
            <p:cNvSpPr/>
            <p:nvPr/>
          </p:nvSpPr>
          <p:spPr>
            <a:xfrm>
              <a:off x="14760000" y="900000"/>
              <a:ext cx="5742000" cy="347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3" name="Group 43"/>
          <p:cNvGrpSpPr/>
          <p:nvPr/>
        </p:nvGrpSpPr>
        <p:grpSpPr>
          <a:xfrm>
            <a:off x="720000" y="362160"/>
            <a:ext cx="13497480" cy="28797840"/>
            <a:chOff x="720000" y="362160"/>
            <a:chExt cx="13497480" cy="28797840"/>
          </a:xfrm>
        </p:grpSpPr>
        <p:grpSp>
          <p:nvGrpSpPr>
            <p:cNvPr id="64" name="Group 44"/>
            <p:cNvGrpSpPr/>
            <p:nvPr/>
          </p:nvGrpSpPr>
          <p:grpSpPr>
            <a:xfrm>
              <a:off x="973800" y="3510000"/>
              <a:ext cx="11625480" cy="6840"/>
              <a:chOff x="973800" y="3510000"/>
              <a:chExt cx="11625480" cy="6840"/>
            </a:xfrm>
          </p:grpSpPr>
          <p:sp>
            <p:nvSpPr>
              <p:cNvPr id="65" name="Freeform 45"/>
              <p:cNvSpPr/>
              <p:nvPr/>
            </p:nvSpPr>
            <p:spPr>
              <a:xfrm>
                <a:off x="980280" y="3516480"/>
                <a:ext cx="11612880" cy="360"/>
              </a:xfrm>
              <a:custGeom>
                <a:avLst/>
                <a:gdLst>
                  <a:gd name="textAreaLeft" fmla="*/ 0 w 11612880"/>
                  <a:gd name="textAreaRight" fmla="*/ 11616480 w 11612880"/>
                  <a:gd name="textAreaTop" fmla="*/ 0 h 360"/>
                  <a:gd name="textAreaBottom" fmla="*/ 368640 h 360"/>
                </a:gdLst>
                <a:ahLst/>
                <a:cxnLst/>
                <a:rect l="textAreaLeft" t="textAreaTop" r="textAreaRight" b="textAreaBottom"/>
                <a:pathLst>
                  <a:path w="15518892" h="22098">
                    <a:moveTo>
                      <a:pt x="15518892" y="22098"/>
                    </a:moveTo>
                    <a:lnTo>
                      <a:pt x="0" y="22098"/>
                    </a:lnTo>
                    <a:lnTo>
                      <a:pt x="0" y="0"/>
                    </a:lnTo>
                    <a:lnTo>
                      <a:pt x="15518892" y="0"/>
                    </a:lnTo>
                    <a:close/>
                  </a:path>
                </a:pathLst>
              </a:custGeom>
              <a:solidFill>
                <a:srgbClr val="000000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-28440" bIns="-28440" anchor="t">
                <a:noAutofit/>
              </a:bodyPr>
              <a:p>
                <a:pPr>
                  <a:lnSpc>
                    <a:spcPct val="100000"/>
                  </a:lnSpc>
                </a:pPr>
                <a:endParaRPr lang="es-AR" sz="1800" b="0" u="none" strike="noStrik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6" name="Freeform 46"/>
              <p:cNvSpPr/>
              <p:nvPr/>
            </p:nvSpPr>
            <p:spPr>
              <a:xfrm>
                <a:off x="973800" y="3510000"/>
                <a:ext cx="11625480" cy="2880"/>
              </a:xfrm>
              <a:custGeom>
                <a:avLst/>
                <a:gdLst>
                  <a:gd name="textAreaLeft" fmla="*/ 0 w 11625480"/>
                  <a:gd name="textAreaRight" fmla="*/ 11651760 w 11625480"/>
                  <a:gd name="textAreaTop" fmla="*/ 0 h 2880"/>
                  <a:gd name="textAreaBottom" fmla="*/ 29160 h 2880"/>
                </a:gdLst>
                <a:ahLst/>
                <a:cxnLst/>
                <a:rect l="textAreaLeft" t="textAreaTop" r="textAreaRight" b="textAreaBottom"/>
                <a:pathLst>
                  <a:path w="15535911" h="39116">
                    <a:moveTo>
                      <a:pt x="15527401" y="38989"/>
                    </a:moveTo>
                    <a:lnTo>
                      <a:pt x="8509" y="38989"/>
                    </a:lnTo>
                    <a:cubicBezTo>
                      <a:pt x="3810" y="38989"/>
                      <a:pt x="0" y="35179"/>
                      <a:pt x="0" y="30607"/>
                    </a:cubicBezTo>
                    <a:lnTo>
                      <a:pt x="0" y="8509"/>
                    </a:lnTo>
                    <a:cubicBezTo>
                      <a:pt x="0" y="3810"/>
                      <a:pt x="3810" y="0"/>
                      <a:pt x="8509" y="0"/>
                    </a:cubicBezTo>
                    <a:lnTo>
                      <a:pt x="15527401" y="0"/>
                    </a:lnTo>
                    <a:cubicBezTo>
                      <a:pt x="15532100" y="0"/>
                      <a:pt x="15535911" y="3810"/>
                      <a:pt x="15535911" y="8509"/>
                    </a:cubicBezTo>
                    <a:lnTo>
                      <a:pt x="15535911" y="30607"/>
                    </a:lnTo>
                    <a:cubicBezTo>
                      <a:pt x="15535911" y="35306"/>
                      <a:pt x="15532100" y="39116"/>
                      <a:pt x="15527401" y="39116"/>
                    </a:cubicBezTo>
                    <a:moveTo>
                      <a:pt x="15527401" y="22225"/>
                    </a:moveTo>
                    <a:lnTo>
                      <a:pt x="15527401" y="30734"/>
                    </a:lnTo>
                    <a:lnTo>
                      <a:pt x="15518892" y="30734"/>
                    </a:lnTo>
                    <a:lnTo>
                      <a:pt x="15518892" y="8509"/>
                    </a:lnTo>
                    <a:lnTo>
                      <a:pt x="15527401" y="8509"/>
                    </a:lnTo>
                    <a:lnTo>
                      <a:pt x="15527401" y="17018"/>
                    </a:lnTo>
                    <a:lnTo>
                      <a:pt x="8509" y="17018"/>
                    </a:lnTo>
                    <a:lnTo>
                      <a:pt x="8509" y="8509"/>
                    </a:lnTo>
                    <a:lnTo>
                      <a:pt x="17018" y="8509"/>
                    </a:lnTo>
                    <a:lnTo>
                      <a:pt x="17018" y="30607"/>
                    </a:lnTo>
                    <a:lnTo>
                      <a:pt x="8509" y="30607"/>
                    </a:lnTo>
                    <a:lnTo>
                      <a:pt x="8509" y="22098"/>
                    </a:lnTo>
                    <a:lnTo>
                      <a:pt x="15527401" y="22098"/>
                    </a:lnTo>
                    <a:close/>
                  </a:path>
                </a:pathLst>
              </a:custGeom>
              <a:solidFill>
                <a:srgbClr val="000000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-15840" bIns="-15840" anchor="t">
                <a:noAutofit/>
              </a:bodyPr>
              <a:p>
                <a:pPr>
                  <a:lnSpc>
                    <a:spcPct val="100000"/>
                  </a:lnSpc>
                </a:pPr>
                <a:endParaRPr lang="es-AR" sz="1800" b="0" u="none" strike="noStrik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67" name="TextBox 47"/>
            <p:cNvSpPr/>
            <p:nvPr/>
          </p:nvSpPr>
          <p:spPr>
            <a:xfrm>
              <a:off x="1150200" y="3018600"/>
              <a:ext cx="12362400" cy="497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960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8" name="TextBox 49"/>
            <p:cNvSpPr/>
            <p:nvPr/>
          </p:nvSpPr>
          <p:spPr>
            <a:xfrm>
              <a:off x="986760" y="3483360"/>
              <a:ext cx="11612520" cy="4613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algn="just" defTabSz="914400">
                <a:lnSpc>
                  <a:spcPts val="4039"/>
                </a:lnSpc>
              </a:pPr>
              <a:r>
                <a:rPr lang="en-US" sz="2350" b="0" u="none" spc="45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{{about}}</a:t>
              </a:r>
              <a:endParaRPr lang="es-AR" sz="23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403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403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403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403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403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403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403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403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9" name="TextBox 50"/>
            <p:cNvSpPr/>
            <p:nvPr/>
          </p:nvSpPr>
          <p:spPr>
            <a:xfrm>
              <a:off x="756000" y="6482520"/>
              <a:ext cx="9326520" cy="603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4751"/>
                </a:lnSpc>
              </a:pPr>
              <a:r>
                <a:rPr lang="en-US" sz="3400" b="1" u="none" strike="noStrike">
                  <a:solidFill>
                    <a:srgbClr val="333333"/>
                  </a:solidFill>
                  <a:effectLst/>
                  <a:uFillTx/>
                  <a:latin typeface="Poppins"/>
                  <a:ea typeface="Montserrat Bold"/>
                </a:rPr>
                <a:t>EXPERIENCIA LABORAL</a:t>
              </a:r>
              <a:endParaRPr lang="es-AR" sz="3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70" name="Group 51"/>
            <p:cNvGrpSpPr/>
            <p:nvPr/>
          </p:nvGrpSpPr>
          <p:grpSpPr>
            <a:xfrm>
              <a:off x="756000" y="7202520"/>
              <a:ext cx="12272400" cy="6840"/>
              <a:chOff x="756000" y="7202520"/>
              <a:chExt cx="12272400" cy="6840"/>
            </a:xfrm>
          </p:grpSpPr>
          <p:sp>
            <p:nvSpPr>
              <p:cNvPr id="71" name="Freeform 52"/>
              <p:cNvSpPr/>
              <p:nvPr/>
            </p:nvSpPr>
            <p:spPr>
              <a:xfrm>
                <a:off x="762840" y="7209000"/>
                <a:ext cx="12259080" cy="360"/>
              </a:xfrm>
              <a:custGeom>
                <a:avLst/>
                <a:gdLst>
                  <a:gd name="textAreaLeft" fmla="*/ 0 w 12259080"/>
                  <a:gd name="textAreaRight" fmla="*/ 12262680 w 12259080"/>
                  <a:gd name="textAreaTop" fmla="*/ 0 h 360"/>
                  <a:gd name="textAreaBottom" fmla="*/ 368640 h 360"/>
                </a:gdLst>
                <a:ahLst/>
                <a:cxnLst/>
                <a:rect l="textAreaLeft" t="textAreaTop" r="textAreaRight" b="textAreaBottom"/>
                <a:pathLst>
                  <a:path w="15518892" h="22098">
                    <a:moveTo>
                      <a:pt x="15518892" y="22098"/>
                    </a:moveTo>
                    <a:lnTo>
                      <a:pt x="0" y="22098"/>
                    </a:lnTo>
                    <a:lnTo>
                      <a:pt x="0" y="0"/>
                    </a:lnTo>
                    <a:lnTo>
                      <a:pt x="15518892" y="0"/>
                    </a:lnTo>
                    <a:close/>
                  </a:path>
                </a:pathLst>
              </a:custGeom>
              <a:solidFill>
                <a:srgbClr val="000000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-28440" bIns="-28440" anchor="t">
                <a:noAutofit/>
              </a:bodyPr>
              <a:p>
                <a:pPr>
                  <a:lnSpc>
                    <a:spcPct val="100000"/>
                  </a:lnSpc>
                </a:pPr>
                <a:endParaRPr lang="es-AR" sz="1800" b="0" u="none" strike="noStrik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2" name="Freeform 53"/>
              <p:cNvSpPr/>
              <p:nvPr/>
            </p:nvSpPr>
            <p:spPr>
              <a:xfrm>
                <a:off x="756000" y="7202520"/>
                <a:ext cx="12272400" cy="2880"/>
              </a:xfrm>
              <a:custGeom>
                <a:avLst/>
                <a:gdLst>
                  <a:gd name="textAreaLeft" fmla="*/ 0 w 12272400"/>
                  <a:gd name="textAreaRight" fmla="*/ 12299760 w 12272400"/>
                  <a:gd name="textAreaTop" fmla="*/ 0 h 2880"/>
                  <a:gd name="textAreaBottom" fmla="*/ 29160 h 2880"/>
                </a:gdLst>
                <a:ahLst/>
                <a:cxnLst/>
                <a:rect l="textAreaLeft" t="textAreaTop" r="textAreaRight" b="textAreaBottom"/>
                <a:pathLst>
                  <a:path w="15535911" h="39116">
                    <a:moveTo>
                      <a:pt x="15527401" y="38989"/>
                    </a:moveTo>
                    <a:lnTo>
                      <a:pt x="8509" y="38989"/>
                    </a:lnTo>
                    <a:cubicBezTo>
                      <a:pt x="3810" y="38989"/>
                      <a:pt x="0" y="35179"/>
                      <a:pt x="0" y="30607"/>
                    </a:cubicBezTo>
                    <a:lnTo>
                      <a:pt x="0" y="8509"/>
                    </a:lnTo>
                    <a:cubicBezTo>
                      <a:pt x="0" y="3810"/>
                      <a:pt x="3810" y="0"/>
                      <a:pt x="8509" y="0"/>
                    </a:cubicBezTo>
                    <a:lnTo>
                      <a:pt x="15527401" y="0"/>
                    </a:lnTo>
                    <a:cubicBezTo>
                      <a:pt x="15532100" y="0"/>
                      <a:pt x="15535911" y="3810"/>
                      <a:pt x="15535911" y="8509"/>
                    </a:cubicBezTo>
                    <a:lnTo>
                      <a:pt x="15535911" y="30607"/>
                    </a:lnTo>
                    <a:cubicBezTo>
                      <a:pt x="15535911" y="35306"/>
                      <a:pt x="15532100" y="39116"/>
                      <a:pt x="15527401" y="39116"/>
                    </a:cubicBezTo>
                    <a:moveTo>
                      <a:pt x="15527401" y="22225"/>
                    </a:moveTo>
                    <a:lnTo>
                      <a:pt x="15527401" y="30734"/>
                    </a:lnTo>
                    <a:lnTo>
                      <a:pt x="15518892" y="30734"/>
                    </a:lnTo>
                    <a:lnTo>
                      <a:pt x="15518892" y="8509"/>
                    </a:lnTo>
                    <a:lnTo>
                      <a:pt x="15527401" y="8509"/>
                    </a:lnTo>
                    <a:lnTo>
                      <a:pt x="15527401" y="17018"/>
                    </a:lnTo>
                    <a:lnTo>
                      <a:pt x="8509" y="17018"/>
                    </a:lnTo>
                    <a:lnTo>
                      <a:pt x="8509" y="8509"/>
                    </a:lnTo>
                    <a:lnTo>
                      <a:pt x="17018" y="8509"/>
                    </a:lnTo>
                    <a:lnTo>
                      <a:pt x="17018" y="30607"/>
                    </a:lnTo>
                    <a:lnTo>
                      <a:pt x="8509" y="30607"/>
                    </a:lnTo>
                    <a:lnTo>
                      <a:pt x="8509" y="22098"/>
                    </a:lnTo>
                    <a:lnTo>
                      <a:pt x="15527401" y="22098"/>
                    </a:lnTo>
                    <a:close/>
                  </a:path>
                </a:pathLst>
              </a:custGeom>
              <a:solidFill>
                <a:srgbClr val="000000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-15840" bIns="-15840" anchor="t">
                <a:noAutofit/>
              </a:bodyPr>
              <a:p>
                <a:pPr>
                  <a:lnSpc>
                    <a:spcPct val="100000"/>
                  </a:lnSpc>
                </a:pPr>
                <a:endParaRPr lang="es-AR" sz="1800" b="0" u="none" strike="noStrik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</p:grpSp>
        <p:grpSp>
          <p:nvGrpSpPr>
            <p:cNvPr id="73" name="Group 54"/>
            <p:cNvGrpSpPr/>
            <p:nvPr/>
          </p:nvGrpSpPr>
          <p:grpSpPr>
            <a:xfrm>
              <a:off x="834120" y="7385760"/>
              <a:ext cx="33840" cy="21774240"/>
              <a:chOff x="834120" y="7385760"/>
              <a:chExt cx="33840" cy="21774240"/>
            </a:xfrm>
          </p:grpSpPr>
          <p:sp>
            <p:nvSpPr>
              <p:cNvPr id="74" name="Freeform 55"/>
              <p:cNvSpPr/>
              <p:nvPr/>
            </p:nvSpPr>
            <p:spPr>
              <a:xfrm>
                <a:off x="840960" y="7392960"/>
                <a:ext cx="360" cy="17799480"/>
              </a:xfrm>
              <a:custGeom>
                <a:avLst/>
                <a:gdLst>
                  <a:gd name="textAreaLeft" fmla="*/ 0 w 360"/>
                  <a:gd name="textAreaRight" fmla="*/ 368640 w 360"/>
                  <a:gd name="textAreaTop" fmla="*/ 0 h 17799480"/>
                  <a:gd name="textAreaBottom" fmla="*/ 17803080 h 17799480"/>
                </a:gdLst>
                <a:ahLst/>
                <a:cxnLst/>
                <a:rect l="textAreaLeft" t="textAreaTop" r="textAreaRight" b="textAreaBottom"/>
                <a:pathLst>
                  <a:path w="22098" h="21874606">
                    <a:moveTo>
                      <a:pt x="22098" y="0"/>
                    </a:moveTo>
                    <a:lnTo>
                      <a:pt x="22098" y="21874606"/>
                    </a:lnTo>
                    <a:lnTo>
                      <a:pt x="0" y="2187460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0000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lang="es-AR" sz="1800" b="0" u="none" strike="noStrik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5" name="Freeform 56"/>
              <p:cNvSpPr/>
              <p:nvPr/>
            </p:nvSpPr>
            <p:spPr>
              <a:xfrm>
                <a:off x="834120" y="7385760"/>
                <a:ext cx="33840" cy="21774240"/>
              </a:xfrm>
              <a:custGeom>
                <a:avLst/>
                <a:gdLst>
                  <a:gd name="textAreaLeft" fmla="*/ 0 w 33840"/>
                  <a:gd name="textAreaRight" fmla="*/ 161280 w 33840"/>
                  <a:gd name="textAreaTop" fmla="*/ 0 h 21774240"/>
                  <a:gd name="textAreaBottom" fmla="*/ 21806640 h 21774240"/>
                </a:gdLst>
                <a:ahLst/>
                <a:cxnLst/>
                <a:rect l="textAreaLeft" t="textAreaTop" r="textAreaRight" b="textAreaBottom"/>
                <a:pathLst>
                  <a:path w="39116" h="21891625">
                    <a:moveTo>
                      <a:pt x="38989" y="8509"/>
                    </a:moveTo>
                    <a:lnTo>
                      <a:pt x="38989" y="21883115"/>
                    </a:lnTo>
                    <a:cubicBezTo>
                      <a:pt x="38989" y="21887814"/>
                      <a:pt x="35179" y="21891625"/>
                      <a:pt x="30480" y="21891625"/>
                    </a:cubicBezTo>
                    <a:lnTo>
                      <a:pt x="8509" y="21891625"/>
                    </a:lnTo>
                    <a:cubicBezTo>
                      <a:pt x="3810" y="21891625"/>
                      <a:pt x="0" y="21887814"/>
                      <a:pt x="0" y="21883115"/>
                    </a:cubicBezTo>
                    <a:lnTo>
                      <a:pt x="0" y="8509"/>
                    </a:lnTo>
                    <a:cubicBezTo>
                      <a:pt x="0" y="3810"/>
                      <a:pt x="3810" y="0"/>
                      <a:pt x="8509" y="0"/>
                    </a:cubicBezTo>
                    <a:lnTo>
                      <a:pt x="30607" y="0"/>
                    </a:lnTo>
                    <a:cubicBezTo>
                      <a:pt x="35306" y="0"/>
                      <a:pt x="39116" y="3810"/>
                      <a:pt x="39116" y="8509"/>
                    </a:cubicBezTo>
                    <a:moveTo>
                      <a:pt x="22098" y="8509"/>
                    </a:moveTo>
                    <a:lnTo>
                      <a:pt x="30607" y="8509"/>
                    </a:lnTo>
                    <a:lnTo>
                      <a:pt x="30607" y="17018"/>
                    </a:lnTo>
                    <a:lnTo>
                      <a:pt x="8509" y="17018"/>
                    </a:lnTo>
                    <a:lnTo>
                      <a:pt x="8509" y="8509"/>
                    </a:lnTo>
                    <a:lnTo>
                      <a:pt x="17018" y="8509"/>
                    </a:lnTo>
                    <a:lnTo>
                      <a:pt x="17018" y="21883115"/>
                    </a:lnTo>
                    <a:lnTo>
                      <a:pt x="8509" y="21883115"/>
                    </a:lnTo>
                    <a:lnTo>
                      <a:pt x="8509" y="21874606"/>
                    </a:lnTo>
                    <a:lnTo>
                      <a:pt x="30607" y="21874606"/>
                    </a:lnTo>
                    <a:lnTo>
                      <a:pt x="30607" y="21883115"/>
                    </a:lnTo>
                    <a:lnTo>
                      <a:pt x="22098" y="21883115"/>
                    </a:lnTo>
                    <a:lnTo>
                      <a:pt x="22098" y="8509"/>
                    </a:lnTo>
                    <a:close/>
                  </a:path>
                </a:pathLst>
              </a:custGeom>
              <a:solidFill>
                <a:srgbClr val="000000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lang="es-AR" sz="1800" b="0" u="none" strike="noStrik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76" name="TextBox 64"/>
            <p:cNvSpPr/>
            <p:nvPr/>
          </p:nvSpPr>
          <p:spPr>
            <a:xfrm>
              <a:off x="10420920" y="8541360"/>
              <a:ext cx="3796560" cy="284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2415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7" name="TextBox 68"/>
            <p:cNvSpPr/>
            <p:nvPr/>
          </p:nvSpPr>
          <p:spPr>
            <a:xfrm>
              <a:off x="10307160" y="16415640"/>
              <a:ext cx="3908160" cy="284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2415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8" name="TextBox 69"/>
            <p:cNvSpPr/>
            <p:nvPr/>
          </p:nvSpPr>
          <p:spPr>
            <a:xfrm>
              <a:off x="1508760" y="11863440"/>
              <a:ext cx="11432520" cy="16588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4606"/>
                </a:lnSpc>
              </a:pPr>
              <a:endParaRPr lang="es-AR" sz="2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1074960" indent="-214920" defTabSz="914400">
                <a:lnSpc>
                  <a:spcPts val="4229"/>
                </a:lnSpc>
                <a:tabLst>
                  <a:tab algn="l" pos="0"/>
                </a:tabLst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1074960" indent="-214920" defTabSz="914400">
                <a:lnSpc>
                  <a:spcPts val="4229"/>
                </a:lnSpc>
                <a:tabLst>
                  <a:tab algn="l" pos="0"/>
                </a:tabLst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9" name="TextBox 70"/>
            <p:cNvSpPr/>
            <p:nvPr/>
          </p:nvSpPr>
          <p:spPr>
            <a:xfrm>
              <a:off x="1505880" y="11998080"/>
              <a:ext cx="11527920" cy="285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2415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0" name="TextBox 61"/>
            <p:cNvSpPr/>
            <p:nvPr/>
          </p:nvSpPr>
          <p:spPr>
            <a:xfrm>
              <a:off x="720000" y="7246080"/>
              <a:ext cx="13294440" cy="54288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marL="216000" indent="-216000" defTabSz="914400">
                <a:lnSpc>
                  <a:spcPts val="3144"/>
                </a:lnSpc>
                <a:buSzPct val="129050"/>
                <a:buBlip>
                  <a:blip r:embed="rId1"/>
                </a:buBlip>
              </a:pPr>
              <a:r>
                <a:rPr lang="en-US" sz="2200" b="1" u="none" strike="noStrike">
                  <a:solidFill>
                    <a:srgbClr val="333333"/>
                  </a:solidFill>
                  <a:effectLst/>
                  <a:uFillTx/>
                  <a:latin typeface="Poppins"/>
                  <a:ea typeface="Montserrat Bold"/>
                </a:rPr>
                <a:t>  {{exp_1_role}}</a:t>
              </a:r>
              <a:r>
                <a:rPr lang="en-US" sz="2400" b="1" u="none" strike="noStrike">
                  <a:solidFill>
                    <a:srgbClr val="333333"/>
                  </a:solidFill>
                  <a:effectLst/>
                  <a:uFillTx/>
                  <a:latin typeface="Montserrat Bold"/>
                  <a:ea typeface="Montserrat Bold"/>
                </a:rPr>
                <a:t>  </a:t>
              </a:r>
              <a:r>
                <a:rPr lang="en-US" sz="2100" b="0" u="none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 {{exp_1_company}}</a:t>
              </a:r>
              <a:r>
                <a:rPr lang="en-US" sz="2400" b="1" u="none" strike="noStrike">
                  <a:solidFill>
                    <a:srgbClr val="333333"/>
                  </a:solidFill>
                  <a:effectLst/>
                  <a:uFillTx/>
                  <a:latin typeface="Lato"/>
                  <a:ea typeface="Montserrat Bold"/>
                </a:rPr>
                <a:t> </a:t>
              </a:r>
              <a:r>
                <a:rPr lang="en-US" sz="2100" b="0" u="none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 {{exp_1_dates}}</a:t>
              </a:r>
              <a:r>
                <a:rPr lang="en-US" sz="2400" b="0" u="none" strike="noStrike">
                  <a:solidFill>
                    <a:srgbClr val="333333"/>
                  </a:solidFill>
                  <a:effectLst/>
                  <a:uFillTx/>
                  <a:latin typeface="Lato"/>
                  <a:ea typeface="Montserrat"/>
                </a:rPr>
                <a:t> </a:t>
              </a:r>
              <a:endParaRPr lang="es-AR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ts val="2835"/>
                </a:lnSpc>
              </a:pPr>
              <a:r>
                <a:rPr lang="es-AR" sz="2250" b="0" u="none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 {{exp_1_bullets_block}}</a:t>
              </a: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ts val="567"/>
                </a:lnSpc>
              </a:pP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216000" indent="-216000" defTabSz="914400">
                <a:lnSpc>
                  <a:spcPts val="3144"/>
                </a:lnSpc>
                <a:buSzPct val="129050"/>
                <a:buBlip>
                  <a:blip r:embed="rId2"/>
                </a:buBlip>
              </a:pPr>
              <a:r>
                <a:rPr lang="en-US" sz="2200" b="1" u="none" strike="noStrike">
                  <a:solidFill>
                    <a:srgbClr val="333333"/>
                  </a:solidFill>
                  <a:effectLst/>
                  <a:uFillTx/>
                  <a:latin typeface="Poppins"/>
                  <a:ea typeface="Montserrat Bold"/>
                </a:rPr>
                <a:t>  {{exp_2_role}}</a:t>
              </a:r>
              <a:r>
                <a:rPr lang="en-US" sz="2400" b="1" u="none" strike="noStrike">
                  <a:solidFill>
                    <a:srgbClr val="333333"/>
                  </a:solidFill>
                  <a:effectLst/>
                  <a:uFillTx/>
                  <a:latin typeface="Montserrat Bold"/>
                  <a:ea typeface="Montserrat Bold"/>
                </a:rPr>
                <a:t>  </a:t>
              </a:r>
              <a:r>
                <a:rPr lang="en-US" sz="2100" b="0" u="none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 {{exp_2_company}}</a:t>
              </a:r>
              <a:r>
                <a:rPr lang="en-US" sz="2400" b="1" u="none" strike="noStrike">
                  <a:solidFill>
                    <a:srgbClr val="333333"/>
                  </a:solidFill>
                  <a:effectLst/>
                  <a:uFillTx/>
                  <a:latin typeface="Lato"/>
                  <a:ea typeface="Montserrat Bold"/>
                </a:rPr>
                <a:t> </a:t>
              </a:r>
              <a:r>
                <a:rPr lang="en-US" sz="2100" b="0" u="none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 {{exp_2_dates}}</a:t>
              </a:r>
              <a:r>
                <a:rPr lang="en-US" sz="2400" b="0" u="none" strike="noStrike">
                  <a:solidFill>
                    <a:srgbClr val="333333"/>
                  </a:solidFill>
                  <a:effectLst/>
                  <a:uFillTx/>
                  <a:latin typeface="Lato"/>
                  <a:ea typeface="Montserrat"/>
                </a:rPr>
                <a:t> </a:t>
              </a:r>
              <a:endParaRPr lang="es-AR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ts val="3402"/>
                </a:lnSpc>
              </a:pPr>
              <a:r>
                <a:rPr lang="es-AR" sz="2250" b="0" u="none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 {{exp_2_bullets_block}}</a:t>
              </a: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720000" defTabSz="914400">
                <a:lnSpc>
                  <a:spcPts val="850"/>
                </a:lnSpc>
              </a:pP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216000" indent="-216000" defTabSz="914400">
                <a:lnSpc>
                  <a:spcPts val="3144"/>
                </a:lnSpc>
                <a:buSzPct val="129050"/>
                <a:buBlip>
                  <a:blip r:embed="rId3"/>
                </a:buBlip>
              </a:pPr>
              <a:r>
                <a:rPr lang="en-US" sz="2200" b="1" u="none" strike="noStrike">
                  <a:solidFill>
                    <a:srgbClr val="333333"/>
                  </a:solidFill>
                  <a:effectLst/>
                  <a:uFillTx/>
                  <a:latin typeface="Poppins"/>
                  <a:ea typeface="Montserrat Bold"/>
                </a:rPr>
                <a:t>  {{exp_3_role}}</a:t>
              </a:r>
              <a:r>
                <a:rPr lang="en-US" sz="2400" b="1" u="none" strike="noStrike">
                  <a:solidFill>
                    <a:srgbClr val="333333"/>
                  </a:solidFill>
                  <a:effectLst/>
                  <a:uFillTx/>
                  <a:latin typeface="Montserrat Bold"/>
                  <a:ea typeface="Montserrat Bold"/>
                </a:rPr>
                <a:t>  </a:t>
              </a:r>
              <a:r>
                <a:rPr lang="en-US" sz="2100" b="0" u="none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 {{exp_3_company}}</a:t>
              </a:r>
              <a:r>
                <a:rPr lang="en-US" sz="2400" b="1" u="none" strike="noStrike">
                  <a:solidFill>
                    <a:srgbClr val="333333"/>
                  </a:solidFill>
                  <a:effectLst/>
                  <a:uFillTx/>
                  <a:latin typeface="Lato"/>
                  <a:ea typeface="Montserrat Bold"/>
                </a:rPr>
                <a:t> </a:t>
              </a:r>
              <a:r>
                <a:rPr lang="en-US" sz="2100" b="0" u="none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 {{exp_3_dates}}</a:t>
              </a:r>
              <a:r>
                <a:rPr lang="en-US" sz="2400" b="0" u="none" strike="noStrike">
                  <a:solidFill>
                    <a:srgbClr val="333333"/>
                  </a:solidFill>
                  <a:effectLst/>
                  <a:uFillTx/>
                  <a:latin typeface="Lato"/>
                  <a:ea typeface="Montserrat"/>
                </a:rPr>
                <a:t> </a:t>
              </a:r>
              <a:endParaRPr lang="es-AR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ts val="3402"/>
                </a:lnSpc>
              </a:pPr>
              <a:r>
                <a:rPr lang="es-AR" sz="2250" b="0" u="none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 {{exp_3_bullets_block}}</a:t>
              </a: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720000" defTabSz="914400">
                <a:lnSpc>
                  <a:spcPts val="850"/>
                </a:lnSpc>
              </a:pP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216000" indent="-216000" defTabSz="914400">
                <a:lnSpc>
                  <a:spcPts val="3144"/>
                </a:lnSpc>
                <a:buSzPct val="129050"/>
                <a:buBlip>
                  <a:blip r:embed="rId4"/>
                </a:buBlip>
              </a:pPr>
              <a:r>
                <a:rPr lang="en-US" sz="2200" b="1" u="none" strike="noStrike">
                  <a:solidFill>
                    <a:srgbClr val="333333"/>
                  </a:solidFill>
                  <a:effectLst/>
                  <a:uFillTx/>
                  <a:latin typeface="Poppins"/>
                  <a:ea typeface="Montserrat Bold"/>
                </a:rPr>
                <a:t>  {{exp_4_role}}</a:t>
              </a:r>
              <a:r>
                <a:rPr lang="en-US" sz="2400" b="1" u="none" strike="noStrike">
                  <a:solidFill>
                    <a:srgbClr val="333333"/>
                  </a:solidFill>
                  <a:effectLst/>
                  <a:uFillTx/>
                  <a:latin typeface="Montserrat Bold"/>
                  <a:ea typeface="Montserrat Bold"/>
                </a:rPr>
                <a:t>  </a:t>
              </a:r>
              <a:r>
                <a:rPr lang="en-US" sz="2100" b="0" u="none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 {{exp_4_company}}</a:t>
              </a:r>
              <a:r>
                <a:rPr lang="en-US" sz="2400" b="1" u="none" strike="noStrike">
                  <a:solidFill>
                    <a:srgbClr val="333333"/>
                  </a:solidFill>
                  <a:effectLst/>
                  <a:uFillTx/>
                  <a:latin typeface="Lato"/>
                  <a:ea typeface="Montserrat Bold"/>
                </a:rPr>
                <a:t> </a:t>
              </a:r>
              <a:r>
                <a:rPr lang="en-US" sz="2100" b="0" u="none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 {{exp_4_dates}}</a:t>
              </a:r>
              <a:r>
                <a:rPr lang="en-US" sz="2400" b="0" u="none" strike="noStrike">
                  <a:solidFill>
                    <a:srgbClr val="333333"/>
                  </a:solidFill>
                  <a:effectLst/>
                  <a:uFillTx/>
                  <a:latin typeface="Lato"/>
                  <a:ea typeface="Montserrat"/>
                </a:rPr>
                <a:t> </a:t>
              </a:r>
              <a:endParaRPr lang="es-AR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ts val="3402"/>
                </a:lnSpc>
              </a:pPr>
              <a:r>
                <a:rPr lang="es-AR" sz="2250" b="0" u="none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 {{exp_4_bullets_block}}</a:t>
              </a: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720000" defTabSz="914400">
                <a:lnSpc>
                  <a:spcPts val="850"/>
                </a:lnSpc>
              </a:pP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216000" indent="-216000" defTabSz="914400">
                <a:lnSpc>
                  <a:spcPts val="3144"/>
                </a:lnSpc>
                <a:buSzPct val="129050"/>
                <a:buBlip>
                  <a:blip r:embed="rId5"/>
                </a:buBlip>
              </a:pPr>
              <a:r>
                <a:rPr lang="en-US" sz="2200" b="1" u="none" strike="noStrike">
                  <a:solidFill>
                    <a:srgbClr val="333333"/>
                  </a:solidFill>
                  <a:effectLst/>
                  <a:uFillTx/>
                  <a:latin typeface="Poppins"/>
                  <a:ea typeface="Montserrat Bold"/>
                </a:rPr>
                <a:t>  {{exp_5_role}}</a:t>
              </a:r>
              <a:r>
                <a:rPr lang="en-US" sz="2400" b="1" u="none" strike="noStrike">
                  <a:solidFill>
                    <a:srgbClr val="333333"/>
                  </a:solidFill>
                  <a:effectLst/>
                  <a:uFillTx/>
                  <a:latin typeface="Montserrat Bold"/>
                  <a:ea typeface="Montserrat Bold"/>
                </a:rPr>
                <a:t>  </a:t>
              </a:r>
              <a:r>
                <a:rPr lang="en-US" sz="2100" b="0" u="none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 {{exp_5_company}}</a:t>
              </a:r>
              <a:r>
                <a:rPr lang="en-US" sz="2400" b="1" u="none" strike="noStrike">
                  <a:solidFill>
                    <a:srgbClr val="333333"/>
                  </a:solidFill>
                  <a:effectLst/>
                  <a:uFillTx/>
                  <a:latin typeface="Lato"/>
                  <a:ea typeface="Montserrat Bold"/>
                </a:rPr>
                <a:t> </a:t>
              </a:r>
              <a:r>
                <a:rPr lang="en-US" sz="2100" b="0" u="none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 {{exp_5_dates}}</a:t>
              </a:r>
              <a:r>
                <a:rPr lang="en-US" sz="2400" b="0" u="none" strike="noStrike">
                  <a:solidFill>
                    <a:srgbClr val="333333"/>
                  </a:solidFill>
                  <a:effectLst/>
                  <a:uFillTx/>
                  <a:latin typeface="Lato"/>
                  <a:ea typeface="Montserrat"/>
                </a:rPr>
                <a:t> </a:t>
              </a:r>
              <a:endParaRPr lang="es-AR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ts val="3402"/>
                </a:lnSpc>
              </a:pPr>
              <a:r>
                <a:rPr lang="es-AR" sz="2250" b="0" u="none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 {{exp_5_bullets_block}}</a:t>
              </a: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714960" indent="-214920" defTabSz="914400">
                <a:lnSpc>
                  <a:spcPct val="150000"/>
                </a:lnSpc>
                <a:tabLst>
                  <a:tab algn="l" pos="0"/>
                </a:tabLst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714960" indent="-214920" defTabSz="914400">
                <a:lnSpc>
                  <a:spcPts val="4229"/>
                </a:lnSpc>
                <a:tabLst>
                  <a:tab algn="l" pos="0"/>
                </a:tabLst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1" name="TextBox 48"/>
            <p:cNvSpPr/>
            <p:nvPr/>
          </p:nvSpPr>
          <p:spPr>
            <a:xfrm>
              <a:off x="1102680" y="362160"/>
              <a:ext cx="12396600" cy="1905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9901"/>
                </a:lnSpc>
              </a:pPr>
              <a:r>
                <a:rPr lang="en-US" sz="6600" b="1" u="none" spc="547" strike="noStrike">
                  <a:solidFill>
                    <a:srgbClr val="c0504d"/>
                  </a:solidFill>
                  <a:effectLst/>
                  <a:uFillTx/>
                  <a:latin typeface="Poppins"/>
                  <a:ea typeface="Montserrat Bold"/>
                </a:rPr>
                <a:t>{{name}}</a:t>
              </a:r>
              <a:endParaRPr lang="es-AR" sz="6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5102"/>
                </a:lnSpc>
              </a:pPr>
              <a:r>
                <a:rPr lang="en-US" sz="3600" b="0" u="none" spc="221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{{title}}</a:t>
              </a:r>
              <a:endParaRPr lang="es-AR" sz="3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2" name="TextBox 1"/>
          <p:cNvSpPr/>
          <p:nvPr/>
        </p:nvSpPr>
        <p:spPr>
          <a:xfrm>
            <a:off x="15120000" y="540000"/>
            <a:ext cx="5382000" cy="553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0"/>
              </a:lnSpc>
            </a:pP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0"/>
              </a:lnSpc>
            </a:pP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0"/>
              </a:lnSpc>
            </a:pP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0"/>
              </a:lnSpc>
            </a:pP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0"/>
              </a:lnSpc>
            </a:pP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0"/>
              </a:lnSpc>
            </a:pP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0"/>
              </a:lnSpc>
            </a:pP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0"/>
              </a:lnSpc>
            </a:pP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0"/>
              </a:lnSpc>
            </a:pP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0"/>
              </a:lnSpc>
            </a:pP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"/>
          <p:cNvSpPr/>
          <p:nvPr/>
        </p:nvSpPr>
        <p:spPr>
          <a:xfrm>
            <a:off x="15310440" y="900000"/>
            <a:ext cx="5202360" cy="520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"/>
          <p:cNvSpPr/>
          <p:nvPr/>
        </p:nvSpPr>
        <p:spPr>
          <a:xfrm>
            <a:off x="14580000" y="6480000"/>
            <a:ext cx="6326640" cy="396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ts val="4535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{{#sidebar_sections_full}}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7937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{{title}}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2268"/>
              </a:lnSpc>
            </a:pPr>
            <a:r>
              <a:rPr lang="es-AR" sz="2000" b="1" u="none" spc="-300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{{line}}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3118"/>
              </a:lnSpc>
            </a:pPr>
            <a:r>
              <a:rPr lang="es-AR" sz="2260" b="0" u="none" strike="noStrike">
                <a:solidFill>
                  <a:srgbClr val="543f3f"/>
                </a:solidFill>
                <a:effectLst/>
                <a:uFillTx/>
                <a:latin typeface="Lato"/>
                <a:ea typeface="Montserrat Bold"/>
              </a:rPr>
              <a:t>{{body}}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4535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{{/sidebar_sections_full}}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198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DAG9BWUorPU</dc:identifier>
  <dc:language>es-AR</dc:language>
  <cp:lastModifiedBy/>
  <dcterms:modified xsi:type="dcterms:W3CDTF">2026-03-02T23:44:08Z</dcterms:modified>
  <cp:revision>91</cp:revision>
  <dc:subject/>
  <dc:title>Template_2_moderno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