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Lato"/>
      <p:regular r:id="rId5"/>
      <p:bold r:id="rId5"/>
    </p:embeddedFont>
    <p:embeddedFont>
      <p:font typeface="Montserrat Bold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296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02960" cy="44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6884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D3F722-237E-4B0A-922B-428B9111E9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30760" cy="58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5993280" cy="58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6884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A7EA6F-3CC6-4C32-B673-4B6F9D80A1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296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02960" cy="44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6884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9E80AC-A85A-4970-89FE-C7CC2E9281E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45760" cy="133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45760" cy="147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6884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34EFA7-899B-4A6D-879B-446296049A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296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1840" cy="44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11840" cy="44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6884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D2B669-D738-435C-BF51-F2804E038EB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296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13640" cy="61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13640" cy="392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15080" cy="61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15080" cy="392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6884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29D495-5B48-426E-B520-0B815D9ADBE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296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6884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6279C9-51FD-4E2A-BE9A-2683F411BFB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6884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395510-E191-4F3F-B1C3-BF0015D893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8152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85000" cy="582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81520" cy="466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6884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C5985E-7364-4F81-AB5F-608FF848B0F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59760" cy="54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59760" cy="4088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59760" cy="77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6884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D4E08F-EFE4-4AEE-A55F-B4CF45687B3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45760" cy="144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6884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07080" cy="3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C21AFD-1AF7-4B57-98A4-B1513C7EEC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1.png"/><Relationship Id="rId7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4217840" y="-4680"/>
            <a:ext cx="7155360" cy="30250440"/>
            <a:chOff x="14217840" y="-4680"/>
            <a:chExt cx="7155360" cy="30250440"/>
          </a:xfrm>
        </p:grpSpPr>
        <p:sp>
          <p:nvSpPr>
            <p:cNvPr id="60" name="Freeform 3"/>
            <p:cNvSpPr/>
            <p:nvPr/>
          </p:nvSpPr>
          <p:spPr>
            <a:xfrm>
              <a:off x="14223960" y="1440"/>
              <a:ext cx="7142760" cy="30237840"/>
            </a:xfrm>
            <a:custGeom>
              <a:avLst/>
              <a:gdLst>
                <a:gd name="textAreaLeft" fmla="*/ 0 w 7142760"/>
                <a:gd name="textAreaRight" fmla="*/ 7169400 w 7142760"/>
                <a:gd name="textAreaTop" fmla="*/ 0 h 30237840"/>
                <a:gd name="textAreaBottom" fmla="*/ 30264480 h 30237840"/>
              </a:gdLst>
              <a:ahLst/>
              <a:cxnLst/>
              <a:rect l="textAreaLeft" t="textAreaTop" r="textAreaRight" b="textAreaBottom"/>
              <a:pathLst>
                <a:path w="9559163" h="40352599">
                  <a:moveTo>
                    <a:pt x="0" y="0"/>
                  </a:moveTo>
                  <a:lnTo>
                    <a:pt x="9559163" y="0"/>
                  </a:lnTo>
                  <a:lnTo>
                    <a:pt x="9559163" y="40352599"/>
                  </a:lnTo>
                  <a:lnTo>
                    <a:pt x="0" y="403525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eform 4"/>
            <p:cNvSpPr/>
            <p:nvPr/>
          </p:nvSpPr>
          <p:spPr>
            <a:xfrm>
              <a:off x="14217840" y="-4680"/>
              <a:ext cx="7155360" cy="30250440"/>
            </a:xfrm>
            <a:custGeom>
              <a:avLst/>
              <a:gdLst>
                <a:gd name="textAreaLeft" fmla="*/ 0 w 7155360"/>
                <a:gd name="textAreaRight" fmla="*/ 7182000 w 7155360"/>
                <a:gd name="textAreaTop" fmla="*/ 0 h 30250440"/>
                <a:gd name="textAreaBottom" fmla="*/ 30277080 h 30250440"/>
              </a:gdLst>
              <a:ahLst/>
              <a:cxnLst/>
              <a:rect l="textAreaLeft" t="textAreaTop" r="textAreaRight" b="textAreaBottom"/>
              <a:pathLst>
                <a:path w="9576181" h="40369617">
                  <a:moveTo>
                    <a:pt x="8509" y="0"/>
                  </a:moveTo>
                  <a:lnTo>
                    <a:pt x="9567672" y="0"/>
                  </a:lnTo>
                  <a:cubicBezTo>
                    <a:pt x="9572371" y="0"/>
                    <a:pt x="9576181" y="3810"/>
                    <a:pt x="9576181" y="8509"/>
                  </a:cubicBezTo>
                  <a:lnTo>
                    <a:pt x="9576181" y="40361108"/>
                  </a:lnTo>
                  <a:cubicBezTo>
                    <a:pt x="9576181" y="40365809"/>
                    <a:pt x="9572371" y="40369617"/>
                    <a:pt x="9567672" y="40369617"/>
                  </a:cubicBezTo>
                  <a:lnTo>
                    <a:pt x="8509" y="40369617"/>
                  </a:lnTo>
                  <a:cubicBezTo>
                    <a:pt x="3810" y="40369617"/>
                    <a:pt x="0" y="40365809"/>
                    <a:pt x="0" y="40361108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40361108"/>
                  </a:lnTo>
                  <a:lnTo>
                    <a:pt x="8509" y="40361108"/>
                  </a:lnTo>
                  <a:lnTo>
                    <a:pt x="8509" y="40352600"/>
                  </a:lnTo>
                  <a:lnTo>
                    <a:pt x="9567672" y="40352600"/>
                  </a:lnTo>
                  <a:lnTo>
                    <a:pt x="9567672" y="40361108"/>
                  </a:lnTo>
                  <a:lnTo>
                    <a:pt x="9559163" y="40361108"/>
                  </a:lnTo>
                  <a:lnTo>
                    <a:pt x="9559163" y="8509"/>
                  </a:lnTo>
                  <a:lnTo>
                    <a:pt x="9567672" y="8509"/>
                  </a:lnTo>
                  <a:lnTo>
                    <a:pt x="9567672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"/>
            <p:cNvSpPr/>
            <p:nvPr/>
          </p:nvSpPr>
          <p:spPr>
            <a:xfrm>
              <a:off x="14760000" y="900000"/>
              <a:ext cx="5741640" cy="34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43"/>
          <p:cNvGrpSpPr/>
          <p:nvPr/>
        </p:nvGrpSpPr>
        <p:grpSpPr>
          <a:xfrm>
            <a:off x="720000" y="362160"/>
            <a:ext cx="13497120" cy="28797480"/>
            <a:chOff x="720000" y="362160"/>
            <a:chExt cx="13497120" cy="28797480"/>
          </a:xfrm>
        </p:grpSpPr>
        <p:grpSp>
          <p:nvGrpSpPr>
            <p:cNvPr id="64" name="Group 44"/>
            <p:cNvGrpSpPr/>
            <p:nvPr/>
          </p:nvGrpSpPr>
          <p:grpSpPr>
            <a:xfrm>
              <a:off x="973800" y="3510000"/>
              <a:ext cx="11625120" cy="6840"/>
              <a:chOff x="973800" y="3510000"/>
              <a:chExt cx="11625120" cy="6840"/>
            </a:xfrm>
          </p:grpSpPr>
          <p:sp>
            <p:nvSpPr>
              <p:cNvPr id="65" name="Freeform 45"/>
              <p:cNvSpPr/>
              <p:nvPr/>
            </p:nvSpPr>
            <p:spPr>
              <a:xfrm>
                <a:off x="980280" y="3516480"/>
                <a:ext cx="11612520" cy="360"/>
              </a:xfrm>
              <a:custGeom>
                <a:avLst/>
                <a:gdLst>
                  <a:gd name="textAreaLeft" fmla="*/ 0 w 11612520"/>
                  <a:gd name="textAreaRight" fmla="*/ 11616480 w 11612520"/>
                  <a:gd name="textAreaTop" fmla="*/ 0 h 360"/>
                  <a:gd name="textAreaBottom" fmla="*/ 737280 h 3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" name="Freeform 46"/>
              <p:cNvSpPr/>
              <p:nvPr/>
            </p:nvSpPr>
            <p:spPr>
              <a:xfrm>
                <a:off x="973800" y="3510000"/>
                <a:ext cx="11625120" cy="2520"/>
              </a:xfrm>
              <a:custGeom>
                <a:avLst/>
                <a:gdLst>
                  <a:gd name="textAreaLeft" fmla="*/ 0 w 11625120"/>
                  <a:gd name="textAreaRight" fmla="*/ 11651760 w 11625120"/>
                  <a:gd name="textAreaTop" fmla="*/ 0 h 2520"/>
                  <a:gd name="textAreaBottom" fmla="*/ 29160 h 2520"/>
                </a:gdLst>
                <a:ahLst/>
                <a:cxnLst/>
                <a:rect l="textAreaLeft" t="textAreaTop" r="textAreaRight" b="textAreaBottom"/>
                <a:pathLst>
                  <a:path w="15535911" h="39116">
                    <a:moveTo>
                      <a:pt x="15527401" y="38989"/>
                    </a:moveTo>
                    <a:lnTo>
                      <a:pt x="8509" y="38989"/>
                    </a:lnTo>
                    <a:cubicBezTo>
                      <a:pt x="3810" y="38989"/>
                      <a:pt x="0" y="35179"/>
                      <a:pt x="0" y="30607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15527401" y="0"/>
                    </a:lnTo>
                    <a:cubicBezTo>
                      <a:pt x="15532100" y="0"/>
                      <a:pt x="15535911" y="3810"/>
                      <a:pt x="15535911" y="8509"/>
                    </a:cubicBezTo>
                    <a:lnTo>
                      <a:pt x="15535911" y="30607"/>
                    </a:lnTo>
                    <a:cubicBezTo>
                      <a:pt x="15535911" y="35306"/>
                      <a:pt x="15532100" y="39116"/>
                      <a:pt x="15527401" y="39116"/>
                    </a:cubicBezTo>
                    <a:moveTo>
                      <a:pt x="15527401" y="22225"/>
                    </a:moveTo>
                    <a:lnTo>
                      <a:pt x="15527401" y="30734"/>
                    </a:lnTo>
                    <a:lnTo>
                      <a:pt x="15518892" y="30734"/>
                    </a:lnTo>
                    <a:lnTo>
                      <a:pt x="15518892" y="8509"/>
                    </a:lnTo>
                    <a:lnTo>
                      <a:pt x="15527401" y="8509"/>
                    </a:lnTo>
                    <a:lnTo>
                      <a:pt x="15527401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30607"/>
                    </a:lnTo>
                    <a:lnTo>
                      <a:pt x="8509" y="30607"/>
                    </a:lnTo>
                    <a:lnTo>
                      <a:pt x="8509" y="22098"/>
                    </a:lnTo>
                    <a:lnTo>
                      <a:pt x="15527401" y="22098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5840" bIns="-158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7" name="TextBox 47"/>
            <p:cNvSpPr/>
            <p:nvPr/>
          </p:nvSpPr>
          <p:spPr>
            <a:xfrm>
              <a:off x="1150200" y="3018600"/>
              <a:ext cx="12362040" cy="497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49"/>
            <p:cNvSpPr/>
            <p:nvPr/>
          </p:nvSpPr>
          <p:spPr>
            <a:xfrm>
              <a:off x="986760" y="3483360"/>
              <a:ext cx="11612160" cy="461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4039"/>
                </a:lnSpc>
              </a:pPr>
              <a:r>
                <a:rPr lang="en-US" sz="2350" b="0" u="none" spc="45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{{about}}</a:t>
              </a:r>
              <a:endParaRPr lang="es-AR" sz="2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50"/>
            <p:cNvSpPr/>
            <p:nvPr/>
          </p:nvSpPr>
          <p:spPr>
            <a:xfrm>
              <a:off x="756000" y="6482520"/>
              <a:ext cx="9326160" cy="6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751"/>
                </a:lnSpc>
              </a:pPr>
              <a:r>
                <a:rPr lang="en-US" sz="3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EXPERIENCIA LABORAL</a:t>
              </a:r>
              <a:endParaRPr lang="es-AR" sz="3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0" name="Group 51"/>
            <p:cNvGrpSpPr/>
            <p:nvPr/>
          </p:nvGrpSpPr>
          <p:grpSpPr>
            <a:xfrm>
              <a:off x="756000" y="7202520"/>
              <a:ext cx="12272040" cy="6840"/>
              <a:chOff x="756000" y="7202520"/>
              <a:chExt cx="12272040" cy="6840"/>
            </a:xfrm>
          </p:grpSpPr>
          <p:sp>
            <p:nvSpPr>
              <p:cNvPr id="71" name="Freeform 52"/>
              <p:cNvSpPr/>
              <p:nvPr/>
            </p:nvSpPr>
            <p:spPr>
              <a:xfrm>
                <a:off x="762840" y="7209000"/>
                <a:ext cx="12258720" cy="360"/>
              </a:xfrm>
              <a:custGeom>
                <a:avLst/>
                <a:gdLst>
                  <a:gd name="textAreaLeft" fmla="*/ 0 w 12258720"/>
                  <a:gd name="textAreaRight" fmla="*/ 12262680 w 12258720"/>
                  <a:gd name="textAreaTop" fmla="*/ 0 h 360"/>
                  <a:gd name="textAreaBottom" fmla="*/ 737280 h 3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" name="Freeform 53"/>
              <p:cNvSpPr/>
              <p:nvPr/>
            </p:nvSpPr>
            <p:spPr>
              <a:xfrm>
                <a:off x="756000" y="7202520"/>
                <a:ext cx="12272040" cy="2520"/>
              </a:xfrm>
              <a:custGeom>
                <a:avLst/>
                <a:gdLst>
                  <a:gd name="textAreaLeft" fmla="*/ 0 w 12272040"/>
                  <a:gd name="textAreaRight" fmla="*/ 12299760 w 12272040"/>
                  <a:gd name="textAreaTop" fmla="*/ 0 h 2520"/>
                  <a:gd name="textAreaBottom" fmla="*/ 29160 h 2520"/>
                </a:gdLst>
                <a:ahLst/>
                <a:cxnLst/>
                <a:rect l="textAreaLeft" t="textAreaTop" r="textAreaRight" b="textAreaBottom"/>
                <a:pathLst>
                  <a:path w="15535911" h="39116">
                    <a:moveTo>
                      <a:pt x="15527401" y="38989"/>
                    </a:moveTo>
                    <a:lnTo>
                      <a:pt x="8509" y="38989"/>
                    </a:lnTo>
                    <a:cubicBezTo>
                      <a:pt x="3810" y="38989"/>
                      <a:pt x="0" y="35179"/>
                      <a:pt x="0" y="30607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15527401" y="0"/>
                    </a:lnTo>
                    <a:cubicBezTo>
                      <a:pt x="15532100" y="0"/>
                      <a:pt x="15535911" y="3810"/>
                      <a:pt x="15535911" y="8509"/>
                    </a:cubicBezTo>
                    <a:lnTo>
                      <a:pt x="15535911" y="30607"/>
                    </a:lnTo>
                    <a:cubicBezTo>
                      <a:pt x="15535911" y="35306"/>
                      <a:pt x="15532100" y="39116"/>
                      <a:pt x="15527401" y="39116"/>
                    </a:cubicBezTo>
                    <a:moveTo>
                      <a:pt x="15527401" y="22225"/>
                    </a:moveTo>
                    <a:lnTo>
                      <a:pt x="15527401" y="30734"/>
                    </a:lnTo>
                    <a:lnTo>
                      <a:pt x="15518892" y="30734"/>
                    </a:lnTo>
                    <a:lnTo>
                      <a:pt x="15518892" y="8509"/>
                    </a:lnTo>
                    <a:lnTo>
                      <a:pt x="15527401" y="8509"/>
                    </a:lnTo>
                    <a:lnTo>
                      <a:pt x="15527401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30607"/>
                    </a:lnTo>
                    <a:lnTo>
                      <a:pt x="8509" y="30607"/>
                    </a:lnTo>
                    <a:lnTo>
                      <a:pt x="8509" y="22098"/>
                    </a:lnTo>
                    <a:lnTo>
                      <a:pt x="15527401" y="22098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5840" bIns="-158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73" name="Group 54"/>
            <p:cNvGrpSpPr/>
            <p:nvPr/>
          </p:nvGrpSpPr>
          <p:grpSpPr>
            <a:xfrm>
              <a:off x="834120" y="7385760"/>
              <a:ext cx="33480" cy="21773880"/>
              <a:chOff x="834120" y="7385760"/>
              <a:chExt cx="33480" cy="21773880"/>
            </a:xfrm>
          </p:grpSpPr>
          <p:sp>
            <p:nvSpPr>
              <p:cNvPr id="74" name="Freeform 55"/>
              <p:cNvSpPr/>
              <p:nvPr/>
            </p:nvSpPr>
            <p:spPr>
              <a:xfrm>
                <a:off x="840960" y="7392960"/>
                <a:ext cx="360" cy="17799120"/>
              </a:xfrm>
              <a:custGeom>
                <a:avLst/>
                <a:gdLst>
                  <a:gd name="textAreaLeft" fmla="*/ 0 w 360"/>
                  <a:gd name="textAreaRight" fmla="*/ 737280 w 360"/>
                  <a:gd name="textAreaTop" fmla="*/ 0 h 17799120"/>
                  <a:gd name="textAreaBottom" fmla="*/ 17803080 h 17799120"/>
                </a:gdLst>
                <a:ahLst/>
                <a:cxnLst/>
                <a:rect l="textAreaLeft" t="textAreaTop" r="textAreaRight" b="textAreaBottom"/>
                <a:pathLst>
                  <a:path w="22098" h="21874606">
                    <a:moveTo>
                      <a:pt x="22098" y="0"/>
                    </a:moveTo>
                    <a:lnTo>
                      <a:pt x="22098" y="21874606"/>
                    </a:lnTo>
                    <a:lnTo>
                      <a:pt x="0" y="218746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" name="Freeform 56"/>
              <p:cNvSpPr/>
              <p:nvPr/>
            </p:nvSpPr>
            <p:spPr>
              <a:xfrm>
                <a:off x="834120" y="7385760"/>
                <a:ext cx="33480" cy="21773880"/>
              </a:xfrm>
              <a:custGeom>
                <a:avLst/>
                <a:gdLst>
                  <a:gd name="textAreaLeft" fmla="*/ 0 w 33480"/>
                  <a:gd name="textAreaRight" fmla="*/ 161280 w 33480"/>
                  <a:gd name="textAreaTop" fmla="*/ 0 h 21773880"/>
                  <a:gd name="textAreaBottom" fmla="*/ 21806640 h 21773880"/>
                </a:gdLst>
                <a:ahLst/>
                <a:cxnLst/>
                <a:rect l="textAreaLeft" t="textAreaTop" r="textAreaRight" b="textAreaBottom"/>
                <a:pathLst>
                  <a:path w="39116" h="21891625">
                    <a:moveTo>
                      <a:pt x="38989" y="8509"/>
                    </a:moveTo>
                    <a:lnTo>
                      <a:pt x="38989" y="21883115"/>
                    </a:lnTo>
                    <a:cubicBezTo>
                      <a:pt x="38989" y="21887814"/>
                      <a:pt x="35179" y="21891625"/>
                      <a:pt x="30480" y="21891625"/>
                    </a:cubicBezTo>
                    <a:lnTo>
                      <a:pt x="8509" y="21891625"/>
                    </a:lnTo>
                    <a:cubicBezTo>
                      <a:pt x="3810" y="21891625"/>
                      <a:pt x="0" y="21887814"/>
                      <a:pt x="0" y="21883115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30607" y="0"/>
                    </a:lnTo>
                    <a:cubicBezTo>
                      <a:pt x="35306" y="0"/>
                      <a:pt x="39116" y="3810"/>
                      <a:pt x="39116" y="8509"/>
                    </a:cubicBezTo>
                    <a:moveTo>
                      <a:pt x="22098" y="8509"/>
                    </a:moveTo>
                    <a:lnTo>
                      <a:pt x="30607" y="8509"/>
                    </a:lnTo>
                    <a:lnTo>
                      <a:pt x="30607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21883115"/>
                    </a:lnTo>
                    <a:lnTo>
                      <a:pt x="8509" y="21883115"/>
                    </a:lnTo>
                    <a:lnTo>
                      <a:pt x="8509" y="21874606"/>
                    </a:lnTo>
                    <a:lnTo>
                      <a:pt x="30607" y="21874606"/>
                    </a:lnTo>
                    <a:lnTo>
                      <a:pt x="30607" y="21883115"/>
                    </a:lnTo>
                    <a:lnTo>
                      <a:pt x="22098" y="21883115"/>
                    </a:lnTo>
                    <a:lnTo>
                      <a:pt x="22098" y="8509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6" name="TextBox 64"/>
            <p:cNvSpPr/>
            <p:nvPr/>
          </p:nvSpPr>
          <p:spPr>
            <a:xfrm>
              <a:off x="10420920" y="8541360"/>
              <a:ext cx="3796200" cy="28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TextBox 68"/>
            <p:cNvSpPr/>
            <p:nvPr/>
          </p:nvSpPr>
          <p:spPr>
            <a:xfrm>
              <a:off x="10307160" y="16415640"/>
              <a:ext cx="3907800" cy="28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TextBox 69"/>
            <p:cNvSpPr/>
            <p:nvPr/>
          </p:nvSpPr>
          <p:spPr>
            <a:xfrm>
              <a:off x="1508760" y="11863440"/>
              <a:ext cx="11432160" cy="1658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TextBox 70"/>
            <p:cNvSpPr/>
            <p:nvPr/>
          </p:nvSpPr>
          <p:spPr>
            <a:xfrm>
              <a:off x="1505880" y="11998080"/>
              <a:ext cx="11527560" cy="284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TextBox 61"/>
            <p:cNvSpPr/>
            <p:nvPr/>
          </p:nvSpPr>
          <p:spPr>
            <a:xfrm>
              <a:off x="720000" y="7246080"/>
              <a:ext cx="13294080" cy="5827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marL="216000" indent="-216000" defTabSz="914400">
                <a:lnSpc>
                  <a:spcPts val="3144"/>
                </a:lnSpc>
                <a:buSzPct val="202718"/>
                <a:buBlip>
                  <a:blip r:embed="rId1"/>
                </a:buBlip>
              </a:pPr>
              <a:r>
                <a:rPr lang="en-US" sz="1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[[EXPERIENCE_BLOCK]]</a:t>
              </a: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2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{{exp_1_role}}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2835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567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3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{{exp_2_role}}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20000" defTabSz="914400">
                <a:lnSpc>
                  <a:spcPts val="85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4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{{exp_3_role}}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20000" defTabSz="914400">
                <a:lnSpc>
                  <a:spcPts val="85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5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{{exp_4_role}}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20000" defTabSz="914400">
                <a:lnSpc>
                  <a:spcPts val="85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6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{{exp_5_role}}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{{exp_5_company}}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{{exp_5_dates}}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{{exp_5_bullets_block}}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14960" indent="-214920" defTabSz="914400">
                <a:lnSpc>
                  <a:spcPct val="150000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1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TextBox 48"/>
            <p:cNvSpPr/>
            <p:nvPr/>
          </p:nvSpPr>
          <p:spPr>
            <a:xfrm>
              <a:off x="1102680" y="362160"/>
              <a:ext cx="12396240" cy="190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9901"/>
                </a:lnSpc>
              </a:pPr>
              <a:r>
                <a:rPr lang="en-US" sz="6600" b="1" u="none" spc="547" strike="noStrike">
                  <a:solidFill>
                    <a:srgbClr val="c0504d"/>
                  </a:solidFill>
                  <a:effectLst/>
                  <a:uFillTx/>
                  <a:latin typeface="Poppins"/>
                  <a:ea typeface="Montserrat Bold"/>
                </a:rPr>
                <a:t>{{name}}</a:t>
              </a:r>
              <a:endParaRPr lang="es-AR" sz="6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102"/>
                </a:lnSpc>
              </a:pPr>
              <a:r>
                <a:rPr lang="en-US" sz="3600" b="0" u="none" spc="221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{{title}}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TextBox 1"/>
          <p:cNvSpPr/>
          <p:nvPr/>
        </p:nvSpPr>
        <p:spPr>
          <a:xfrm>
            <a:off x="15120000" y="540000"/>
            <a:ext cx="5381640" cy="55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15310440" y="900000"/>
            <a:ext cx="5202000" cy="520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4580000" y="6480000"/>
            <a:ext cx="6326280" cy="454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15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118"/>
              </a:lnSpc>
            </a:pPr>
            <a:r>
              <a:rPr lang="es-AR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DAG9BWUorPU</dc:identifier>
  <dc:language>es-AR</dc:language>
  <cp:lastModifiedBy/>
  <dcterms:modified xsi:type="dcterms:W3CDTF">2026-03-05T00:57:09Z</dcterms:modified>
  <cp:revision>92</cp:revision>
  <dc:subject/>
  <dc:title>Template_2_moderno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