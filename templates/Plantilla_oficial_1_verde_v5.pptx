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Lato"/>
      <p:regular r:id="rId4"/>
      <p:bold r:id="rId4"/>
    </p:embeddedFont>
    <p:embeddedFont>
      <p:font typeface="Poppins"/>
      <p:regular r:id="rId5"/>
      <p:bold r:id="rId5"/>
    </p:embeddedFont>
    <p:embeddedFont>
      <p:font typeface="Montserrat Bold"/>
    </p:embeddedFont>
    <p:embeddedFont>
      <p:font typeface="Montserrat"/>
      <p:regular r:id="rId6"/>
      <p:bold r:id="rId6"/>
    </p:embeddedFont>
    <p:embeddedFont>
      <p:font typeface="Microsoft YaHei"/>
      <p:regular r:id="rId7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Lato_Regular.fntdata"/><Relationship Id="rId5" Type="http://schemas.openxmlformats.org/officeDocument/2006/relationships/font" Target="fonts/Font_2_Poppins_Regular.fntdata"/><Relationship Id="rId6" Type="http://schemas.openxmlformats.org/officeDocument/2006/relationships/font" Target="fonts/Font_3_Montserrat_Regular.fntdata"/><Relationship Id="rId7" Type="http://schemas.openxmlformats.org/officeDocument/2006/relationships/font" Target="fonts/Font_4_Microsoft_YaHei_Regular.fntdata"/><Relationship Id="rId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60840" cy="54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60840" cy="4089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60840" cy="779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08160" cy="339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69920" cy="339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08160" cy="339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1D60BC6-4815-44E9-8ACC-7FF0DC64DB9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46840" cy="144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08160" cy="339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69920" cy="339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08160" cy="339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C100088-9AD4-45AC-BB8A-BF34DDA12B4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04040" cy="1117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04040" cy="450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08160" cy="339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69920" cy="339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08160" cy="339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B0EBB12-0C71-4EE1-9284-8F9BB19656D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31840" cy="5825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5994360" cy="5825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08160" cy="339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69920" cy="339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08160" cy="339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FE2234C-1760-4DEE-98B7-776E597DB20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04040" cy="1117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04040" cy="450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08160" cy="339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69920" cy="339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08160" cy="339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CE4D52E-A1F7-44FA-9709-2E52B75921F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46840" cy="1336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46840" cy="1474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08160" cy="339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69920" cy="339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08160" cy="339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878E151-2C66-4350-97FC-59A3A8724FC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04040" cy="1117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12920" cy="450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12920" cy="450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08160" cy="339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69920" cy="339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08160" cy="339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0612DCF-6DC8-4880-8694-959EADEE013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04040" cy="1117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14720" cy="614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14720" cy="3925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16160" cy="614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16160" cy="3925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6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08160" cy="339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7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69920" cy="339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8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08160" cy="339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82BE34B-B9EF-453C-A05C-B409D8CA083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04040" cy="1117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08160" cy="339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69920" cy="339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4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08160" cy="339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6E9D095-C13D-41A2-8497-929657091FE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08160" cy="339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69920" cy="339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08160" cy="339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16FAFDE-9E86-4E8B-99B5-12177C3C083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2982600" cy="1136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086080" cy="5827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2982600" cy="4665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08160" cy="339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69920" cy="339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08160" cy="339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E815F0B-4337-498C-A996-93E20D88111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.png"/><Relationship Id="rId3" Type="http://schemas.openxmlformats.org/officeDocument/2006/relationships/image" Target="../media/image1.png"/><Relationship Id="rId4" Type="http://schemas.openxmlformats.org/officeDocument/2006/relationships/image" Target="../media/image1.png"/><Relationship Id="rId5" Type="http://schemas.openxmlformats.org/officeDocument/2006/relationships/image" Target="../media/image1.png"/><Relationship Id="rId6" Type="http://schemas.openxmlformats.org/officeDocument/2006/relationships/slideLayout" Target="../slideLayouts/slideLayout10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Group 2"/>
          <p:cNvGrpSpPr/>
          <p:nvPr/>
        </p:nvGrpSpPr>
        <p:grpSpPr>
          <a:xfrm>
            <a:off x="14217840" y="-4680"/>
            <a:ext cx="7156440" cy="30251520"/>
            <a:chOff x="14217840" y="-4680"/>
            <a:chExt cx="7156440" cy="30251520"/>
          </a:xfrm>
        </p:grpSpPr>
        <p:sp>
          <p:nvSpPr>
            <p:cNvPr id="60" name="Freeform 3"/>
            <p:cNvSpPr/>
            <p:nvPr/>
          </p:nvSpPr>
          <p:spPr>
            <a:xfrm>
              <a:off x="14223960" y="1440"/>
              <a:ext cx="7143840" cy="30238920"/>
            </a:xfrm>
            <a:custGeom>
              <a:avLst/>
              <a:gdLst>
                <a:gd name="textAreaLeft" fmla="*/ 0 w 7143840"/>
                <a:gd name="textAreaRight" fmla="*/ 7169400 w 7143840"/>
                <a:gd name="textAreaTop" fmla="*/ 0 h 30238920"/>
                <a:gd name="textAreaBottom" fmla="*/ 30264480 h 30238920"/>
              </a:gdLst>
              <a:ahLst/>
              <a:cxnLst/>
              <a:rect l="textAreaLeft" t="textAreaTop" r="textAreaRight" b="textAreaBottom"/>
              <a:pathLst>
                <a:path w="9559163" h="40352599">
                  <a:moveTo>
                    <a:pt x="0" y="0"/>
                  </a:moveTo>
                  <a:lnTo>
                    <a:pt x="9559163" y="0"/>
                  </a:lnTo>
                  <a:lnTo>
                    <a:pt x="9559163" y="40352599"/>
                  </a:lnTo>
                  <a:lnTo>
                    <a:pt x="0" y="403525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0504d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1" name="Freeform 4"/>
            <p:cNvSpPr/>
            <p:nvPr/>
          </p:nvSpPr>
          <p:spPr>
            <a:xfrm>
              <a:off x="14217840" y="-4680"/>
              <a:ext cx="7156440" cy="30251520"/>
            </a:xfrm>
            <a:custGeom>
              <a:avLst/>
              <a:gdLst>
                <a:gd name="textAreaLeft" fmla="*/ 0 w 7156440"/>
                <a:gd name="textAreaRight" fmla="*/ 7182000 w 7156440"/>
                <a:gd name="textAreaTop" fmla="*/ 0 h 30251520"/>
                <a:gd name="textAreaBottom" fmla="*/ 30277080 h 30251520"/>
              </a:gdLst>
              <a:ahLst/>
              <a:cxnLst/>
              <a:rect l="textAreaLeft" t="textAreaTop" r="textAreaRight" b="textAreaBottom"/>
              <a:pathLst>
                <a:path w="9576181" h="40369617">
                  <a:moveTo>
                    <a:pt x="8509" y="0"/>
                  </a:moveTo>
                  <a:lnTo>
                    <a:pt x="9567672" y="0"/>
                  </a:lnTo>
                  <a:cubicBezTo>
                    <a:pt x="9572371" y="0"/>
                    <a:pt x="9576181" y="3810"/>
                    <a:pt x="9576181" y="8509"/>
                  </a:cubicBezTo>
                  <a:lnTo>
                    <a:pt x="9576181" y="40361108"/>
                  </a:lnTo>
                  <a:cubicBezTo>
                    <a:pt x="9576181" y="40365809"/>
                    <a:pt x="9572371" y="40369617"/>
                    <a:pt x="9567672" y="40369617"/>
                  </a:cubicBezTo>
                  <a:lnTo>
                    <a:pt x="8509" y="40369617"/>
                  </a:lnTo>
                  <a:cubicBezTo>
                    <a:pt x="3810" y="40369617"/>
                    <a:pt x="0" y="40365809"/>
                    <a:pt x="0" y="40361108"/>
                  </a:cubicBezTo>
                  <a:lnTo>
                    <a:pt x="0" y="8509"/>
                  </a:lnTo>
                  <a:cubicBezTo>
                    <a:pt x="0" y="3810"/>
                    <a:pt x="3810" y="0"/>
                    <a:pt x="8509" y="0"/>
                  </a:cubicBezTo>
                  <a:moveTo>
                    <a:pt x="8509" y="16891"/>
                  </a:moveTo>
                  <a:lnTo>
                    <a:pt x="8509" y="8509"/>
                  </a:lnTo>
                  <a:lnTo>
                    <a:pt x="17018" y="8509"/>
                  </a:lnTo>
                  <a:lnTo>
                    <a:pt x="17018" y="40361108"/>
                  </a:lnTo>
                  <a:lnTo>
                    <a:pt x="8509" y="40361108"/>
                  </a:lnTo>
                  <a:lnTo>
                    <a:pt x="8509" y="40352600"/>
                  </a:lnTo>
                  <a:lnTo>
                    <a:pt x="9567672" y="40352600"/>
                  </a:lnTo>
                  <a:lnTo>
                    <a:pt x="9567672" y="40361108"/>
                  </a:lnTo>
                  <a:lnTo>
                    <a:pt x="9559163" y="40361108"/>
                  </a:lnTo>
                  <a:lnTo>
                    <a:pt x="9559163" y="8509"/>
                  </a:lnTo>
                  <a:lnTo>
                    <a:pt x="9567672" y="8509"/>
                  </a:lnTo>
                  <a:lnTo>
                    <a:pt x="9567672" y="17018"/>
                  </a:lnTo>
                  <a:lnTo>
                    <a:pt x="8509" y="17018"/>
                  </a:lnTo>
                  <a:close/>
                </a:path>
              </a:pathLst>
            </a:custGeom>
            <a:solidFill>
              <a:srgbClr val="c0504d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2" name=""/>
            <p:cNvSpPr/>
            <p:nvPr/>
          </p:nvSpPr>
          <p:spPr>
            <a:xfrm>
              <a:off x="14760000" y="900000"/>
              <a:ext cx="5742720" cy="3477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3" name="Group 43"/>
          <p:cNvGrpSpPr/>
          <p:nvPr/>
        </p:nvGrpSpPr>
        <p:grpSpPr>
          <a:xfrm>
            <a:off x="973800" y="362160"/>
            <a:ext cx="13242240" cy="29336040"/>
            <a:chOff x="973800" y="362160"/>
            <a:chExt cx="13242240" cy="29336040"/>
          </a:xfrm>
        </p:grpSpPr>
        <p:grpSp>
          <p:nvGrpSpPr>
            <p:cNvPr id="64" name="Group 44"/>
            <p:cNvGrpSpPr/>
            <p:nvPr/>
          </p:nvGrpSpPr>
          <p:grpSpPr>
            <a:xfrm>
              <a:off x="973800" y="3510000"/>
              <a:ext cx="11626200" cy="6840"/>
              <a:chOff x="973800" y="3510000"/>
              <a:chExt cx="11626200" cy="6840"/>
            </a:xfrm>
          </p:grpSpPr>
          <p:sp>
            <p:nvSpPr>
              <p:cNvPr id="65" name="Freeform 45"/>
              <p:cNvSpPr/>
              <p:nvPr/>
            </p:nvSpPr>
            <p:spPr>
              <a:xfrm>
                <a:off x="980280" y="3516480"/>
                <a:ext cx="11613600" cy="360"/>
              </a:xfrm>
              <a:custGeom>
                <a:avLst/>
                <a:gdLst>
                  <a:gd name="textAreaLeft" fmla="*/ 0 w 11613600"/>
                  <a:gd name="textAreaRight" fmla="*/ 11616480 w 11613600"/>
                  <a:gd name="textAreaTop" fmla="*/ 0 h 360"/>
                  <a:gd name="textAreaBottom" fmla="*/ 92160 h 360"/>
                </a:gdLst>
                <a:ahLst/>
                <a:cxnLst/>
                <a:rect l="textAreaLeft" t="textAreaTop" r="textAreaRight" b="textAreaBottom"/>
                <a:pathLst>
                  <a:path w="15518892" h="22098">
                    <a:moveTo>
                      <a:pt x="15518892" y="22098"/>
                    </a:moveTo>
                    <a:lnTo>
                      <a:pt x="0" y="22098"/>
                    </a:lnTo>
                    <a:lnTo>
                      <a:pt x="0" y="0"/>
                    </a:lnTo>
                    <a:lnTo>
                      <a:pt x="15518892" y="0"/>
                    </a:lnTo>
                    <a:close/>
                  </a:path>
                </a:pathLst>
              </a:custGeom>
              <a:solidFill>
                <a:srgbClr val="000000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-28440" bIns="-28440" anchor="t">
                <a:noAutofit/>
              </a:bodyPr>
              <a:p>
                <a:pPr>
                  <a:lnSpc>
                    <a:spcPct val="100000"/>
                  </a:lnSpc>
                </a:pPr>
                <a:endParaRPr lang="es-AR" sz="1800" b="0" u="none" strike="noStrik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6" name="Freeform 46"/>
              <p:cNvSpPr/>
              <p:nvPr/>
            </p:nvSpPr>
            <p:spPr>
              <a:xfrm>
                <a:off x="973800" y="3510000"/>
                <a:ext cx="11626200" cy="3600"/>
              </a:xfrm>
              <a:custGeom>
                <a:avLst/>
                <a:gdLst>
                  <a:gd name="textAreaLeft" fmla="*/ 0 w 11626200"/>
                  <a:gd name="textAreaRight" fmla="*/ 11651760 w 11626200"/>
                  <a:gd name="textAreaTop" fmla="*/ 0 h 3600"/>
                  <a:gd name="textAreaBottom" fmla="*/ 29160 h 3600"/>
                </a:gdLst>
                <a:ahLst/>
                <a:cxnLst/>
                <a:rect l="textAreaLeft" t="textAreaTop" r="textAreaRight" b="textAreaBottom"/>
                <a:pathLst>
                  <a:path w="15535911" h="39116">
                    <a:moveTo>
                      <a:pt x="15527401" y="38989"/>
                    </a:moveTo>
                    <a:lnTo>
                      <a:pt x="8509" y="38989"/>
                    </a:lnTo>
                    <a:cubicBezTo>
                      <a:pt x="3810" y="38989"/>
                      <a:pt x="0" y="35179"/>
                      <a:pt x="0" y="30607"/>
                    </a:cubicBezTo>
                    <a:lnTo>
                      <a:pt x="0" y="8509"/>
                    </a:lnTo>
                    <a:cubicBezTo>
                      <a:pt x="0" y="3810"/>
                      <a:pt x="3810" y="0"/>
                      <a:pt x="8509" y="0"/>
                    </a:cubicBezTo>
                    <a:lnTo>
                      <a:pt x="15527401" y="0"/>
                    </a:lnTo>
                    <a:cubicBezTo>
                      <a:pt x="15532100" y="0"/>
                      <a:pt x="15535911" y="3810"/>
                      <a:pt x="15535911" y="8509"/>
                    </a:cubicBezTo>
                    <a:lnTo>
                      <a:pt x="15535911" y="30607"/>
                    </a:lnTo>
                    <a:cubicBezTo>
                      <a:pt x="15535911" y="35306"/>
                      <a:pt x="15532100" y="39116"/>
                      <a:pt x="15527401" y="39116"/>
                    </a:cubicBezTo>
                    <a:moveTo>
                      <a:pt x="15527401" y="22225"/>
                    </a:moveTo>
                    <a:lnTo>
                      <a:pt x="15527401" y="30734"/>
                    </a:lnTo>
                    <a:lnTo>
                      <a:pt x="15518892" y="30734"/>
                    </a:lnTo>
                    <a:lnTo>
                      <a:pt x="15518892" y="8509"/>
                    </a:lnTo>
                    <a:lnTo>
                      <a:pt x="15527401" y="8509"/>
                    </a:lnTo>
                    <a:lnTo>
                      <a:pt x="15527401" y="17018"/>
                    </a:lnTo>
                    <a:lnTo>
                      <a:pt x="8509" y="17018"/>
                    </a:lnTo>
                    <a:lnTo>
                      <a:pt x="8509" y="8509"/>
                    </a:lnTo>
                    <a:lnTo>
                      <a:pt x="17018" y="8509"/>
                    </a:lnTo>
                    <a:lnTo>
                      <a:pt x="17018" y="30607"/>
                    </a:lnTo>
                    <a:lnTo>
                      <a:pt x="8509" y="30607"/>
                    </a:lnTo>
                    <a:lnTo>
                      <a:pt x="8509" y="22098"/>
                    </a:lnTo>
                    <a:lnTo>
                      <a:pt x="15527401" y="22098"/>
                    </a:lnTo>
                    <a:close/>
                  </a:path>
                </a:pathLst>
              </a:custGeom>
              <a:solidFill>
                <a:srgbClr val="000000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-15840" bIns="-15840" anchor="t">
                <a:noAutofit/>
              </a:bodyPr>
              <a:p>
                <a:pPr>
                  <a:lnSpc>
                    <a:spcPct val="100000"/>
                  </a:lnSpc>
                </a:pPr>
                <a:endParaRPr lang="es-AR" sz="1800" b="0" u="none" strike="noStrik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67" name="TextBox 47"/>
            <p:cNvSpPr/>
            <p:nvPr/>
          </p:nvSpPr>
          <p:spPr>
            <a:xfrm>
              <a:off x="1150200" y="3018600"/>
              <a:ext cx="12363120" cy="49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960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8" name="TextBox 49"/>
            <p:cNvSpPr/>
            <p:nvPr/>
          </p:nvSpPr>
          <p:spPr>
            <a:xfrm>
              <a:off x="986760" y="3483360"/>
              <a:ext cx="11613240" cy="46137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algn="just" defTabSz="914400">
                <a:lnSpc>
                  <a:spcPts val="4039"/>
                </a:lnSpc>
              </a:pPr>
              <a:r>
                <a:rPr lang="en-US" sz="2350" b="0" u="none" spc="45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{{about}}</a:t>
              </a:r>
              <a:endParaRPr lang="es-AR" sz="23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4039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4039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4039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4039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4039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4039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4039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4039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9" name="TextBox 50"/>
            <p:cNvSpPr/>
            <p:nvPr/>
          </p:nvSpPr>
          <p:spPr>
            <a:xfrm>
              <a:off x="1151640" y="7020000"/>
              <a:ext cx="8835480" cy="603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4751"/>
                </a:lnSpc>
              </a:pPr>
              <a:r>
                <a:rPr lang="en-US" sz="3400" b="1" u="none" strike="noStrike">
                  <a:solidFill>
                    <a:srgbClr val="333333"/>
                  </a:solidFill>
                  <a:effectLst/>
                  <a:uFillTx/>
                  <a:latin typeface="Poppins"/>
                  <a:ea typeface="Montserrat Bold"/>
                </a:rPr>
                <a:t>EXPERIENCIA LABORAL</a:t>
              </a:r>
              <a:endParaRPr lang="es-AR" sz="3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70" name="Group 51"/>
            <p:cNvGrpSpPr/>
            <p:nvPr/>
          </p:nvGrpSpPr>
          <p:grpSpPr>
            <a:xfrm>
              <a:off x="1151640" y="7740000"/>
              <a:ext cx="11626200" cy="6840"/>
              <a:chOff x="1151640" y="7740000"/>
              <a:chExt cx="11626200" cy="6840"/>
            </a:xfrm>
          </p:grpSpPr>
          <p:sp>
            <p:nvSpPr>
              <p:cNvPr id="71" name="Freeform 52"/>
              <p:cNvSpPr/>
              <p:nvPr/>
            </p:nvSpPr>
            <p:spPr>
              <a:xfrm>
                <a:off x="1158120" y="7746480"/>
                <a:ext cx="11613600" cy="360"/>
              </a:xfrm>
              <a:custGeom>
                <a:avLst/>
                <a:gdLst>
                  <a:gd name="textAreaLeft" fmla="*/ 0 w 11613600"/>
                  <a:gd name="textAreaRight" fmla="*/ 11616480 w 11613600"/>
                  <a:gd name="textAreaTop" fmla="*/ 0 h 360"/>
                  <a:gd name="textAreaBottom" fmla="*/ 92160 h 360"/>
                </a:gdLst>
                <a:ahLst/>
                <a:cxnLst/>
                <a:rect l="textAreaLeft" t="textAreaTop" r="textAreaRight" b="textAreaBottom"/>
                <a:pathLst>
                  <a:path w="15518892" h="22098">
                    <a:moveTo>
                      <a:pt x="15518892" y="22098"/>
                    </a:moveTo>
                    <a:lnTo>
                      <a:pt x="0" y="22098"/>
                    </a:lnTo>
                    <a:lnTo>
                      <a:pt x="0" y="0"/>
                    </a:lnTo>
                    <a:lnTo>
                      <a:pt x="15518892" y="0"/>
                    </a:lnTo>
                    <a:close/>
                  </a:path>
                </a:pathLst>
              </a:custGeom>
              <a:solidFill>
                <a:srgbClr val="000000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-28440" bIns="-28440" anchor="t">
                <a:noAutofit/>
              </a:bodyPr>
              <a:p>
                <a:pPr>
                  <a:lnSpc>
                    <a:spcPct val="100000"/>
                  </a:lnSpc>
                </a:pPr>
                <a:endParaRPr lang="es-AR" sz="1800" b="0" u="none" strike="noStrik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2" name="Freeform 53"/>
              <p:cNvSpPr/>
              <p:nvPr/>
            </p:nvSpPr>
            <p:spPr>
              <a:xfrm>
                <a:off x="1151640" y="7740000"/>
                <a:ext cx="11626200" cy="3600"/>
              </a:xfrm>
              <a:custGeom>
                <a:avLst/>
                <a:gdLst>
                  <a:gd name="textAreaLeft" fmla="*/ 0 w 11626200"/>
                  <a:gd name="textAreaRight" fmla="*/ 11651760 w 11626200"/>
                  <a:gd name="textAreaTop" fmla="*/ 0 h 3600"/>
                  <a:gd name="textAreaBottom" fmla="*/ 29160 h 3600"/>
                </a:gdLst>
                <a:ahLst/>
                <a:cxnLst/>
                <a:rect l="textAreaLeft" t="textAreaTop" r="textAreaRight" b="textAreaBottom"/>
                <a:pathLst>
                  <a:path w="15535911" h="39116">
                    <a:moveTo>
                      <a:pt x="15527401" y="38989"/>
                    </a:moveTo>
                    <a:lnTo>
                      <a:pt x="8509" y="38989"/>
                    </a:lnTo>
                    <a:cubicBezTo>
                      <a:pt x="3810" y="38989"/>
                      <a:pt x="0" y="35179"/>
                      <a:pt x="0" y="30607"/>
                    </a:cubicBezTo>
                    <a:lnTo>
                      <a:pt x="0" y="8509"/>
                    </a:lnTo>
                    <a:cubicBezTo>
                      <a:pt x="0" y="3810"/>
                      <a:pt x="3810" y="0"/>
                      <a:pt x="8509" y="0"/>
                    </a:cubicBezTo>
                    <a:lnTo>
                      <a:pt x="15527401" y="0"/>
                    </a:lnTo>
                    <a:cubicBezTo>
                      <a:pt x="15532100" y="0"/>
                      <a:pt x="15535911" y="3810"/>
                      <a:pt x="15535911" y="8509"/>
                    </a:cubicBezTo>
                    <a:lnTo>
                      <a:pt x="15535911" y="30607"/>
                    </a:lnTo>
                    <a:cubicBezTo>
                      <a:pt x="15535911" y="35306"/>
                      <a:pt x="15532100" y="39116"/>
                      <a:pt x="15527401" y="39116"/>
                    </a:cubicBezTo>
                    <a:moveTo>
                      <a:pt x="15527401" y="22225"/>
                    </a:moveTo>
                    <a:lnTo>
                      <a:pt x="15527401" y="30734"/>
                    </a:lnTo>
                    <a:lnTo>
                      <a:pt x="15518892" y="30734"/>
                    </a:lnTo>
                    <a:lnTo>
                      <a:pt x="15518892" y="8509"/>
                    </a:lnTo>
                    <a:lnTo>
                      <a:pt x="15527401" y="8509"/>
                    </a:lnTo>
                    <a:lnTo>
                      <a:pt x="15527401" y="17018"/>
                    </a:lnTo>
                    <a:lnTo>
                      <a:pt x="8509" y="17018"/>
                    </a:lnTo>
                    <a:lnTo>
                      <a:pt x="8509" y="8509"/>
                    </a:lnTo>
                    <a:lnTo>
                      <a:pt x="17018" y="8509"/>
                    </a:lnTo>
                    <a:lnTo>
                      <a:pt x="17018" y="30607"/>
                    </a:lnTo>
                    <a:lnTo>
                      <a:pt x="8509" y="30607"/>
                    </a:lnTo>
                    <a:lnTo>
                      <a:pt x="8509" y="22098"/>
                    </a:lnTo>
                    <a:lnTo>
                      <a:pt x="15527401" y="22098"/>
                    </a:lnTo>
                    <a:close/>
                  </a:path>
                </a:pathLst>
              </a:custGeom>
              <a:solidFill>
                <a:srgbClr val="000000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-15840" bIns="-15840" anchor="t">
                <a:noAutofit/>
              </a:bodyPr>
              <a:p>
                <a:pPr>
                  <a:lnSpc>
                    <a:spcPct val="100000"/>
                  </a:lnSpc>
                </a:pPr>
                <a:endParaRPr lang="es-AR" sz="1800" b="0" u="none" strike="noStrik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</p:grpSp>
        <p:grpSp>
          <p:nvGrpSpPr>
            <p:cNvPr id="73" name="Group 54"/>
            <p:cNvGrpSpPr/>
            <p:nvPr/>
          </p:nvGrpSpPr>
          <p:grpSpPr>
            <a:xfrm>
              <a:off x="1225440" y="7923240"/>
              <a:ext cx="32760" cy="21774960"/>
              <a:chOff x="1225440" y="7923240"/>
              <a:chExt cx="32760" cy="21774960"/>
            </a:xfrm>
          </p:grpSpPr>
          <p:sp>
            <p:nvSpPr>
              <p:cNvPr id="74" name="Freeform 55"/>
              <p:cNvSpPr/>
              <p:nvPr/>
            </p:nvSpPr>
            <p:spPr>
              <a:xfrm>
                <a:off x="1231920" y="7930440"/>
                <a:ext cx="360" cy="17800200"/>
              </a:xfrm>
              <a:custGeom>
                <a:avLst/>
                <a:gdLst>
                  <a:gd name="textAreaLeft" fmla="*/ 0 w 360"/>
                  <a:gd name="textAreaRight" fmla="*/ 92160 w 360"/>
                  <a:gd name="textAreaTop" fmla="*/ 0 h 17800200"/>
                  <a:gd name="textAreaBottom" fmla="*/ 17803080 h 17800200"/>
                </a:gdLst>
                <a:ahLst/>
                <a:cxnLst/>
                <a:rect l="textAreaLeft" t="textAreaTop" r="textAreaRight" b="textAreaBottom"/>
                <a:pathLst>
                  <a:path w="22098" h="21874606">
                    <a:moveTo>
                      <a:pt x="22098" y="0"/>
                    </a:moveTo>
                    <a:lnTo>
                      <a:pt x="22098" y="21874606"/>
                    </a:lnTo>
                    <a:lnTo>
                      <a:pt x="0" y="2187460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0000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lang="es-AR" sz="1800" b="0" u="none" strike="noStrik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5" name="Freeform 56"/>
              <p:cNvSpPr/>
              <p:nvPr/>
            </p:nvSpPr>
            <p:spPr>
              <a:xfrm>
                <a:off x="1225440" y="7923240"/>
                <a:ext cx="32760" cy="21774960"/>
              </a:xfrm>
              <a:custGeom>
                <a:avLst/>
                <a:gdLst>
                  <a:gd name="textAreaLeft" fmla="*/ 0 w 32760"/>
                  <a:gd name="textAreaRight" fmla="*/ 153000 w 32760"/>
                  <a:gd name="textAreaTop" fmla="*/ 0 h 21774960"/>
                  <a:gd name="textAreaBottom" fmla="*/ 21806640 h 21774960"/>
                </a:gdLst>
                <a:ahLst/>
                <a:cxnLst/>
                <a:rect l="textAreaLeft" t="textAreaTop" r="textAreaRight" b="textAreaBottom"/>
                <a:pathLst>
                  <a:path w="39116" h="21891625">
                    <a:moveTo>
                      <a:pt x="38989" y="8509"/>
                    </a:moveTo>
                    <a:lnTo>
                      <a:pt x="38989" y="21883115"/>
                    </a:lnTo>
                    <a:cubicBezTo>
                      <a:pt x="38989" y="21887814"/>
                      <a:pt x="35179" y="21891625"/>
                      <a:pt x="30480" y="21891625"/>
                    </a:cubicBezTo>
                    <a:lnTo>
                      <a:pt x="8509" y="21891625"/>
                    </a:lnTo>
                    <a:cubicBezTo>
                      <a:pt x="3810" y="21891625"/>
                      <a:pt x="0" y="21887814"/>
                      <a:pt x="0" y="21883115"/>
                    </a:cubicBezTo>
                    <a:lnTo>
                      <a:pt x="0" y="8509"/>
                    </a:lnTo>
                    <a:cubicBezTo>
                      <a:pt x="0" y="3810"/>
                      <a:pt x="3810" y="0"/>
                      <a:pt x="8509" y="0"/>
                    </a:cubicBezTo>
                    <a:lnTo>
                      <a:pt x="30607" y="0"/>
                    </a:lnTo>
                    <a:cubicBezTo>
                      <a:pt x="35306" y="0"/>
                      <a:pt x="39116" y="3810"/>
                      <a:pt x="39116" y="8509"/>
                    </a:cubicBezTo>
                    <a:moveTo>
                      <a:pt x="22098" y="8509"/>
                    </a:moveTo>
                    <a:lnTo>
                      <a:pt x="30607" y="8509"/>
                    </a:lnTo>
                    <a:lnTo>
                      <a:pt x="30607" y="17018"/>
                    </a:lnTo>
                    <a:lnTo>
                      <a:pt x="8509" y="17018"/>
                    </a:lnTo>
                    <a:lnTo>
                      <a:pt x="8509" y="8509"/>
                    </a:lnTo>
                    <a:lnTo>
                      <a:pt x="17018" y="8509"/>
                    </a:lnTo>
                    <a:lnTo>
                      <a:pt x="17018" y="21883115"/>
                    </a:lnTo>
                    <a:lnTo>
                      <a:pt x="8509" y="21883115"/>
                    </a:lnTo>
                    <a:lnTo>
                      <a:pt x="8509" y="21874606"/>
                    </a:lnTo>
                    <a:lnTo>
                      <a:pt x="30607" y="21874606"/>
                    </a:lnTo>
                    <a:lnTo>
                      <a:pt x="30607" y="21883115"/>
                    </a:lnTo>
                    <a:lnTo>
                      <a:pt x="22098" y="21883115"/>
                    </a:lnTo>
                    <a:lnTo>
                      <a:pt x="22098" y="8509"/>
                    </a:lnTo>
                    <a:close/>
                  </a:path>
                </a:pathLst>
              </a:custGeom>
              <a:solidFill>
                <a:srgbClr val="000000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lang="es-AR" sz="1800" b="0" u="none" strike="noStrik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76" name="TextBox 62"/>
            <p:cNvSpPr/>
            <p:nvPr/>
          </p:nvSpPr>
          <p:spPr>
            <a:xfrm>
              <a:off x="1860120" y="8668080"/>
              <a:ext cx="10809360" cy="393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144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7" name="TextBox 64"/>
            <p:cNvSpPr/>
            <p:nvPr/>
          </p:nvSpPr>
          <p:spPr>
            <a:xfrm>
              <a:off x="10307160" y="8719200"/>
              <a:ext cx="3597120" cy="285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2415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8" name="TextBox 68"/>
            <p:cNvSpPr/>
            <p:nvPr/>
          </p:nvSpPr>
          <p:spPr>
            <a:xfrm>
              <a:off x="10307160" y="16415640"/>
              <a:ext cx="3908880" cy="285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2415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9" name="TextBox 69"/>
            <p:cNvSpPr/>
            <p:nvPr/>
          </p:nvSpPr>
          <p:spPr>
            <a:xfrm>
              <a:off x="1864800" y="12400920"/>
              <a:ext cx="10830600" cy="16588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4606"/>
                </a:lnSpc>
              </a:pPr>
              <a:endParaRPr lang="es-AR" sz="2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1074960" indent="-214920" defTabSz="914400">
                <a:lnSpc>
                  <a:spcPts val="4229"/>
                </a:lnSpc>
                <a:tabLst>
                  <a:tab algn="l" pos="0"/>
                </a:tabLst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1074960" indent="-214920" defTabSz="914400">
                <a:lnSpc>
                  <a:spcPts val="4229"/>
                </a:lnSpc>
                <a:tabLst>
                  <a:tab algn="l" pos="0"/>
                </a:tabLst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0" name="TextBox 70"/>
            <p:cNvSpPr/>
            <p:nvPr/>
          </p:nvSpPr>
          <p:spPr>
            <a:xfrm>
              <a:off x="1861920" y="12535560"/>
              <a:ext cx="10920960" cy="285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2415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1" name="TextBox 61"/>
            <p:cNvSpPr/>
            <p:nvPr/>
          </p:nvSpPr>
          <p:spPr>
            <a:xfrm>
              <a:off x="1117440" y="7783560"/>
              <a:ext cx="12594600" cy="59684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marL="216000" indent="-216000" defTabSz="914400">
                <a:lnSpc>
                  <a:spcPts val="3144"/>
                </a:lnSpc>
                <a:buSzPct val="129050"/>
                <a:buBlip>
                  <a:blip r:embed="rId1"/>
                </a:buBlip>
              </a:pPr>
              <a:r>
                <a:rPr lang="en-US" sz="2200" b="1" u="none" strike="noStrike">
                  <a:solidFill>
                    <a:srgbClr val="333333"/>
                  </a:solidFill>
                  <a:effectLst/>
                  <a:uFillTx/>
                  <a:latin typeface="Poppins"/>
                  <a:ea typeface="Montserrat Bold"/>
                </a:rPr>
                <a:t>  {{exp_1_role}}</a:t>
              </a:r>
              <a:r>
                <a:rPr lang="en-US" sz="2400" b="1" u="none" strike="noStrike">
                  <a:solidFill>
                    <a:srgbClr val="333333"/>
                  </a:solidFill>
                  <a:effectLst/>
                  <a:uFillTx/>
                  <a:latin typeface="Montserrat Bold"/>
                  <a:ea typeface="Montserrat Bold"/>
                </a:rPr>
                <a:t>  </a:t>
              </a:r>
              <a:r>
                <a:rPr lang="en-US" sz="2100" b="0" u="none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 {{exp_1_company}}</a:t>
              </a:r>
              <a:r>
                <a:rPr lang="en-US" sz="2400" b="1" u="none" strike="noStrike">
                  <a:solidFill>
                    <a:srgbClr val="333333"/>
                  </a:solidFill>
                  <a:effectLst/>
                  <a:uFillTx/>
                  <a:latin typeface="Lato"/>
                  <a:ea typeface="Montserrat Bold"/>
                </a:rPr>
                <a:t> </a:t>
              </a:r>
              <a:r>
                <a:rPr lang="en-US" sz="2100" b="0" u="none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 {{exp_1_dates}}</a:t>
              </a:r>
              <a:r>
                <a:rPr lang="en-US" sz="2400" b="0" u="none" strike="noStrike">
                  <a:solidFill>
                    <a:srgbClr val="333333"/>
                  </a:solidFill>
                  <a:effectLst/>
                  <a:uFillTx/>
                  <a:latin typeface="Lato"/>
                  <a:ea typeface="Montserrat"/>
                </a:rPr>
                <a:t> </a:t>
              </a:r>
              <a:endParaRPr lang="es-AR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360000" defTabSz="914400">
                <a:lnSpc>
                  <a:spcPts val="3402"/>
                </a:lnSpc>
              </a:pPr>
              <a:r>
                <a:rPr lang="es-AR" sz="2250" b="0" u="none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 {{exp_1_bullets_block}}</a:t>
              </a:r>
              <a:endParaRPr lang="es-AR" sz="22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720000" defTabSz="914400">
                <a:lnSpc>
                  <a:spcPts val="1701"/>
                </a:lnSpc>
              </a:pPr>
              <a:endParaRPr lang="es-AR" sz="22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216000" indent="-216000" defTabSz="914400">
                <a:lnSpc>
                  <a:spcPts val="3144"/>
                </a:lnSpc>
                <a:buSzPct val="129050"/>
                <a:buBlip>
                  <a:blip r:embed="rId2"/>
                </a:buBlip>
              </a:pPr>
              <a:r>
                <a:rPr lang="en-US" sz="2200" b="1" u="none" strike="noStrike">
                  <a:solidFill>
                    <a:srgbClr val="333333"/>
                  </a:solidFill>
                  <a:effectLst/>
                  <a:uFillTx/>
                  <a:latin typeface="Poppins"/>
                  <a:ea typeface="Montserrat Bold"/>
                </a:rPr>
                <a:t>  {{exp_2_role}}</a:t>
              </a:r>
              <a:r>
                <a:rPr lang="en-US" sz="2400" b="1" u="none" strike="noStrike">
                  <a:solidFill>
                    <a:srgbClr val="333333"/>
                  </a:solidFill>
                  <a:effectLst/>
                  <a:uFillTx/>
                  <a:latin typeface="Montserrat Bold"/>
                  <a:ea typeface="Montserrat Bold"/>
                </a:rPr>
                <a:t>  </a:t>
              </a:r>
              <a:r>
                <a:rPr lang="en-US" sz="2100" b="0" u="none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 {{exp_2_company}}</a:t>
              </a:r>
              <a:r>
                <a:rPr lang="en-US" sz="2400" b="1" u="none" strike="noStrike">
                  <a:solidFill>
                    <a:srgbClr val="333333"/>
                  </a:solidFill>
                  <a:effectLst/>
                  <a:uFillTx/>
                  <a:latin typeface="Lato"/>
                  <a:ea typeface="Montserrat Bold"/>
                </a:rPr>
                <a:t> </a:t>
              </a:r>
              <a:r>
                <a:rPr lang="en-US" sz="2100" b="0" u="none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 {{exp_2_dates}}</a:t>
              </a:r>
              <a:r>
                <a:rPr lang="en-US" sz="2400" b="0" u="none" strike="noStrike">
                  <a:solidFill>
                    <a:srgbClr val="333333"/>
                  </a:solidFill>
                  <a:effectLst/>
                  <a:uFillTx/>
                  <a:latin typeface="Lato"/>
                  <a:ea typeface="Montserrat"/>
                </a:rPr>
                <a:t> </a:t>
              </a:r>
              <a:endParaRPr lang="es-AR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360000" defTabSz="914400">
                <a:lnSpc>
                  <a:spcPts val="3402"/>
                </a:lnSpc>
              </a:pPr>
              <a:r>
                <a:rPr lang="es-AR" sz="2250" b="0" u="none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 {{exp_2_bullets_block}}</a:t>
              </a:r>
              <a:endParaRPr lang="es-AR" sz="22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720000" defTabSz="914400">
                <a:lnSpc>
                  <a:spcPts val="1701"/>
                </a:lnSpc>
              </a:pPr>
              <a:endParaRPr lang="es-AR" sz="22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216000" indent="-216000" defTabSz="914400">
                <a:lnSpc>
                  <a:spcPts val="3144"/>
                </a:lnSpc>
                <a:buSzPct val="129050"/>
                <a:buBlip>
                  <a:blip r:embed="rId3"/>
                </a:buBlip>
              </a:pPr>
              <a:r>
                <a:rPr lang="en-US" sz="2200" b="1" u="none" strike="noStrike">
                  <a:solidFill>
                    <a:srgbClr val="333333"/>
                  </a:solidFill>
                  <a:effectLst/>
                  <a:uFillTx/>
                  <a:latin typeface="Poppins"/>
                  <a:ea typeface="Montserrat Bold"/>
                </a:rPr>
                <a:t>  {{exp_3_role}}</a:t>
              </a:r>
              <a:r>
                <a:rPr lang="en-US" sz="2400" b="1" u="none" strike="noStrike">
                  <a:solidFill>
                    <a:srgbClr val="333333"/>
                  </a:solidFill>
                  <a:effectLst/>
                  <a:uFillTx/>
                  <a:latin typeface="Montserrat Bold"/>
                  <a:ea typeface="Montserrat Bold"/>
                </a:rPr>
                <a:t>  </a:t>
              </a:r>
              <a:r>
                <a:rPr lang="en-US" sz="2100" b="0" u="none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 {{exp_3_company}}</a:t>
              </a:r>
              <a:r>
                <a:rPr lang="en-US" sz="2400" b="1" u="none" strike="noStrike">
                  <a:solidFill>
                    <a:srgbClr val="333333"/>
                  </a:solidFill>
                  <a:effectLst/>
                  <a:uFillTx/>
                  <a:latin typeface="Lato"/>
                  <a:ea typeface="Montserrat Bold"/>
                </a:rPr>
                <a:t> </a:t>
              </a:r>
              <a:r>
                <a:rPr lang="en-US" sz="2100" b="0" u="none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 {{exp_3_dates}}</a:t>
              </a:r>
              <a:r>
                <a:rPr lang="en-US" sz="2400" b="0" u="none" strike="noStrike">
                  <a:solidFill>
                    <a:srgbClr val="333333"/>
                  </a:solidFill>
                  <a:effectLst/>
                  <a:uFillTx/>
                  <a:latin typeface="Lato"/>
                  <a:ea typeface="Montserrat"/>
                </a:rPr>
                <a:t> </a:t>
              </a:r>
              <a:endParaRPr lang="es-AR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360000" defTabSz="914400">
                <a:lnSpc>
                  <a:spcPts val="3402"/>
                </a:lnSpc>
              </a:pPr>
              <a:r>
                <a:rPr lang="es-AR" sz="2250" b="0" u="none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 {{exp_3_bullets_block}}</a:t>
              </a:r>
              <a:endParaRPr lang="es-AR" sz="22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720000" defTabSz="914400">
                <a:lnSpc>
                  <a:spcPts val="1701"/>
                </a:lnSpc>
              </a:pPr>
              <a:endParaRPr lang="es-AR" sz="22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216000" indent="-216000" defTabSz="914400">
                <a:lnSpc>
                  <a:spcPts val="3144"/>
                </a:lnSpc>
                <a:buSzPct val="129050"/>
                <a:buBlip>
                  <a:blip r:embed="rId4"/>
                </a:buBlip>
              </a:pPr>
              <a:r>
                <a:rPr lang="en-US" sz="2200" b="1" u="none" strike="noStrike">
                  <a:solidFill>
                    <a:srgbClr val="333333"/>
                  </a:solidFill>
                  <a:effectLst/>
                  <a:uFillTx/>
                  <a:latin typeface="Poppins"/>
                  <a:ea typeface="Montserrat Bold"/>
                </a:rPr>
                <a:t>  {{exp_4_role}}</a:t>
              </a:r>
              <a:r>
                <a:rPr lang="en-US" sz="2400" b="1" u="none" strike="noStrike">
                  <a:solidFill>
                    <a:srgbClr val="333333"/>
                  </a:solidFill>
                  <a:effectLst/>
                  <a:uFillTx/>
                  <a:latin typeface="Montserrat Bold"/>
                  <a:ea typeface="Montserrat Bold"/>
                </a:rPr>
                <a:t>  </a:t>
              </a:r>
              <a:r>
                <a:rPr lang="en-US" sz="2100" b="0" u="none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 {{exp_4_company}}</a:t>
              </a:r>
              <a:r>
                <a:rPr lang="en-US" sz="2400" b="1" u="none" strike="noStrike">
                  <a:solidFill>
                    <a:srgbClr val="333333"/>
                  </a:solidFill>
                  <a:effectLst/>
                  <a:uFillTx/>
                  <a:latin typeface="Lato"/>
                  <a:ea typeface="Montserrat Bold"/>
                </a:rPr>
                <a:t> </a:t>
              </a:r>
              <a:r>
                <a:rPr lang="en-US" sz="2100" b="0" u="none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 {{exp_4_dates}}</a:t>
              </a:r>
              <a:r>
                <a:rPr lang="en-US" sz="2400" b="0" u="none" strike="noStrike">
                  <a:solidFill>
                    <a:srgbClr val="333333"/>
                  </a:solidFill>
                  <a:effectLst/>
                  <a:uFillTx/>
                  <a:latin typeface="Lato"/>
                  <a:ea typeface="Montserrat"/>
                </a:rPr>
                <a:t> </a:t>
              </a:r>
              <a:endParaRPr lang="es-AR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360000" defTabSz="914400">
                <a:lnSpc>
                  <a:spcPts val="3402"/>
                </a:lnSpc>
              </a:pPr>
              <a:r>
                <a:rPr lang="es-AR" sz="2250" b="0" u="none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 {{exp_4_bullets_block}}</a:t>
              </a:r>
              <a:endParaRPr lang="es-AR" sz="22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720000" defTabSz="914400">
                <a:lnSpc>
                  <a:spcPts val="1701"/>
                </a:lnSpc>
              </a:pPr>
              <a:endParaRPr lang="es-AR" sz="22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216000" indent="-216000" defTabSz="914400">
                <a:lnSpc>
                  <a:spcPts val="3144"/>
                </a:lnSpc>
                <a:buSzPct val="129050"/>
                <a:buBlip>
                  <a:blip r:embed="rId5"/>
                </a:buBlip>
              </a:pPr>
              <a:r>
                <a:rPr lang="en-US" sz="2200" b="1" u="none" strike="noStrike">
                  <a:solidFill>
                    <a:srgbClr val="333333"/>
                  </a:solidFill>
                  <a:effectLst/>
                  <a:uFillTx/>
                  <a:latin typeface="Poppins"/>
                  <a:ea typeface="Montserrat Bold"/>
                </a:rPr>
                <a:t>  {{exp_5_role}}</a:t>
              </a:r>
              <a:r>
                <a:rPr lang="en-US" sz="2400" b="1" u="none" strike="noStrike">
                  <a:solidFill>
                    <a:srgbClr val="333333"/>
                  </a:solidFill>
                  <a:effectLst/>
                  <a:uFillTx/>
                  <a:latin typeface="Montserrat Bold"/>
                  <a:ea typeface="Montserrat Bold"/>
                </a:rPr>
                <a:t>  </a:t>
              </a:r>
              <a:r>
                <a:rPr lang="en-US" sz="2100" b="0" u="none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 {{exp_5_company}}</a:t>
              </a:r>
              <a:r>
                <a:rPr lang="en-US" sz="2400" b="1" u="none" strike="noStrike">
                  <a:solidFill>
                    <a:srgbClr val="333333"/>
                  </a:solidFill>
                  <a:effectLst/>
                  <a:uFillTx/>
                  <a:latin typeface="Lato"/>
                  <a:ea typeface="Montserrat Bold"/>
                </a:rPr>
                <a:t> </a:t>
              </a:r>
              <a:r>
                <a:rPr lang="en-US" sz="2100" b="0" u="none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 {{exp_5_dates}}</a:t>
              </a:r>
              <a:r>
                <a:rPr lang="en-US" sz="2400" b="0" u="none" strike="noStrike">
                  <a:solidFill>
                    <a:srgbClr val="333333"/>
                  </a:solidFill>
                  <a:effectLst/>
                  <a:uFillTx/>
                  <a:latin typeface="Lato"/>
                  <a:ea typeface="Montserrat"/>
                </a:rPr>
                <a:t> </a:t>
              </a:r>
              <a:endParaRPr lang="es-AR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360000" defTabSz="914400">
                <a:lnSpc>
                  <a:spcPts val="3402"/>
                </a:lnSpc>
              </a:pPr>
              <a:r>
                <a:rPr lang="es-AR" sz="2250" b="0" u="none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 {{exp_5_bullets_block}}</a:t>
              </a:r>
              <a:endParaRPr lang="es-AR" sz="22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714960" indent="-214920" defTabSz="914400">
                <a:lnSpc>
                  <a:spcPct val="150000"/>
                </a:lnSpc>
                <a:tabLst>
                  <a:tab algn="l" pos="0"/>
                </a:tabLst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714960" indent="-214920" defTabSz="914400">
                <a:lnSpc>
                  <a:spcPts val="4229"/>
                </a:lnSpc>
                <a:tabLst>
                  <a:tab algn="l" pos="0"/>
                </a:tabLst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2" name="TextBox 48"/>
            <p:cNvSpPr/>
            <p:nvPr/>
          </p:nvSpPr>
          <p:spPr>
            <a:xfrm>
              <a:off x="1102680" y="362160"/>
              <a:ext cx="12397320" cy="1905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9901"/>
                </a:lnSpc>
              </a:pPr>
              <a:r>
                <a:rPr lang="en-US" sz="6600" b="1" u="none" spc="547" strike="noStrike">
                  <a:solidFill>
                    <a:srgbClr val="c0504d"/>
                  </a:solidFill>
                  <a:effectLst/>
                  <a:uFillTx/>
                  <a:latin typeface="Poppins"/>
                  <a:ea typeface="Montserrat Bold"/>
                </a:rPr>
                <a:t>{{name}}</a:t>
              </a:r>
              <a:endParaRPr lang="es-AR" sz="6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5102"/>
                </a:lnSpc>
              </a:pPr>
              <a:r>
                <a:rPr lang="en-US" sz="3600" b="0" u="none" spc="221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{{title}}</a:t>
              </a:r>
              <a:endParaRPr lang="es-AR" sz="3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3" name="TextBox 1"/>
          <p:cNvSpPr/>
          <p:nvPr/>
        </p:nvSpPr>
        <p:spPr>
          <a:xfrm>
            <a:off x="15120000" y="540000"/>
            <a:ext cx="5382720" cy="553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960"/>
              </a:lnSpc>
            </a:pP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960"/>
              </a:lnSpc>
            </a:pP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960"/>
              </a:lnSpc>
            </a:pP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960"/>
              </a:lnSpc>
            </a:pP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960"/>
              </a:lnSpc>
            </a:pP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960"/>
              </a:lnSpc>
            </a:pP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960"/>
              </a:lnSpc>
            </a:pP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960"/>
              </a:lnSpc>
            </a:pP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960"/>
              </a:lnSpc>
            </a:pP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960"/>
              </a:lnSpc>
            </a:pP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"/>
          <p:cNvSpPr/>
          <p:nvPr/>
        </p:nvSpPr>
        <p:spPr>
          <a:xfrm>
            <a:off x="15310440" y="900000"/>
            <a:ext cx="5203080" cy="520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{{%photo}}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"/>
          <p:cNvSpPr/>
          <p:nvPr/>
        </p:nvSpPr>
        <p:spPr>
          <a:xfrm>
            <a:off x="14580000" y="6480000"/>
            <a:ext cx="6327360" cy="396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ts val="4535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{{#sidebar_sections_full}}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7937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{{title}}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2268"/>
              </a:lnSpc>
            </a:pPr>
            <a:r>
              <a:rPr lang="es-AR" sz="2000" b="1" u="none" spc="-300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{{line}}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3118"/>
              </a:lnSpc>
            </a:pPr>
            <a:r>
              <a:rPr lang="es-AR" sz="2260" b="0" u="none" strike="noStrike">
                <a:solidFill>
                  <a:srgbClr val="543f3f"/>
                </a:solidFill>
                <a:effectLst/>
                <a:uFillTx/>
                <a:latin typeface="Lato"/>
                <a:ea typeface="Montserrat Bold"/>
              </a:rPr>
              <a:t>{{body}}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4535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{{/sidebar_sections_full}}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197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DAG9BWUorPU</dc:identifier>
  <dc:language>es-AR</dc:language>
  <cp:lastModifiedBy/>
  <dcterms:modified xsi:type="dcterms:W3CDTF">2026-02-25T18:57:36Z</dcterms:modified>
  <cp:revision>89</cp:revision>
  <dc:subject/>
  <dc:title>Template_2_moderno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