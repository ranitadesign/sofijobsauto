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media/image10.svg" ContentType="image/svg"/>
  <Override PartName="/ppt/media/image12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Montserrat"/>
      <p:regular r:id="rId4"/>
    </p:embeddedFont>
    <p:embeddedFont>
      <p:font typeface="Poppins"/>
      <p:regular r:id="rId5"/>
    </p:embeddedFont>
    <p:embeddedFont>
      <p:font typeface="Lato"/>
      <p:regular r:id="rId6"/>
    </p:embeddedFont>
    <p:embeddedFont>
      <p:font typeface="Montserrat Bold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Poppins_Regular.fntdata"/><Relationship Id="rId6" Type="http://schemas.openxmlformats.org/officeDocument/2006/relationships/font" Target="fonts/Font_3_Lato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8000" cy="13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8000" cy="14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779953-E41D-4AFB-B984-9165BBA12A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408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408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833D5D-0532-4EE6-82C7-2D328EE61F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588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5880" cy="39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7320" cy="6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7320" cy="39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9516EE-8B39-4AD3-85D6-BC40DC570F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8C9465-8FDE-4AB3-9C21-CCEF329ED9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5A2D2B-0B82-4035-B927-AF29100DFA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3760" cy="114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7240" cy="58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3760" cy="467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E613A5-3A06-46C0-BE63-9501158851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2000" cy="55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2000" cy="41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2000" cy="79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6010DB-1F9F-478F-9303-D4B997408F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8000" cy="145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D76E4E-641B-468D-A355-959B3C42DD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520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5C5F1A-C9E2-42BA-8963-B4A2315A00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3000" cy="583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5520" cy="583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B087BF-9C0C-4397-8C6A-1CCD044887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200" cy="112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5200" cy="45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108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19320" cy="3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773416-4868-4F4C-B626-CA05A48F5F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1.png"/><Relationship Id="rId8" Type="http://schemas.openxmlformats.org/officeDocument/2006/relationships/image" Target="../media/image2.svg"/><Relationship Id="rId9" Type="http://schemas.openxmlformats.org/officeDocument/2006/relationships/image" Target="../media/image1.png"/><Relationship Id="rId10" Type="http://schemas.openxmlformats.org/officeDocument/2006/relationships/image" Target="../media/image2.svg"/><Relationship Id="rId11" Type="http://schemas.openxmlformats.org/officeDocument/2006/relationships/image" Target="../media/image3.png"/><Relationship Id="rId12" Type="http://schemas.openxmlformats.org/officeDocument/2006/relationships/image" Target="../media/image4.svg"/><Relationship Id="rId13" Type="http://schemas.openxmlformats.org/officeDocument/2006/relationships/image" Target="../media/image3.png"/><Relationship Id="rId14" Type="http://schemas.openxmlformats.org/officeDocument/2006/relationships/image" Target="../media/image4.svg"/><Relationship Id="rId15" Type="http://schemas.openxmlformats.org/officeDocument/2006/relationships/image" Target="../media/image5.png"/><Relationship Id="rId16" Type="http://schemas.openxmlformats.org/officeDocument/2006/relationships/image" Target="../media/image6.svg"/><Relationship Id="rId17" Type="http://schemas.openxmlformats.org/officeDocument/2006/relationships/image" Target="../media/image3.png"/><Relationship Id="rId18" Type="http://schemas.openxmlformats.org/officeDocument/2006/relationships/image" Target="../media/image4.svg"/><Relationship Id="rId19" Type="http://schemas.openxmlformats.org/officeDocument/2006/relationships/image" Target="../media/image3.png"/><Relationship Id="rId20" Type="http://schemas.openxmlformats.org/officeDocument/2006/relationships/image" Target="../media/image4.svg"/><Relationship Id="rId21" Type="http://schemas.openxmlformats.org/officeDocument/2006/relationships/image" Target="../media/image7.png"/><Relationship Id="rId22" Type="http://schemas.openxmlformats.org/officeDocument/2006/relationships/image" Target="../media/image8.svg"/><Relationship Id="rId23" Type="http://schemas.openxmlformats.org/officeDocument/2006/relationships/image" Target="../media/image9.png"/><Relationship Id="rId24" Type="http://schemas.openxmlformats.org/officeDocument/2006/relationships/image" Target="../media/image10.svg"/><Relationship Id="rId25" Type="http://schemas.openxmlformats.org/officeDocument/2006/relationships/image" Target="../media/image11.png"/><Relationship Id="rId26" Type="http://schemas.openxmlformats.org/officeDocument/2006/relationships/image" Target="../media/image12.svg"/><Relationship Id="rId27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14217840" y="-4680"/>
            <a:ext cx="7167600" cy="30262680"/>
            <a:chOff x="14217840" y="-4680"/>
            <a:chExt cx="7167600" cy="30262680"/>
          </a:xfrm>
        </p:grpSpPr>
        <p:sp>
          <p:nvSpPr>
            <p:cNvPr id="60" name="Freeform 3"/>
            <p:cNvSpPr/>
            <p:nvPr/>
          </p:nvSpPr>
          <p:spPr>
            <a:xfrm>
              <a:off x="14223960" y="1440"/>
              <a:ext cx="7155000" cy="30250080"/>
            </a:xfrm>
            <a:custGeom>
              <a:avLst/>
              <a:gdLst>
                <a:gd name="textAreaLeft" fmla="*/ 0 w 7155000"/>
                <a:gd name="textAreaRight" fmla="*/ 7169400 w 7155000"/>
                <a:gd name="textAreaTop" fmla="*/ 0 h 30250080"/>
                <a:gd name="textAreaBottom" fmla="*/ 30264480 h 30250080"/>
              </a:gdLst>
              <a:ahLst/>
              <a:cxnLst/>
              <a:rect l="textAreaLeft" t="textAreaTop" r="textAreaRight" b="textAreaBottom"/>
              <a:pathLst>
                <a:path w="9559163" h="40352599">
                  <a:moveTo>
                    <a:pt x="0" y="0"/>
                  </a:moveTo>
                  <a:lnTo>
                    <a:pt x="9559163" y="0"/>
                  </a:lnTo>
                  <a:lnTo>
                    <a:pt x="9559163" y="40352599"/>
                  </a:lnTo>
                  <a:lnTo>
                    <a:pt x="0" y="40352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eform 4"/>
            <p:cNvSpPr/>
            <p:nvPr/>
          </p:nvSpPr>
          <p:spPr>
            <a:xfrm>
              <a:off x="14217840" y="-4680"/>
              <a:ext cx="7167600" cy="30262680"/>
            </a:xfrm>
            <a:custGeom>
              <a:avLst/>
              <a:gdLst>
                <a:gd name="textAreaLeft" fmla="*/ 0 w 7167600"/>
                <a:gd name="textAreaRight" fmla="*/ 7182000 w 7167600"/>
                <a:gd name="textAreaTop" fmla="*/ 0 h 30262680"/>
                <a:gd name="textAreaBottom" fmla="*/ 30277080 h 30262680"/>
              </a:gdLst>
              <a:ahLst/>
              <a:cxnLst/>
              <a:rect l="textAreaLeft" t="textAreaTop" r="textAreaRight" b="textAreaBottom"/>
              <a:pathLst>
                <a:path w="9576181" h="40369617">
                  <a:moveTo>
                    <a:pt x="8509" y="0"/>
                  </a:moveTo>
                  <a:lnTo>
                    <a:pt x="9567672" y="0"/>
                  </a:lnTo>
                  <a:cubicBezTo>
                    <a:pt x="9572371" y="0"/>
                    <a:pt x="9576181" y="3810"/>
                    <a:pt x="9576181" y="8509"/>
                  </a:cubicBezTo>
                  <a:lnTo>
                    <a:pt x="9576181" y="40361108"/>
                  </a:lnTo>
                  <a:cubicBezTo>
                    <a:pt x="9576181" y="40365809"/>
                    <a:pt x="9572371" y="40369617"/>
                    <a:pt x="9567672" y="40369617"/>
                  </a:cubicBezTo>
                  <a:lnTo>
                    <a:pt x="8509" y="40369617"/>
                  </a:lnTo>
                  <a:cubicBezTo>
                    <a:pt x="3810" y="40369617"/>
                    <a:pt x="0" y="40365809"/>
                    <a:pt x="0" y="4036110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0361108"/>
                  </a:lnTo>
                  <a:lnTo>
                    <a:pt x="8509" y="40361108"/>
                  </a:lnTo>
                  <a:lnTo>
                    <a:pt x="8509" y="40352600"/>
                  </a:lnTo>
                  <a:lnTo>
                    <a:pt x="9567672" y="40352600"/>
                  </a:lnTo>
                  <a:lnTo>
                    <a:pt x="9567672" y="40361108"/>
                  </a:lnTo>
                  <a:lnTo>
                    <a:pt x="9559163" y="40361108"/>
                  </a:lnTo>
                  <a:lnTo>
                    <a:pt x="9559163" y="8509"/>
                  </a:lnTo>
                  <a:lnTo>
                    <a:pt x="9567672" y="8509"/>
                  </a:lnTo>
                  <a:lnTo>
                    <a:pt x="9567672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14760000" y="900000"/>
              <a:ext cx="5753880" cy="358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Group 43"/>
          <p:cNvGrpSpPr/>
          <p:nvPr/>
        </p:nvGrpSpPr>
        <p:grpSpPr>
          <a:xfrm>
            <a:off x="1047960" y="1046520"/>
            <a:ext cx="13155120" cy="25900200"/>
            <a:chOff x="1047960" y="1046520"/>
            <a:chExt cx="13155120" cy="25900200"/>
          </a:xfrm>
        </p:grpSpPr>
        <p:grpSp>
          <p:nvGrpSpPr>
            <p:cNvPr id="64" name="Group 44"/>
            <p:cNvGrpSpPr/>
            <p:nvPr/>
          </p:nvGrpSpPr>
          <p:grpSpPr>
            <a:xfrm>
              <a:off x="1074600" y="4579920"/>
              <a:ext cx="11637360" cy="14760"/>
              <a:chOff x="1074600" y="4579920"/>
              <a:chExt cx="11637360" cy="14760"/>
            </a:xfrm>
          </p:grpSpPr>
          <p:sp>
            <p:nvSpPr>
              <p:cNvPr id="65" name="Freeform 45"/>
              <p:cNvSpPr/>
              <p:nvPr/>
            </p:nvSpPr>
            <p:spPr>
              <a:xfrm>
                <a:off x="1081080" y="4586400"/>
                <a:ext cx="11624760" cy="2160"/>
              </a:xfrm>
              <a:custGeom>
                <a:avLst/>
                <a:gdLst>
                  <a:gd name="textAreaLeft" fmla="*/ 0 w 11624760"/>
                  <a:gd name="textAreaRight" fmla="*/ 11639160 w 11624760"/>
                  <a:gd name="textAreaTop" fmla="*/ 0 h 2160"/>
                  <a:gd name="textAreaBottom" fmla="*/ 16560 h 2160"/>
                </a:gdLst>
                <a:ahLst/>
                <a:cxnLst/>
                <a:rect l="textAreaLeft" t="textAreaTop" r="textAreaRight" b="textAreaBottom"/>
                <a:pathLst>
                  <a:path w="15518892" h="22098">
                    <a:moveTo>
                      <a:pt x="15518892" y="22098"/>
                    </a:moveTo>
                    <a:lnTo>
                      <a:pt x="0" y="22098"/>
                    </a:lnTo>
                    <a:lnTo>
                      <a:pt x="0" y="0"/>
                    </a:lnTo>
                    <a:lnTo>
                      <a:pt x="155188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8440" bIns="-284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Freeform 46"/>
              <p:cNvSpPr/>
              <p:nvPr/>
            </p:nvSpPr>
            <p:spPr>
              <a:xfrm>
                <a:off x="1074600" y="4579920"/>
                <a:ext cx="11637360" cy="14760"/>
              </a:xfrm>
              <a:custGeom>
                <a:avLst/>
                <a:gdLst>
                  <a:gd name="textAreaLeft" fmla="*/ 0 w 11637360"/>
                  <a:gd name="textAreaRight" fmla="*/ 11651760 w 11637360"/>
                  <a:gd name="textAreaTop" fmla="*/ 0 h 14760"/>
                  <a:gd name="textAreaBottom" fmla="*/ 29160 h 14760"/>
                </a:gdLst>
                <a:ahLst/>
                <a:cxnLst/>
                <a:rect l="textAreaLeft" t="textAreaTop" r="textAreaRight" b="textAreaBottom"/>
                <a:pathLst>
                  <a:path w="15535911" h="39116">
                    <a:moveTo>
                      <a:pt x="15527401" y="38989"/>
                    </a:moveTo>
                    <a:lnTo>
                      <a:pt x="8509" y="38989"/>
                    </a:lnTo>
                    <a:cubicBezTo>
                      <a:pt x="3810" y="38989"/>
                      <a:pt x="0" y="35179"/>
                      <a:pt x="0" y="30607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lnTo>
                      <a:pt x="15527401" y="0"/>
                    </a:lnTo>
                    <a:cubicBezTo>
                      <a:pt x="15532100" y="0"/>
                      <a:pt x="15535911" y="3810"/>
                      <a:pt x="15535911" y="8509"/>
                    </a:cubicBezTo>
                    <a:lnTo>
                      <a:pt x="15535911" y="30607"/>
                    </a:lnTo>
                    <a:cubicBezTo>
                      <a:pt x="15535911" y="35306"/>
                      <a:pt x="15532100" y="39116"/>
                      <a:pt x="15527401" y="39116"/>
                    </a:cubicBezTo>
                    <a:moveTo>
                      <a:pt x="15527401" y="22225"/>
                    </a:moveTo>
                    <a:lnTo>
                      <a:pt x="15527401" y="30734"/>
                    </a:lnTo>
                    <a:lnTo>
                      <a:pt x="15518892" y="30734"/>
                    </a:lnTo>
                    <a:lnTo>
                      <a:pt x="15518892" y="8509"/>
                    </a:lnTo>
                    <a:lnTo>
                      <a:pt x="15527401" y="8509"/>
                    </a:lnTo>
                    <a:lnTo>
                      <a:pt x="15527401" y="17018"/>
                    </a:lnTo>
                    <a:lnTo>
                      <a:pt x="8509" y="17018"/>
                    </a:ln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30607"/>
                    </a:lnTo>
                    <a:lnTo>
                      <a:pt x="8509" y="30607"/>
                    </a:lnTo>
                    <a:lnTo>
                      <a:pt x="8509" y="22098"/>
                    </a:lnTo>
                    <a:lnTo>
                      <a:pt x="15527401" y="22098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840" bIns="-158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" name="TextBox 47"/>
            <p:cNvSpPr/>
            <p:nvPr/>
          </p:nvSpPr>
          <p:spPr>
            <a:xfrm>
              <a:off x="1127520" y="3556440"/>
              <a:ext cx="11624400" cy="50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60"/>
                </a:lnSpc>
              </a:pPr>
              <a:r>
                <a:rPr lang="en-US" sz="3200" b="0" u="none" spc="221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{{title}}</a:t>
              </a:r>
              <a:endParaRPr lang="es-AR" sz="3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extBox 48"/>
            <p:cNvSpPr/>
            <p:nvPr/>
          </p:nvSpPr>
          <p:spPr>
            <a:xfrm>
              <a:off x="1084680" y="1046520"/>
              <a:ext cx="10964160" cy="125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9901"/>
                </a:lnSpc>
              </a:pPr>
              <a:r>
                <a:rPr lang="en-US" sz="7050" b="1" u="none" spc="547" strike="noStrike">
                  <a:solidFill>
                    <a:srgbClr val="c0504d"/>
                  </a:solidFill>
                  <a:effectLst/>
                  <a:uFillTx/>
                  <a:latin typeface="Poppins"/>
                  <a:ea typeface="Montserrat Bold"/>
                </a:rPr>
                <a:t>{{name}}</a:t>
              </a:r>
              <a:endParaRPr lang="es-AR" sz="7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Box 49"/>
            <p:cNvSpPr/>
            <p:nvPr/>
          </p:nvSpPr>
          <p:spPr>
            <a:xfrm>
              <a:off x="1127520" y="4744440"/>
              <a:ext cx="11624400" cy="461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just" defTabSz="914400">
                <a:lnSpc>
                  <a:spcPts val="4039"/>
                </a:lnSpc>
              </a:pPr>
              <a:r>
                <a:rPr lang="en-US" sz="2350" b="0" u="none" spc="45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{{about}}</a:t>
              </a:r>
              <a:endParaRPr lang="es-AR" sz="2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TextBox 50"/>
            <p:cNvSpPr/>
            <p:nvPr/>
          </p:nvSpPr>
          <p:spPr>
            <a:xfrm>
              <a:off x="1127520" y="8788320"/>
              <a:ext cx="8846640" cy="60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751"/>
                </a:lnSpc>
              </a:pPr>
              <a:r>
                <a:rPr lang="en-US" sz="3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Experiencia Laboral</a:t>
              </a:r>
              <a:endParaRPr lang="es-AR" sz="3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" name="Group 51"/>
            <p:cNvGrpSpPr/>
            <p:nvPr/>
          </p:nvGrpSpPr>
          <p:grpSpPr>
            <a:xfrm>
              <a:off x="1047960" y="9736200"/>
              <a:ext cx="11637360" cy="14760"/>
              <a:chOff x="1047960" y="9736200"/>
              <a:chExt cx="11637360" cy="14760"/>
            </a:xfrm>
          </p:grpSpPr>
          <p:sp>
            <p:nvSpPr>
              <p:cNvPr id="72" name="Freeform 52"/>
              <p:cNvSpPr/>
              <p:nvPr/>
            </p:nvSpPr>
            <p:spPr>
              <a:xfrm>
                <a:off x="1054440" y="9742680"/>
                <a:ext cx="11624760" cy="2160"/>
              </a:xfrm>
              <a:custGeom>
                <a:avLst/>
                <a:gdLst>
                  <a:gd name="textAreaLeft" fmla="*/ 0 w 11624760"/>
                  <a:gd name="textAreaRight" fmla="*/ 11639160 w 11624760"/>
                  <a:gd name="textAreaTop" fmla="*/ 0 h 2160"/>
                  <a:gd name="textAreaBottom" fmla="*/ 16560 h 2160"/>
                </a:gdLst>
                <a:ahLst/>
                <a:cxnLst/>
                <a:rect l="textAreaLeft" t="textAreaTop" r="textAreaRight" b="textAreaBottom"/>
                <a:pathLst>
                  <a:path w="15518892" h="22098">
                    <a:moveTo>
                      <a:pt x="15518892" y="22098"/>
                    </a:moveTo>
                    <a:lnTo>
                      <a:pt x="0" y="22098"/>
                    </a:lnTo>
                    <a:lnTo>
                      <a:pt x="0" y="0"/>
                    </a:lnTo>
                    <a:lnTo>
                      <a:pt x="155188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8440" bIns="-284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Freeform 53"/>
              <p:cNvSpPr/>
              <p:nvPr/>
            </p:nvSpPr>
            <p:spPr>
              <a:xfrm>
                <a:off x="1047960" y="9736200"/>
                <a:ext cx="11637360" cy="14760"/>
              </a:xfrm>
              <a:custGeom>
                <a:avLst/>
                <a:gdLst>
                  <a:gd name="textAreaLeft" fmla="*/ 0 w 11637360"/>
                  <a:gd name="textAreaRight" fmla="*/ 11651760 w 11637360"/>
                  <a:gd name="textAreaTop" fmla="*/ 0 h 14760"/>
                  <a:gd name="textAreaBottom" fmla="*/ 29160 h 14760"/>
                </a:gdLst>
                <a:ahLst/>
                <a:cxnLst/>
                <a:rect l="textAreaLeft" t="textAreaTop" r="textAreaRight" b="textAreaBottom"/>
                <a:pathLst>
                  <a:path w="15535911" h="39116">
                    <a:moveTo>
                      <a:pt x="15527401" y="38989"/>
                    </a:moveTo>
                    <a:lnTo>
                      <a:pt x="8509" y="38989"/>
                    </a:lnTo>
                    <a:cubicBezTo>
                      <a:pt x="3810" y="38989"/>
                      <a:pt x="0" y="35179"/>
                      <a:pt x="0" y="30607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lnTo>
                      <a:pt x="15527401" y="0"/>
                    </a:lnTo>
                    <a:cubicBezTo>
                      <a:pt x="15532100" y="0"/>
                      <a:pt x="15535911" y="3810"/>
                      <a:pt x="15535911" y="8509"/>
                    </a:cubicBezTo>
                    <a:lnTo>
                      <a:pt x="15535911" y="30607"/>
                    </a:lnTo>
                    <a:cubicBezTo>
                      <a:pt x="15535911" y="35306"/>
                      <a:pt x="15532100" y="39116"/>
                      <a:pt x="15527401" y="39116"/>
                    </a:cubicBezTo>
                    <a:moveTo>
                      <a:pt x="15527401" y="22225"/>
                    </a:moveTo>
                    <a:lnTo>
                      <a:pt x="15527401" y="30734"/>
                    </a:lnTo>
                    <a:lnTo>
                      <a:pt x="15518892" y="30734"/>
                    </a:lnTo>
                    <a:lnTo>
                      <a:pt x="15518892" y="8509"/>
                    </a:lnTo>
                    <a:lnTo>
                      <a:pt x="15527401" y="8509"/>
                    </a:lnTo>
                    <a:lnTo>
                      <a:pt x="15527401" y="17018"/>
                    </a:lnTo>
                    <a:lnTo>
                      <a:pt x="8509" y="17018"/>
                    </a:ln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30607"/>
                    </a:lnTo>
                    <a:lnTo>
                      <a:pt x="8509" y="30607"/>
                    </a:lnTo>
                    <a:lnTo>
                      <a:pt x="8509" y="22098"/>
                    </a:lnTo>
                    <a:lnTo>
                      <a:pt x="15527401" y="22098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5840" bIns="-158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4" name="Group 54"/>
            <p:cNvGrpSpPr/>
            <p:nvPr/>
          </p:nvGrpSpPr>
          <p:grpSpPr>
            <a:xfrm>
              <a:off x="1225800" y="10542240"/>
              <a:ext cx="14760" cy="16404480"/>
              <a:chOff x="1225800" y="10542240"/>
              <a:chExt cx="14760" cy="16404480"/>
            </a:xfrm>
          </p:grpSpPr>
          <p:sp>
            <p:nvSpPr>
              <p:cNvPr id="75" name="Freeform 55"/>
              <p:cNvSpPr/>
              <p:nvPr/>
            </p:nvSpPr>
            <p:spPr>
              <a:xfrm>
                <a:off x="1232280" y="10548720"/>
                <a:ext cx="2160" cy="16391520"/>
              </a:xfrm>
              <a:custGeom>
                <a:avLst/>
                <a:gdLst>
                  <a:gd name="textAreaLeft" fmla="*/ 0 w 2160"/>
                  <a:gd name="textAreaRight" fmla="*/ 16560 w 2160"/>
                  <a:gd name="textAreaTop" fmla="*/ 0 h 16391520"/>
                  <a:gd name="textAreaBottom" fmla="*/ 16405920 h 16391520"/>
                </a:gdLst>
                <a:ahLst/>
                <a:cxnLst/>
                <a:rect l="textAreaLeft" t="textAreaTop" r="textAreaRight" b="textAreaBottom"/>
                <a:pathLst>
                  <a:path w="22098" h="21874606">
                    <a:moveTo>
                      <a:pt x="22098" y="0"/>
                    </a:moveTo>
                    <a:lnTo>
                      <a:pt x="22098" y="21874606"/>
                    </a:lnTo>
                    <a:lnTo>
                      <a:pt x="0" y="218746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eform 56"/>
              <p:cNvSpPr/>
              <p:nvPr/>
            </p:nvSpPr>
            <p:spPr>
              <a:xfrm>
                <a:off x="1225800" y="10542240"/>
                <a:ext cx="14760" cy="16404480"/>
              </a:xfrm>
              <a:custGeom>
                <a:avLst/>
                <a:gdLst>
                  <a:gd name="textAreaLeft" fmla="*/ 0 w 14760"/>
                  <a:gd name="textAreaRight" fmla="*/ 29160 w 14760"/>
                  <a:gd name="textAreaTop" fmla="*/ 0 h 16404480"/>
                  <a:gd name="textAreaBottom" fmla="*/ 16418880 h 16404480"/>
                </a:gdLst>
                <a:ahLst/>
                <a:cxnLst/>
                <a:rect l="textAreaLeft" t="textAreaTop" r="textAreaRight" b="textAreaBottom"/>
                <a:pathLst>
                  <a:path w="39116" h="21891625">
                    <a:moveTo>
                      <a:pt x="38989" y="8509"/>
                    </a:moveTo>
                    <a:lnTo>
                      <a:pt x="38989" y="21883115"/>
                    </a:lnTo>
                    <a:cubicBezTo>
                      <a:pt x="38989" y="21887814"/>
                      <a:pt x="35179" y="21891625"/>
                      <a:pt x="30480" y="21891625"/>
                    </a:cubicBezTo>
                    <a:lnTo>
                      <a:pt x="8509" y="21891625"/>
                    </a:lnTo>
                    <a:cubicBezTo>
                      <a:pt x="3810" y="21891625"/>
                      <a:pt x="0" y="21887814"/>
                      <a:pt x="0" y="21883115"/>
                    </a:cubicBezTo>
                    <a:lnTo>
                      <a:pt x="0" y="8509"/>
                    </a:lnTo>
                    <a:cubicBezTo>
                      <a:pt x="0" y="3810"/>
                      <a:pt x="3810" y="0"/>
                      <a:pt x="8509" y="0"/>
                    </a:cubicBezTo>
                    <a:lnTo>
                      <a:pt x="30607" y="0"/>
                    </a:lnTo>
                    <a:cubicBezTo>
                      <a:pt x="35306" y="0"/>
                      <a:pt x="39116" y="3810"/>
                      <a:pt x="39116" y="8509"/>
                    </a:cubicBezTo>
                    <a:moveTo>
                      <a:pt x="22098" y="8509"/>
                    </a:moveTo>
                    <a:lnTo>
                      <a:pt x="30607" y="8509"/>
                    </a:lnTo>
                    <a:lnTo>
                      <a:pt x="30607" y="17018"/>
                    </a:lnTo>
                    <a:lnTo>
                      <a:pt x="8509" y="17018"/>
                    </a:lnTo>
                    <a:lnTo>
                      <a:pt x="8509" y="8509"/>
                    </a:lnTo>
                    <a:lnTo>
                      <a:pt x="17018" y="8509"/>
                    </a:lnTo>
                    <a:lnTo>
                      <a:pt x="17018" y="21883115"/>
                    </a:lnTo>
                    <a:lnTo>
                      <a:pt x="8509" y="21883115"/>
                    </a:lnTo>
                    <a:lnTo>
                      <a:pt x="8509" y="21874606"/>
                    </a:lnTo>
                    <a:lnTo>
                      <a:pt x="30607" y="21874606"/>
                    </a:lnTo>
                    <a:lnTo>
                      <a:pt x="30607" y="21883115"/>
                    </a:lnTo>
                    <a:lnTo>
                      <a:pt x="22098" y="21883115"/>
                    </a:lnTo>
                    <a:lnTo>
                      <a:pt x="22098" y="8509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" name="Freeform 57"/>
            <p:cNvSpPr/>
            <p:nvPr/>
          </p:nvSpPr>
          <p:spPr>
            <a:xfrm>
              <a:off x="1097280" y="10266120"/>
              <a:ext cx="268200" cy="268200"/>
            </a:xfrm>
            <a:custGeom>
              <a:avLst/>
              <a:gdLst>
                <a:gd name="textAreaLeft" fmla="*/ 0 w 268200"/>
                <a:gd name="textAreaRight" fmla="*/ 282600 w 268200"/>
                <a:gd name="textAreaTop" fmla="*/ 0 h 268200"/>
                <a:gd name="textAreaBottom" fmla="*/ 282600 h 26820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6" y="0"/>
                  </a:lnTo>
                  <a:lnTo>
                    <a:pt x="376796" y="376796"/>
                  </a:lnTo>
                  <a:lnTo>
                    <a:pt x="0" y="37679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Freeform 58"/>
            <p:cNvSpPr/>
            <p:nvPr/>
          </p:nvSpPr>
          <p:spPr>
            <a:xfrm>
              <a:off x="1084680" y="14009040"/>
              <a:ext cx="268200" cy="268200"/>
            </a:xfrm>
            <a:custGeom>
              <a:avLst/>
              <a:gdLst>
                <a:gd name="textAreaLeft" fmla="*/ 0 w 268200"/>
                <a:gd name="textAreaRight" fmla="*/ 282600 w 268200"/>
                <a:gd name="textAreaTop" fmla="*/ 0 h 268200"/>
                <a:gd name="textAreaBottom" fmla="*/ 282600 h 26820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6" y="0"/>
                  </a:lnTo>
                  <a:lnTo>
                    <a:pt x="376796" y="376796"/>
                  </a:lnTo>
                  <a:lnTo>
                    <a:pt x="0" y="37679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Freeform 59"/>
            <p:cNvSpPr/>
            <p:nvPr/>
          </p:nvSpPr>
          <p:spPr>
            <a:xfrm>
              <a:off x="1074600" y="17867880"/>
              <a:ext cx="268200" cy="268200"/>
            </a:xfrm>
            <a:custGeom>
              <a:avLst/>
              <a:gdLst>
                <a:gd name="textAreaLeft" fmla="*/ 0 w 268200"/>
                <a:gd name="textAreaRight" fmla="*/ 282600 w 268200"/>
                <a:gd name="textAreaTop" fmla="*/ 0 h 268200"/>
                <a:gd name="textAreaBottom" fmla="*/ 282600 h 26820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6" y="0"/>
                  </a:lnTo>
                  <a:lnTo>
                    <a:pt x="376796" y="376796"/>
                  </a:lnTo>
                  <a:lnTo>
                    <a:pt x="0" y="37679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Freeform 60"/>
            <p:cNvSpPr/>
            <p:nvPr/>
          </p:nvSpPr>
          <p:spPr>
            <a:xfrm>
              <a:off x="1074600" y="25391520"/>
              <a:ext cx="268200" cy="268200"/>
            </a:xfrm>
            <a:custGeom>
              <a:avLst/>
              <a:gdLst>
                <a:gd name="textAreaLeft" fmla="*/ 0 w 268200"/>
                <a:gd name="textAreaRight" fmla="*/ 282600 w 268200"/>
                <a:gd name="textAreaTop" fmla="*/ 0 h 268200"/>
                <a:gd name="textAreaBottom" fmla="*/ 282600 h 26820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6" y="0"/>
                  </a:lnTo>
                  <a:lnTo>
                    <a:pt x="376796" y="376796"/>
                  </a:lnTo>
                  <a:lnTo>
                    <a:pt x="0" y="37679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61"/>
            <p:cNvSpPr/>
            <p:nvPr/>
          </p:nvSpPr>
          <p:spPr>
            <a:xfrm>
              <a:off x="1825920" y="9866880"/>
              <a:ext cx="10841760" cy="1021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606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25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{{exp_1_bullets_block}}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25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67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</a:pPr>
              <a:endPara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2415"/>
                </a:lnSpc>
              </a:pPr>
              <a:r>
                <a:rPr lang="en-US" sz="2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{{exp_2_role}}</a:t>
              </a:r>
              <a:r>
                <a:rPr lang="en-US" sz="2400" b="1" u="none" strike="noStrike">
                  <a:solidFill>
                    <a:srgbClr val="333333"/>
                  </a:solidFill>
                  <a:effectLst/>
                  <a:uFillTx/>
                  <a:latin typeface="Montserrat Bold"/>
                  <a:ea typeface="Montserrat Bold"/>
                </a:rPr>
                <a:t>  </a:t>
              </a:r>
              <a:r>
                <a:rPr lang="en-US" sz="21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{{exp_2_company}}  {{exp_2_dates}}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25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{{exp_2_bullets_block}}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67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68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2415"/>
                </a:lnSpc>
              </a:pPr>
              <a:r>
                <a:rPr lang="en-US" sz="2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{{exp_3_role}} </a:t>
              </a:r>
              <a:r>
                <a:rPr lang="en-US" sz="2400" b="1" u="none" strike="noStrike">
                  <a:solidFill>
                    <a:srgbClr val="333333"/>
                  </a:solidFill>
                  <a:effectLst/>
                  <a:uFillTx/>
                  <a:latin typeface="Montserrat Bold"/>
                  <a:ea typeface="Montserrat Bold"/>
                </a:rPr>
                <a:t> </a:t>
              </a:r>
              <a:r>
                <a:rPr lang="en-US" sz="2400" b="0" u="none" strike="noStrike">
                  <a:solidFill>
                    <a:srgbClr val="333333"/>
                  </a:solidFill>
                  <a:effectLst/>
                  <a:uFillTx/>
                  <a:latin typeface="Montserrat"/>
                  <a:ea typeface="Montserrat"/>
                </a:rPr>
                <a:t> </a:t>
              </a:r>
              <a:r>
                <a:rPr lang="en-US" sz="21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{{exp_3_company}}  {{exp_3_dates}}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25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{{exp_3_bullets_block}}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67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685"/>
                </a:lnSpc>
              </a:pPr>
              <a:endPara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1984"/>
                </a:lnSpc>
              </a:pPr>
              <a:r>
                <a:rPr lang="en-US" sz="2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{{exp_4_role}} </a:t>
              </a:r>
              <a:r>
                <a:rPr lang="en-US" sz="2400" b="1" u="none" strike="noStrike">
                  <a:solidFill>
                    <a:srgbClr val="333333"/>
                  </a:solidFill>
                  <a:effectLst/>
                  <a:uFillTx/>
                  <a:latin typeface="Lato"/>
                  <a:ea typeface="Montserrat Bold"/>
                </a:rPr>
                <a:t> </a:t>
              </a:r>
              <a:r>
                <a:rPr lang="en-US" sz="21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{{exp_4_company}}  {{exp_4_dates}}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25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{{exp_4_bullets_block}}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567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50000"/>
                </a:lnSpc>
              </a:pPr>
              <a:r>
                <a:rPr lang="en-US" sz="2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{{exp_5_role}}</a:t>
              </a:r>
              <a:r>
                <a:rPr lang="en-US" sz="2400" b="1" u="none" strike="noStrike">
                  <a:solidFill>
                    <a:srgbClr val="333333"/>
                  </a:solidFill>
                  <a:effectLst/>
                  <a:uFillTx/>
                  <a:latin typeface="Montserrat Bold"/>
                  <a:ea typeface="Montserrat Bold"/>
                </a:rPr>
                <a:t> </a:t>
              </a:r>
              <a:r>
                <a:rPr lang="en-US" sz="2400" b="1" u="none" strike="noStrike">
                  <a:solidFill>
                    <a:srgbClr val="333333"/>
                  </a:solidFill>
                  <a:effectLst/>
                  <a:uFillTx/>
                  <a:latin typeface="Lato"/>
                  <a:ea typeface="Montserrat Bold"/>
                </a:rPr>
                <a:t> </a:t>
              </a:r>
              <a:r>
                <a:rPr lang="en-US" sz="21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{{exp_5_company}}  {{exp_5_dates}}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4606"/>
                </a:lnSpc>
              </a:pPr>
              <a:r>
                <a:rPr lang="es-AR" sz="225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{{exp_5_bullets_block}}</a:t>
              </a: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74960" indent="-214920" defTabSz="914400">
                <a:lnSpc>
                  <a:spcPct val="150000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74960" indent="-214920" defTabSz="914400">
                <a:lnSpc>
                  <a:spcPts val="4229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62"/>
            <p:cNvSpPr/>
            <p:nvPr/>
          </p:nvSpPr>
          <p:spPr>
            <a:xfrm>
              <a:off x="1847160" y="10105920"/>
              <a:ext cx="1082052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144"/>
                </a:lnSpc>
              </a:pPr>
              <a:r>
                <a:rPr lang="en-US" sz="2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{{exp_1_role}}</a:t>
              </a:r>
              <a:r>
                <a:rPr lang="en-US" sz="2400" b="1" u="none" strike="noStrike">
                  <a:solidFill>
                    <a:srgbClr val="333333"/>
                  </a:solidFill>
                  <a:effectLst/>
                  <a:uFillTx/>
                  <a:latin typeface="Montserrat Bold"/>
                  <a:ea typeface="Montserrat Bold"/>
                </a:rPr>
                <a:t>  </a:t>
              </a:r>
              <a:r>
                <a:rPr lang="en-US" sz="21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{{exp_1_company}}</a:t>
              </a:r>
              <a:r>
                <a:rPr lang="en-US" sz="2400" b="1" u="none" strike="noStrike">
                  <a:solidFill>
                    <a:srgbClr val="333333"/>
                  </a:solidFill>
                  <a:effectLst/>
                  <a:uFillTx/>
                  <a:latin typeface="Lato"/>
                  <a:ea typeface="Montserrat Bold"/>
                </a:rPr>
                <a:t> </a:t>
              </a:r>
              <a:r>
                <a:rPr lang="en-US" sz="21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 {{exp_1_dates}}</a:t>
              </a:r>
              <a:r>
                <a:rPr lang="en-US" sz="2400" b="0" u="none" strike="noStrike">
                  <a:solidFill>
                    <a:srgbClr val="333333"/>
                  </a:solidFill>
                  <a:effectLst/>
                  <a:uFillTx/>
                  <a:latin typeface="Lato"/>
                  <a:ea typeface="Montserrat"/>
                </a:rPr>
                <a:t> </a:t>
              </a:r>
              <a:endParaRPr lang="es-AR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64"/>
            <p:cNvSpPr/>
            <p:nvPr/>
          </p:nvSpPr>
          <p:spPr>
            <a:xfrm>
              <a:off x="10283040" y="10157040"/>
              <a:ext cx="3608280" cy="29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1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68"/>
            <p:cNvSpPr/>
            <p:nvPr/>
          </p:nvSpPr>
          <p:spPr>
            <a:xfrm>
              <a:off x="10283040" y="17853480"/>
              <a:ext cx="3920040" cy="29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1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69"/>
            <p:cNvSpPr/>
            <p:nvPr/>
          </p:nvSpPr>
          <p:spPr>
            <a:xfrm>
              <a:off x="1840680" y="13838760"/>
              <a:ext cx="10841760" cy="165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606"/>
                </a:lnSpc>
              </a:pPr>
              <a:endPara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74960" indent="-214920" defTabSz="914400">
                <a:lnSpc>
                  <a:spcPts val="4229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74960" indent="-214920" defTabSz="914400">
                <a:lnSpc>
                  <a:spcPts val="4229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70"/>
            <p:cNvSpPr/>
            <p:nvPr/>
          </p:nvSpPr>
          <p:spPr>
            <a:xfrm>
              <a:off x="1837800" y="13973400"/>
              <a:ext cx="10932120" cy="29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1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Freeform 81"/>
            <p:cNvSpPr/>
            <p:nvPr/>
          </p:nvSpPr>
          <p:spPr>
            <a:xfrm>
              <a:off x="1074600" y="21655080"/>
              <a:ext cx="268200" cy="268200"/>
            </a:xfrm>
            <a:custGeom>
              <a:avLst/>
              <a:gdLst>
                <a:gd name="textAreaLeft" fmla="*/ 0 w 268200"/>
                <a:gd name="textAreaRight" fmla="*/ 282600 w 268200"/>
                <a:gd name="textAreaTop" fmla="*/ 0 h 268200"/>
                <a:gd name="textAreaBottom" fmla="*/ 282600 h 26820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6" y="0"/>
                  </a:lnTo>
                  <a:lnTo>
                    <a:pt x="376796" y="376796"/>
                  </a:lnTo>
                  <a:lnTo>
                    <a:pt x="0" y="37679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" name="TextBox 1"/>
          <p:cNvSpPr/>
          <p:nvPr/>
        </p:nvSpPr>
        <p:spPr>
          <a:xfrm>
            <a:off x="15120000" y="540000"/>
            <a:ext cx="5393880" cy="553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5310440" y="900000"/>
            <a:ext cx="5214240" cy="52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4724720" y="12321000"/>
            <a:ext cx="597384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pc="-499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4740200" y="7221600"/>
            <a:ext cx="2336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Contacto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" name="Group 6"/>
          <p:cNvGrpSpPr/>
          <p:nvPr/>
        </p:nvGrpSpPr>
        <p:grpSpPr>
          <a:xfrm>
            <a:off x="14740200" y="7883280"/>
            <a:ext cx="5059080" cy="17280"/>
            <a:chOff x="14740200" y="7883280"/>
            <a:chExt cx="5059080" cy="17280"/>
          </a:xfrm>
        </p:grpSpPr>
        <p:sp>
          <p:nvSpPr>
            <p:cNvPr id="93" name="Freeform 1"/>
            <p:cNvSpPr/>
            <p:nvPr/>
          </p:nvSpPr>
          <p:spPr>
            <a:xfrm>
              <a:off x="14746320" y="7889400"/>
              <a:ext cx="5046480" cy="4680"/>
            </a:xfrm>
            <a:custGeom>
              <a:avLst/>
              <a:gdLst>
                <a:gd name="textAreaLeft" fmla="*/ 0 w 5046480"/>
                <a:gd name="textAreaRight" fmla="*/ 5058360 w 5046480"/>
                <a:gd name="textAreaTop" fmla="*/ 0 h 4680"/>
                <a:gd name="textAreaBottom" fmla="*/ 16560 h 4680"/>
              </a:gdLst>
              <a:ahLst/>
              <a:cxnLst/>
              <a:rect l="textAreaLeft" t="textAreaTop" r="textAreaRight" b="textAreaBottom"/>
              <a:pathLst>
                <a:path w="6744462" h="22098">
                  <a:moveTo>
                    <a:pt x="6744462" y="22098"/>
                  </a:moveTo>
                  <a:lnTo>
                    <a:pt x="0" y="22098"/>
                  </a:lnTo>
                  <a:lnTo>
                    <a:pt x="0" y="0"/>
                  </a:lnTo>
                  <a:lnTo>
                    <a:pt x="6744462" y="0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8440" bIns="-284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Freeform 2"/>
            <p:cNvSpPr/>
            <p:nvPr/>
          </p:nvSpPr>
          <p:spPr>
            <a:xfrm>
              <a:off x="14740200" y="7883280"/>
              <a:ext cx="5059080" cy="17280"/>
            </a:xfrm>
            <a:custGeom>
              <a:avLst/>
              <a:gdLst>
                <a:gd name="textAreaLeft" fmla="*/ 0 w 5059080"/>
                <a:gd name="textAreaRight" fmla="*/ 5070960 w 5059080"/>
                <a:gd name="textAreaTop" fmla="*/ 0 h 17280"/>
                <a:gd name="textAreaBottom" fmla="*/ 29160 h 17280"/>
              </a:gdLst>
              <a:ahLst/>
              <a:cxnLst/>
              <a:rect l="textAreaLeft" t="textAreaTop" r="textAreaRight" b="textAreaBottom"/>
              <a:pathLst>
                <a:path w="6761480" h="39116">
                  <a:moveTo>
                    <a:pt x="6752971" y="38989"/>
                  </a:moveTo>
                  <a:lnTo>
                    <a:pt x="8509" y="38989"/>
                  </a:lnTo>
                  <a:cubicBezTo>
                    <a:pt x="3810" y="38989"/>
                    <a:pt x="0" y="35179"/>
                    <a:pt x="0" y="3060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lnTo>
                    <a:pt x="6752971" y="0"/>
                  </a:lnTo>
                  <a:cubicBezTo>
                    <a:pt x="6757670" y="0"/>
                    <a:pt x="6761480" y="3810"/>
                    <a:pt x="6761480" y="8509"/>
                  </a:cubicBezTo>
                  <a:lnTo>
                    <a:pt x="6761480" y="30607"/>
                  </a:lnTo>
                  <a:cubicBezTo>
                    <a:pt x="6761480" y="35306"/>
                    <a:pt x="6757670" y="39116"/>
                    <a:pt x="6752971" y="39116"/>
                  </a:cubicBezTo>
                  <a:moveTo>
                    <a:pt x="6752971" y="22225"/>
                  </a:moveTo>
                  <a:lnTo>
                    <a:pt x="6752971" y="30734"/>
                  </a:lnTo>
                  <a:lnTo>
                    <a:pt x="6744462" y="30734"/>
                  </a:lnTo>
                  <a:lnTo>
                    <a:pt x="6744462" y="8509"/>
                  </a:lnTo>
                  <a:lnTo>
                    <a:pt x="6752971" y="8509"/>
                  </a:lnTo>
                  <a:lnTo>
                    <a:pt x="6752971" y="17018"/>
                  </a:lnTo>
                  <a:lnTo>
                    <a:pt x="8509" y="17018"/>
                  </a:lnTo>
                  <a:lnTo>
                    <a:pt x="8509" y="8509"/>
                  </a:lnTo>
                  <a:lnTo>
                    <a:pt x="17018" y="8509"/>
                  </a:lnTo>
                  <a:lnTo>
                    <a:pt x="17018" y="30607"/>
                  </a:lnTo>
                  <a:lnTo>
                    <a:pt x="8509" y="30607"/>
                  </a:lnTo>
                  <a:lnTo>
                    <a:pt x="8509" y="22098"/>
                  </a:lnTo>
                  <a:lnTo>
                    <a:pt x="6752971" y="22098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5840" bIns="-158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5" name="TextBox 18"/>
          <p:cNvSpPr/>
          <p:nvPr/>
        </p:nvSpPr>
        <p:spPr>
          <a:xfrm>
            <a:off x="15604200" y="8338320"/>
            <a:ext cx="39945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8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7"/>
          <p:cNvSpPr/>
          <p:nvPr/>
        </p:nvSpPr>
        <p:spPr>
          <a:xfrm>
            <a:off x="15604200" y="9058320"/>
            <a:ext cx="324612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8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Licencia de conducir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9"/>
          <p:cNvSpPr/>
          <p:nvPr/>
        </p:nvSpPr>
        <p:spPr>
          <a:xfrm>
            <a:off x="15604200" y="9951480"/>
            <a:ext cx="384120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8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+{{contact_phone}}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5604200" y="10665000"/>
            <a:ext cx="3260520" cy="4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Freeform 9"/>
          <p:cNvSpPr/>
          <p:nvPr/>
        </p:nvSpPr>
        <p:spPr>
          <a:xfrm>
            <a:off x="14824080" y="8261640"/>
            <a:ext cx="600840" cy="551160"/>
          </a:xfrm>
          <a:custGeom>
            <a:avLst/>
            <a:gdLst>
              <a:gd name="textAreaLeft" fmla="*/ 0 w 600840"/>
              <a:gd name="textAreaRight" fmla="*/ 611280 w 600840"/>
              <a:gd name="textAreaTop" fmla="*/ 0 h 551160"/>
              <a:gd name="textAreaBottom" fmla="*/ 560880 h 55116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3" y="0"/>
                </a:lnTo>
                <a:lnTo>
                  <a:pt x="924483" y="924483"/>
                </a:lnTo>
                <a:lnTo>
                  <a:pt x="0" y="9244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Freeform 10"/>
          <p:cNvSpPr/>
          <p:nvPr/>
        </p:nvSpPr>
        <p:spPr>
          <a:xfrm>
            <a:off x="14824080" y="9046440"/>
            <a:ext cx="600840" cy="551520"/>
          </a:xfrm>
          <a:custGeom>
            <a:avLst/>
            <a:gdLst>
              <a:gd name="textAreaLeft" fmla="*/ 0 w 600840"/>
              <a:gd name="textAreaRight" fmla="*/ 611280 w 600840"/>
              <a:gd name="textAreaTop" fmla="*/ 0 h 551520"/>
              <a:gd name="textAreaBottom" fmla="*/ 561240 h 55152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3" y="0"/>
                </a:lnTo>
                <a:lnTo>
                  <a:pt x="924483" y="924484"/>
                </a:lnTo>
                <a:lnTo>
                  <a:pt x="0" y="9244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Freeform 11"/>
          <p:cNvSpPr/>
          <p:nvPr/>
        </p:nvSpPr>
        <p:spPr>
          <a:xfrm>
            <a:off x="14978880" y="8450280"/>
            <a:ext cx="298440" cy="207720"/>
          </a:xfrm>
          <a:custGeom>
            <a:avLst/>
            <a:gdLst>
              <a:gd name="textAreaLeft" fmla="*/ 0 w 298440"/>
              <a:gd name="textAreaRight" fmla="*/ 308880 w 298440"/>
              <a:gd name="textAreaTop" fmla="*/ 0 h 207720"/>
              <a:gd name="textAreaBottom" fmla="*/ 217440 h 207720"/>
            </a:gdLst>
            <a:ahLst/>
            <a:cxnLst/>
            <a:rect l="textAreaLeft" t="textAreaTop" r="textAreaRight" b="textAreaBottom"/>
            <a:pathLst>
              <a:path w="467042" h="358559">
                <a:moveTo>
                  <a:pt x="0" y="0"/>
                </a:moveTo>
                <a:lnTo>
                  <a:pt x="467043" y="0"/>
                </a:lnTo>
                <a:lnTo>
                  <a:pt x="467043" y="358560"/>
                </a:lnTo>
                <a:lnTo>
                  <a:pt x="0" y="3585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Freeform 12"/>
          <p:cNvSpPr/>
          <p:nvPr/>
        </p:nvSpPr>
        <p:spPr>
          <a:xfrm>
            <a:off x="14832360" y="9827280"/>
            <a:ext cx="600840" cy="551520"/>
          </a:xfrm>
          <a:custGeom>
            <a:avLst/>
            <a:gdLst>
              <a:gd name="textAreaLeft" fmla="*/ 0 w 600840"/>
              <a:gd name="textAreaRight" fmla="*/ 611280 w 600840"/>
              <a:gd name="textAreaTop" fmla="*/ 0 h 551520"/>
              <a:gd name="textAreaBottom" fmla="*/ 561240 h 55152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4" y="0"/>
                </a:lnTo>
                <a:lnTo>
                  <a:pt x="924484" y="924484"/>
                </a:lnTo>
                <a:lnTo>
                  <a:pt x="0" y="9244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Freeform 13"/>
          <p:cNvSpPr/>
          <p:nvPr/>
        </p:nvSpPr>
        <p:spPr>
          <a:xfrm>
            <a:off x="14832360" y="10608120"/>
            <a:ext cx="600840" cy="551160"/>
          </a:xfrm>
          <a:custGeom>
            <a:avLst/>
            <a:gdLst>
              <a:gd name="textAreaLeft" fmla="*/ 0 w 600840"/>
              <a:gd name="textAreaRight" fmla="*/ 611280 w 600840"/>
              <a:gd name="textAreaTop" fmla="*/ 0 h 551160"/>
              <a:gd name="textAreaBottom" fmla="*/ 560880 h 55116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4" y="0"/>
                </a:lnTo>
                <a:lnTo>
                  <a:pt x="924484" y="924484"/>
                </a:lnTo>
                <a:lnTo>
                  <a:pt x="0" y="9244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Freeform 14"/>
          <p:cNvSpPr/>
          <p:nvPr/>
        </p:nvSpPr>
        <p:spPr>
          <a:xfrm>
            <a:off x="15026400" y="9969480"/>
            <a:ext cx="208440" cy="266400"/>
          </a:xfrm>
          <a:custGeom>
            <a:avLst/>
            <a:gdLst>
              <a:gd name="textAreaLeft" fmla="*/ 0 w 208440"/>
              <a:gd name="textAreaRight" fmla="*/ 218880 w 208440"/>
              <a:gd name="textAreaTop" fmla="*/ 0 h 266400"/>
              <a:gd name="textAreaBottom" fmla="*/ 276120 h 266400"/>
            </a:gdLst>
            <a:ahLst/>
            <a:cxnLst/>
            <a:rect l="textAreaLeft" t="textAreaTop" r="textAreaRight" b="textAreaBottom"/>
            <a:pathLst>
              <a:path w="331203" h="455041">
                <a:moveTo>
                  <a:pt x="0" y="0"/>
                </a:moveTo>
                <a:lnTo>
                  <a:pt x="331203" y="0"/>
                </a:lnTo>
                <a:lnTo>
                  <a:pt x="331203" y="455041"/>
                </a:lnTo>
                <a:lnTo>
                  <a:pt x="0" y="45504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Freeform 15"/>
          <p:cNvSpPr/>
          <p:nvPr/>
        </p:nvSpPr>
        <p:spPr>
          <a:xfrm>
            <a:off x="14978880" y="10751040"/>
            <a:ext cx="307440" cy="281880"/>
          </a:xfrm>
          <a:custGeom>
            <a:avLst/>
            <a:gdLst>
              <a:gd name="textAreaLeft" fmla="*/ 0 w 307440"/>
              <a:gd name="textAreaRight" fmla="*/ 317880 w 307440"/>
              <a:gd name="textAreaTop" fmla="*/ 0 h 281880"/>
              <a:gd name="textAreaBottom" fmla="*/ 291600 h 281880"/>
            </a:gdLst>
            <a:ahLst/>
            <a:cxnLst/>
            <a:rect l="textAreaLeft" t="textAreaTop" r="textAreaRight" b="textAreaBottom"/>
            <a:pathLst>
              <a:path w="480479" h="480479">
                <a:moveTo>
                  <a:pt x="0" y="0"/>
                </a:moveTo>
                <a:lnTo>
                  <a:pt x="480479" y="0"/>
                </a:lnTo>
                <a:lnTo>
                  <a:pt x="480479" y="480479"/>
                </a:lnTo>
                <a:lnTo>
                  <a:pt x="0" y="4804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Freeform 16"/>
          <p:cNvSpPr/>
          <p:nvPr/>
        </p:nvSpPr>
        <p:spPr>
          <a:xfrm>
            <a:off x="14941440" y="9190080"/>
            <a:ext cx="382680" cy="276840"/>
          </a:xfrm>
          <a:custGeom>
            <a:avLst/>
            <a:gdLst>
              <a:gd name="textAreaLeft" fmla="*/ 0 w 382680"/>
              <a:gd name="textAreaRight" fmla="*/ 393120 w 382680"/>
              <a:gd name="textAreaTop" fmla="*/ 0 h 276840"/>
              <a:gd name="textAreaBottom" fmla="*/ 286560 h 276840"/>
            </a:gdLst>
            <a:ahLst/>
            <a:cxnLst/>
            <a:rect l="textAreaLeft" t="textAreaTop" r="textAreaRight" b="textAreaBottom"/>
            <a:pathLst>
              <a:path w="594246" h="472796">
                <a:moveTo>
                  <a:pt x="0" y="0"/>
                </a:moveTo>
                <a:lnTo>
                  <a:pt x="594246" y="0"/>
                </a:lnTo>
                <a:lnTo>
                  <a:pt x="594246" y="472795"/>
                </a:lnTo>
                <a:lnTo>
                  <a:pt x="0" y="4727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DAG9BWUorPU</dc:identifier>
  <dc:language>es-AR</dc:language>
  <cp:lastModifiedBy/>
  <dcterms:modified xsi:type="dcterms:W3CDTF">2026-01-14T17:27:09Z</dcterms:modified>
  <cp:revision>50</cp:revision>
  <dc:subject/>
  <dc:title>Template_2_moderno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