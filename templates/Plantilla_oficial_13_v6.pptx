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"/>
    </p:embeddedFont>
    <p:embeddedFont>
      <p:font typeface="Montserrat"/>
      <p:regular r:id="rId5"/>
      <p:bold r:id="rId5"/>
    </p:embeddedFont>
    <p:embeddedFont>
      <p:font typeface="Poppins"/>
      <p:regular r:id="rId6"/>
      <p:bold r:id="rId6"/>
    </p:embeddedFont>
    <p:embeddedFont>
      <p:font typeface="Montserrat Bold"/>
    </p:embeddedFont>
    <p:embeddedFont>
      <p:font typeface="Microsoft YaHei"/>
      <p:regular r:id="rId7"/>
    </p:embeddedFont>
    <p:embeddedFont>
      <p:font typeface="Poppins Bold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Montserrat_Regular.fntdata"/><Relationship Id="rId6" Type="http://schemas.openxmlformats.org/officeDocument/2006/relationships/font" Target="fonts/Font_2_Poppins_Regular.fntdata"/><Relationship Id="rId7" Type="http://schemas.openxmlformats.org/officeDocument/2006/relationships/font" Target="fonts/Font_3_Microsoft_YaHei_Regular.fntdata"/><Relationship Id="rId8" Type="http://schemas.openxmlformats.org/officeDocument/2006/relationships/font" Target="fonts/Font_4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120" cy="112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4800" cy="62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4800" cy="3935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6240" cy="62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6240" cy="3935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33B769-3F26-4600-8039-62F596BA73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120" cy="112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86000D-7DC6-438D-A4A1-D41410A893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FE2A64-9FCF-4255-9449-A31131EF4B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3000" cy="505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3000" cy="175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2680" cy="114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6160" cy="583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2680" cy="467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54E702-CD55-4BEB-98AC-109EC4F4F0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0920" cy="55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0920" cy="4099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0920" cy="78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0E5FE7-35FF-4003-9D06-35B7921ABB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6920" cy="145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A1C415-F21E-4B64-88B8-692D495B31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120" cy="112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120" cy="451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11FA02-32DC-41E2-B2A7-7957E53B9A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1920" cy="583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4440" cy="583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44E9A7-489E-462E-A200-219F700963C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120" cy="112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120" cy="451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26F019-BF19-402E-9090-B35AE7982E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6920" cy="13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6920" cy="148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2FC8E0-72A6-4654-ADEE-AE67206662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120" cy="112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3000" cy="451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3000" cy="451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000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8240" cy="3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7AB3C4-64CB-4CC2-92C3-A1CD175529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4"/>
          <p:cNvGrpSpPr/>
          <p:nvPr/>
        </p:nvGrpSpPr>
        <p:grpSpPr>
          <a:xfrm>
            <a:off x="753480" y="8103600"/>
            <a:ext cx="19895760" cy="11520"/>
            <a:chOff x="753480" y="8103600"/>
            <a:chExt cx="19895760" cy="11520"/>
          </a:xfrm>
        </p:grpSpPr>
        <p:sp>
          <p:nvSpPr>
            <p:cNvPr id="62" name="Freeform 5"/>
            <p:cNvSpPr/>
            <p:nvPr/>
          </p:nvSpPr>
          <p:spPr>
            <a:xfrm>
              <a:off x="753480" y="8103600"/>
              <a:ext cx="19895760" cy="11520"/>
            </a:xfrm>
            <a:custGeom>
              <a:avLst/>
              <a:gdLst>
                <a:gd name="textAreaLeft" fmla="*/ 0 w 19895760"/>
                <a:gd name="textAreaRight" fmla="*/ 19911240 w 19895760"/>
                <a:gd name="textAreaTop" fmla="*/ 0 h 11520"/>
                <a:gd name="textAreaBottom" fmla="*/ 27000 h 1152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6"/>
          <p:cNvSpPr/>
          <p:nvPr/>
        </p:nvSpPr>
        <p:spPr>
          <a:xfrm>
            <a:off x="740160" y="7399080"/>
            <a:ext cx="1513080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25"/>
          <p:cNvGrpSpPr/>
          <p:nvPr/>
        </p:nvGrpSpPr>
        <p:grpSpPr>
          <a:xfrm>
            <a:off x="726840" y="8064360"/>
            <a:ext cx="20089080" cy="8451360"/>
            <a:chOff x="726840" y="8064360"/>
            <a:chExt cx="20089080" cy="8451360"/>
          </a:xfrm>
        </p:grpSpPr>
        <p:sp>
          <p:nvSpPr>
            <p:cNvPr id="65" name="TextBox 26"/>
            <p:cNvSpPr/>
            <p:nvPr/>
          </p:nvSpPr>
          <p:spPr>
            <a:xfrm>
              <a:off x="778680" y="8648280"/>
              <a:ext cx="14717520" cy="1883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27"/>
            <p:cNvSpPr/>
            <p:nvPr/>
          </p:nvSpPr>
          <p:spPr>
            <a:xfrm>
              <a:off x="726840" y="8064360"/>
              <a:ext cx="20089080" cy="8451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47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69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</a:t>
              </a: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8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35"/>
                </a:lnSpc>
              </a:pPr>
              <a:r>
                <a:rPr lang="es-AR" sz="32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984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</a:t>
              </a: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8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35"/>
                </a:lnSpc>
              </a:pPr>
              <a:r>
                <a:rPr lang="es-AR" sz="32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984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</a:t>
              </a: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8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35"/>
                </a:lnSpc>
              </a:pPr>
              <a:r>
                <a:rPr lang="es-AR" sz="32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</a:t>
              </a: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8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35"/>
                </a:lnSpc>
              </a:pPr>
              <a:r>
                <a:rPr lang="es-AR" sz="32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</a:pP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386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{{exp_5_role}}</a:t>
              </a: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8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{{exp_5_company}}   {{exp_5_dates}}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35"/>
                </a:lnSpc>
              </a:pPr>
              <a:r>
                <a:rPr lang="es-AR" sz="32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{{exp_5_bullets_block}}</a:t>
              </a: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28"/>
            <p:cNvSpPr/>
            <p:nvPr/>
          </p:nvSpPr>
          <p:spPr>
            <a:xfrm>
              <a:off x="3111840" y="8064360"/>
              <a:ext cx="12519720" cy="466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" name="Group 2"/>
          <p:cNvGrpSpPr/>
          <p:nvPr/>
        </p:nvGrpSpPr>
        <p:grpSpPr>
          <a:xfrm>
            <a:off x="736920" y="4809240"/>
            <a:ext cx="19821960" cy="14760"/>
            <a:chOff x="736920" y="4809240"/>
            <a:chExt cx="19821960" cy="14760"/>
          </a:xfrm>
        </p:grpSpPr>
        <p:sp>
          <p:nvSpPr>
            <p:cNvPr id="69" name="Freeform 2"/>
            <p:cNvSpPr/>
            <p:nvPr/>
          </p:nvSpPr>
          <p:spPr>
            <a:xfrm>
              <a:off x="736920" y="4809240"/>
              <a:ext cx="19821960" cy="14760"/>
            </a:xfrm>
            <a:custGeom>
              <a:avLst/>
              <a:gdLst>
                <a:gd name="textAreaLeft" fmla="*/ 0 w 19821960"/>
                <a:gd name="textAreaRight" fmla="*/ 19834200 w 19821960"/>
                <a:gd name="textAreaTop" fmla="*/ 0 h 14760"/>
                <a:gd name="textAreaBottom" fmla="*/ 27000 h 1476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14"/>
          <p:cNvSpPr/>
          <p:nvPr/>
        </p:nvSpPr>
        <p:spPr>
          <a:xfrm>
            <a:off x="736920" y="3936240"/>
            <a:ext cx="130593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736920" y="4929120"/>
            <a:ext cx="198039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6"/>
          <p:cNvSpPr/>
          <p:nvPr/>
        </p:nvSpPr>
        <p:spPr>
          <a:xfrm>
            <a:off x="0" y="360720"/>
            <a:ext cx="9601920" cy="3394080"/>
          </a:xfrm>
          <a:custGeom>
            <a:avLst/>
            <a:gdLst>
              <a:gd name="textAreaLeft" fmla="*/ 0 w 9601920"/>
              <a:gd name="textAreaRight" fmla="*/ 9617400 w 9601920"/>
              <a:gd name="textAreaTop" fmla="*/ 0 h 3394080"/>
              <a:gd name="textAreaBottom" fmla="*/ 3409200 h 339408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7"/>
          <p:cNvSpPr/>
          <p:nvPr/>
        </p:nvSpPr>
        <p:spPr>
          <a:xfrm>
            <a:off x="12780000" y="995040"/>
            <a:ext cx="827496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1"/>
          <p:cNvSpPr/>
          <p:nvPr/>
        </p:nvSpPr>
        <p:spPr>
          <a:xfrm>
            <a:off x="7553520" y="39600"/>
            <a:ext cx="269316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8280360" y="1080"/>
            <a:ext cx="3766680" cy="376668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8100000" y="-16560"/>
            <a:ext cx="304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540360" y="720360"/>
            <a:ext cx="719568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3"/>
          <p:cNvGrpSpPr/>
          <p:nvPr/>
        </p:nvGrpSpPr>
        <p:grpSpPr>
          <a:xfrm>
            <a:off x="787320" y="252360"/>
            <a:ext cx="20089080" cy="2763360"/>
            <a:chOff x="787320" y="252360"/>
            <a:chExt cx="20089080" cy="2763360"/>
          </a:xfrm>
        </p:grpSpPr>
        <p:sp>
          <p:nvSpPr>
            <p:cNvPr id="79" name="TextBox 3"/>
            <p:cNvSpPr/>
            <p:nvPr/>
          </p:nvSpPr>
          <p:spPr>
            <a:xfrm>
              <a:off x="839160" y="836280"/>
              <a:ext cx="14717520" cy="1883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4"/>
            <p:cNvSpPr/>
            <p:nvPr/>
          </p:nvSpPr>
          <p:spPr>
            <a:xfrm>
              <a:off x="787320" y="252360"/>
              <a:ext cx="20089080" cy="276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47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6236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{{exp_6_role}}</a:t>
              </a:r>
              <a:r>
                <a:rPr lang="en-US" sz="28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8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{{exp_6_company}}   {{exp_6_dates}}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6236"/>
                </a:lnSpc>
              </a:pPr>
              <a:r>
                <a:rPr lang="es-AR" sz="32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{{exp_6_bullets_block}}</a:t>
              </a: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819"/>
                </a:lnSpc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5"/>
            <p:cNvSpPr/>
            <p:nvPr/>
          </p:nvSpPr>
          <p:spPr>
            <a:xfrm>
              <a:off x="3172320" y="252360"/>
              <a:ext cx="12519720" cy="466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2" name="Group 7"/>
          <p:cNvGrpSpPr/>
          <p:nvPr/>
        </p:nvGrpSpPr>
        <p:grpSpPr>
          <a:xfrm>
            <a:off x="711360" y="19766880"/>
            <a:ext cx="19774800" cy="15120"/>
            <a:chOff x="711360" y="19766880"/>
            <a:chExt cx="19774800" cy="15120"/>
          </a:xfrm>
        </p:grpSpPr>
        <p:sp>
          <p:nvSpPr>
            <p:cNvPr id="83" name="Freeform 3"/>
            <p:cNvSpPr/>
            <p:nvPr/>
          </p:nvSpPr>
          <p:spPr>
            <a:xfrm>
              <a:off x="711360" y="19766880"/>
              <a:ext cx="19774800" cy="15120"/>
            </a:xfrm>
            <a:custGeom>
              <a:avLst/>
              <a:gdLst>
                <a:gd name="textAreaLeft" fmla="*/ 0 w 19774800"/>
                <a:gd name="textAreaRight" fmla="*/ 19786680 w 1977480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4" name="Group 9"/>
          <p:cNvGrpSpPr/>
          <p:nvPr/>
        </p:nvGrpSpPr>
        <p:grpSpPr>
          <a:xfrm>
            <a:off x="731880" y="25231680"/>
            <a:ext cx="19844640" cy="15120"/>
            <a:chOff x="731880" y="25231680"/>
            <a:chExt cx="19844640" cy="15120"/>
          </a:xfrm>
        </p:grpSpPr>
        <p:sp>
          <p:nvSpPr>
            <p:cNvPr id="85" name="Freeform 10"/>
            <p:cNvSpPr/>
            <p:nvPr/>
          </p:nvSpPr>
          <p:spPr>
            <a:xfrm>
              <a:off x="731880" y="25231680"/>
              <a:ext cx="19844640" cy="15120"/>
            </a:xfrm>
            <a:custGeom>
              <a:avLst/>
              <a:gdLst>
                <a:gd name="textAreaLeft" fmla="*/ 0 w 19844640"/>
                <a:gd name="textAreaRight" fmla="*/ 19856520 w 1984464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11"/>
          <p:cNvSpPr/>
          <p:nvPr/>
        </p:nvSpPr>
        <p:spPr>
          <a:xfrm>
            <a:off x="720000" y="24399360"/>
            <a:ext cx="150926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2"/>
          <p:cNvSpPr/>
          <p:nvPr/>
        </p:nvSpPr>
        <p:spPr>
          <a:xfrm>
            <a:off x="720000" y="25477200"/>
            <a:ext cx="19821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Freeform 13"/>
          <p:cNvSpPr/>
          <p:nvPr/>
        </p:nvSpPr>
        <p:spPr>
          <a:xfrm>
            <a:off x="720" y="30019320"/>
            <a:ext cx="21381120" cy="261000"/>
          </a:xfrm>
          <a:custGeom>
            <a:avLst/>
            <a:gdLst>
              <a:gd name="textAreaLeft" fmla="*/ 0 w 21381120"/>
              <a:gd name="textAreaRight" fmla="*/ 21393000 w 21381120"/>
              <a:gd name="textAreaTop" fmla="*/ 0 h 261000"/>
              <a:gd name="textAreaBottom" fmla="*/ 265680 h 26100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9"/>
          <p:cNvSpPr/>
          <p:nvPr/>
        </p:nvSpPr>
        <p:spPr>
          <a:xfrm>
            <a:off x="689040" y="19055160"/>
            <a:ext cx="197791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0"/>
          <p:cNvSpPr/>
          <p:nvPr/>
        </p:nvSpPr>
        <p:spPr>
          <a:xfrm>
            <a:off x="785520" y="19756800"/>
            <a:ext cx="1973232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"/>
          <p:cNvSpPr/>
          <p:nvPr/>
        </p:nvSpPr>
        <p:spPr>
          <a:xfrm>
            <a:off x="772200" y="25153200"/>
            <a:ext cx="1982196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2" name="Group 1"/>
          <p:cNvGrpSpPr/>
          <p:nvPr/>
        </p:nvGrpSpPr>
        <p:grpSpPr>
          <a:xfrm>
            <a:off x="711360" y="21350880"/>
            <a:ext cx="19774800" cy="15120"/>
            <a:chOff x="711360" y="21350880"/>
            <a:chExt cx="19774800" cy="15120"/>
          </a:xfrm>
        </p:grpSpPr>
        <p:sp>
          <p:nvSpPr>
            <p:cNvPr id="93" name="Freeform 4"/>
            <p:cNvSpPr/>
            <p:nvPr/>
          </p:nvSpPr>
          <p:spPr>
            <a:xfrm>
              <a:off x="711360" y="21350880"/>
              <a:ext cx="19774800" cy="15120"/>
            </a:xfrm>
            <a:custGeom>
              <a:avLst/>
              <a:gdLst>
                <a:gd name="textAreaLeft" fmla="*/ 0 w 19774800"/>
                <a:gd name="textAreaRight" fmla="*/ 19786680 w 1977480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4" name="TextBox 2"/>
          <p:cNvSpPr/>
          <p:nvPr/>
        </p:nvSpPr>
        <p:spPr>
          <a:xfrm>
            <a:off x="689040" y="20639160"/>
            <a:ext cx="197791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317520" y="21435120"/>
            <a:ext cx="19732320" cy="30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5"/>
          <p:cNvGrpSpPr/>
          <p:nvPr/>
        </p:nvGrpSpPr>
        <p:grpSpPr>
          <a:xfrm>
            <a:off x="731880" y="27140040"/>
            <a:ext cx="19844640" cy="15120"/>
            <a:chOff x="731880" y="27140040"/>
            <a:chExt cx="19844640" cy="15120"/>
          </a:xfrm>
        </p:grpSpPr>
        <p:sp>
          <p:nvSpPr>
            <p:cNvPr id="97" name="Freeform 7"/>
            <p:cNvSpPr/>
            <p:nvPr/>
          </p:nvSpPr>
          <p:spPr>
            <a:xfrm>
              <a:off x="731880" y="27140040"/>
              <a:ext cx="19844640" cy="15120"/>
            </a:xfrm>
            <a:custGeom>
              <a:avLst/>
              <a:gdLst>
                <a:gd name="textAreaLeft" fmla="*/ 0 w 19844640"/>
                <a:gd name="textAreaRight" fmla="*/ 19856520 w 1984464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7"/>
          <p:cNvSpPr/>
          <p:nvPr/>
        </p:nvSpPr>
        <p:spPr>
          <a:xfrm>
            <a:off x="720000" y="26307720"/>
            <a:ext cx="150926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8"/>
          <p:cNvSpPr/>
          <p:nvPr/>
        </p:nvSpPr>
        <p:spPr>
          <a:xfrm>
            <a:off x="720000" y="27385560"/>
            <a:ext cx="19821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9"/>
          <p:cNvSpPr/>
          <p:nvPr/>
        </p:nvSpPr>
        <p:spPr>
          <a:xfrm>
            <a:off x="772200" y="27169560"/>
            <a:ext cx="1982196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2026-03-09T20:04:39Z</dcterms:modified>
  <cp:revision>44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