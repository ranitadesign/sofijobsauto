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 Bold"/>
    </p:embeddedFont>
    <p:embeddedFont>
      <p:font typeface="Proxima nova"/>
    </p:embeddedFont>
    <p:embeddedFont>
      <p:font typeface="Proxima Nova"/>
      <p:regular r:id="rId4"/>
      <p:bold r:id="rId4"/>
    </p:embeddedFont>
    <p:embeddedFont>
      <p:font typeface="Poppins Bold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0B6A16-650F-4C38-8050-FCBBC46D4C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FEA1D6-33EC-4D27-8708-844AD09D06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D9FD64-FB58-4255-921D-344550B750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E5D72A-00ED-433E-BEC5-6D18FFA19F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347E8B-01A2-4771-AF1D-7B09D410BAB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019AF4-0704-4B2C-AEBE-6105608053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F669B2-6EE7-4A5E-9C21-F32C590437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8228CE-7D91-43CB-8747-D67F0941A0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53FD1B-9147-448C-9F46-7240AAEC0EC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FCFF23-A1D5-4B1B-9A61-26F6552C88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E05A91-19DF-47A8-81F6-C553C0EB1B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880080"/>
            <a:ext cx="3337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4903200"/>
            <a:ext cx="191779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7291080"/>
            <a:ext cx="66819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051920" y="4903200"/>
            <a:ext cx="19178280" cy="20160"/>
            <a:chOff x="1051920" y="4903200"/>
            <a:chExt cx="19178280" cy="20160"/>
          </a:xfrm>
        </p:grpSpPr>
        <p:sp>
          <p:nvSpPr>
            <p:cNvPr id="63" name="Freeform 19"/>
            <p:cNvSpPr/>
            <p:nvPr/>
          </p:nvSpPr>
          <p:spPr>
            <a:xfrm>
              <a:off x="1051920" y="490320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9920" y="7920000"/>
            <a:ext cx="19178280" cy="20160"/>
            <a:chOff x="979920" y="7920000"/>
            <a:chExt cx="19178280" cy="20160"/>
          </a:xfrm>
        </p:grpSpPr>
        <p:sp>
          <p:nvSpPr>
            <p:cNvPr id="65" name="Freeform 21"/>
            <p:cNvSpPr/>
            <p:nvPr/>
          </p:nvSpPr>
          <p:spPr>
            <a:xfrm>
              <a:off x="979920" y="792000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4"/>
          <p:cNvSpPr/>
          <p:nvPr/>
        </p:nvSpPr>
        <p:spPr>
          <a:xfrm>
            <a:off x="3713400" y="1781964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5"/>
          <p:cNvSpPr/>
          <p:nvPr/>
        </p:nvSpPr>
        <p:spPr>
          <a:xfrm>
            <a:off x="3780000" y="2736000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6"/>
          <p:cNvSpPr/>
          <p:nvPr/>
        </p:nvSpPr>
        <p:spPr>
          <a:xfrm>
            <a:off x="3880440" y="2196000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1093680" y="18785160"/>
            <a:ext cx="1498860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1049400" y="28260000"/>
            <a:ext cx="196459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080360" y="25560000"/>
            <a:ext cx="193593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3"/>
          <p:cNvSpPr/>
          <p:nvPr/>
        </p:nvSpPr>
        <p:spPr>
          <a:xfrm>
            <a:off x="17681040" y="18785160"/>
            <a:ext cx="25905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2"/>
          <p:cNvGrpSpPr/>
          <p:nvPr/>
        </p:nvGrpSpPr>
        <p:grpSpPr>
          <a:xfrm>
            <a:off x="1093680" y="18663120"/>
            <a:ext cx="19178280" cy="20160"/>
            <a:chOff x="1093680" y="18663120"/>
            <a:chExt cx="19178280" cy="20160"/>
          </a:xfrm>
        </p:grpSpPr>
        <p:sp>
          <p:nvSpPr>
            <p:cNvPr id="74" name="Freeform 23"/>
            <p:cNvSpPr/>
            <p:nvPr/>
          </p:nvSpPr>
          <p:spPr>
            <a:xfrm>
              <a:off x="1093680" y="1866312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24"/>
          <p:cNvGrpSpPr/>
          <p:nvPr/>
        </p:nvGrpSpPr>
        <p:grpSpPr>
          <a:xfrm>
            <a:off x="1080360" y="22655160"/>
            <a:ext cx="19178280" cy="20160"/>
            <a:chOff x="1080360" y="22655160"/>
            <a:chExt cx="19178280" cy="20160"/>
          </a:xfrm>
        </p:grpSpPr>
        <p:sp>
          <p:nvSpPr>
            <p:cNvPr id="76" name="Freeform 25"/>
            <p:cNvSpPr/>
            <p:nvPr/>
          </p:nvSpPr>
          <p:spPr>
            <a:xfrm>
              <a:off x="1080360" y="2265516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26"/>
          <p:cNvGrpSpPr/>
          <p:nvPr/>
        </p:nvGrpSpPr>
        <p:grpSpPr>
          <a:xfrm>
            <a:off x="900360" y="28054080"/>
            <a:ext cx="19178280" cy="20160"/>
            <a:chOff x="900360" y="28054080"/>
            <a:chExt cx="19178280" cy="20160"/>
          </a:xfrm>
        </p:grpSpPr>
        <p:sp>
          <p:nvSpPr>
            <p:cNvPr id="78" name="Freeform 27"/>
            <p:cNvSpPr/>
            <p:nvPr/>
          </p:nvSpPr>
          <p:spPr>
            <a:xfrm>
              <a:off x="900360" y="2805408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1080360" y="20416680"/>
            <a:ext cx="1518192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3"/>
          <p:cNvSpPr/>
          <p:nvPr/>
        </p:nvSpPr>
        <p:spPr>
          <a:xfrm>
            <a:off x="17569080" y="20416680"/>
            <a:ext cx="2689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3"/>
          <p:cNvSpPr/>
          <p:nvPr/>
        </p:nvSpPr>
        <p:spPr>
          <a:xfrm>
            <a:off x="3780000" y="2466000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1"/>
          <p:cNvGrpSpPr/>
          <p:nvPr/>
        </p:nvGrpSpPr>
        <p:grpSpPr>
          <a:xfrm>
            <a:off x="977400" y="25355160"/>
            <a:ext cx="19178280" cy="20160"/>
            <a:chOff x="977400" y="25355160"/>
            <a:chExt cx="19178280" cy="20160"/>
          </a:xfrm>
        </p:grpSpPr>
        <p:sp>
          <p:nvSpPr>
            <p:cNvPr id="83" name="Freeform 1"/>
            <p:cNvSpPr/>
            <p:nvPr/>
          </p:nvSpPr>
          <p:spPr>
            <a:xfrm>
              <a:off x="977400" y="2535516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"/>
          <p:cNvSpPr/>
          <p:nvPr/>
        </p:nvSpPr>
        <p:spPr>
          <a:xfrm>
            <a:off x="1062000" y="22948200"/>
            <a:ext cx="1909368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"/>
          <p:cNvSpPr/>
          <p:nvPr/>
        </p:nvSpPr>
        <p:spPr>
          <a:xfrm>
            <a:off x="902880" y="7812000"/>
            <a:ext cx="19795320" cy="50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720000" y="-180000"/>
            <a:ext cx="2033892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785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2026-03-05T21:59:50Z</dcterms:modified>
  <cp:revision>20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