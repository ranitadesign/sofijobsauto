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EF1D2F-EC1D-40AA-B0B4-9F40125CB5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9D3A6E-AF17-40CB-8F17-C579CFD7A8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C60F5F-E6AF-4E3E-9A92-569F3F7B83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5BC430-D3F8-4D13-A93A-A6B2CF8768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33AF10-5905-4382-B79A-932EE0704D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535E5E-3B39-4090-8687-4CFBF64959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9C3939-B39B-4280-A948-8E72FE3EEF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C7F0B8-23EE-49F4-8AEF-3A94DDD260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526458-6E52-4BF6-8E40-2623D4BD5E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5F501C-117E-4DF0-BE01-C39527CAD6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66A5D7-9525-4630-9247-42A0E35B76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38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903200"/>
            <a:ext cx="19178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7291080"/>
            <a:ext cx="66826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051920" y="4903200"/>
            <a:ext cx="19179000" cy="20880"/>
            <a:chOff x="1051920" y="4903200"/>
            <a:chExt cx="19179000" cy="20880"/>
          </a:xfrm>
        </p:grpSpPr>
        <p:sp>
          <p:nvSpPr>
            <p:cNvPr id="63" name="Freeform 19"/>
            <p:cNvSpPr/>
            <p:nvPr/>
          </p:nvSpPr>
          <p:spPr>
            <a:xfrm>
              <a:off x="1051920" y="49032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9920" y="7920000"/>
            <a:ext cx="19179000" cy="20880"/>
            <a:chOff x="979920" y="7920000"/>
            <a:chExt cx="19179000" cy="20880"/>
          </a:xfrm>
        </p:grpSpPr>
        <p:sp>
          <p:nvSpPr>
            <p:cNvPr id="65" name="Freeform 21"/>
            <p:cNvSpPr/>
            <p:nvPr/>
          </p:nvSpPr>
          <p:spPr>
            <a:xfrm>
              <a:off x="979920" y="79200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4"/>
          <p:cNvSpPr/>
          <p:nvPr/>
        </p:nvSpPr>
        <p:spPr>
          <a:xfrm>
            <a:off x="3713400" y="1781964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5"/>
          <p:cNvSpPr/>
          <p:nvPr/>
        </p:nvSpPr>
        <p:spPr>
          <a:xfrm>
            <a:off x="3780000" y="2736000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6"/>
          <p:cNvSpPr/>
          <p:nvPr/>
        </p:nvSpPr>
        <p:spPr>
          <a:xfrm>
            <a:off x="3880440" y="2196000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093680" y="18785160"/>
            <a:ext cx="1498932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1049400" y="28260000"/>
            <a:ext cx="196466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080360" y="25560000"/>
            <a:ext cx="193600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17681040" y="18785160"/>
            <a:ext cx="2591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2"/>
          <p:cNvGrpSpPr/>
          <p:nvPr/>
        </p:nvGrpSpPr>
        <p:grpSpPr>
          <a:xfrm>
            <a:off x="1093680" y="18663120"/>
            <a:ext cx="19179000" cy="20880"/>
            <a:chOff x="1093680" y="18663120"/>
            <a:chExt cx="19179000" cy="20880"/>
          </a:xfrm>
        </p:grpSpPr>
        <p:sp>
          <p:nvSpPr>
            <p:cNvPr id="74" name="Freeform 23"/>
            <p:cNvSpPr/>
            <p:nvPr/>
          </p:nvSpPr>
          <p:spPr>
            <a:xfrm>
              <a:off x="1093680" y="1866312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24"/>
          <p:cNvGrpSpPr/>
          <p:nvPr/>
        </p:nvGrpSpPr>
        <p:grpSpPr>
          <a:xfrm>
            <a:off x="1080360" y="22655160"/>
            <a:ext cx="19179000" cy="20880"/>
            <a:chOff x="1080360" y="22655160"/>
            <a:chExt cx="19179000" cy="20880"/>
          </a:xfrm>
        </p:grpSpPr>
        <p:sp>
          <p:nvSpPr>
            <p:cNvPr id="76" name="Freeform 25"/>
            <p:cNvSpPr/>
            <p:nvPr/>
          </p:nvSpPr>
          <p:spPr>
            <a:xfrm>
              <a:off x="1080360" y="226551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6"/>
          <p:cNvGrpSpPr/>
          <p:nvPr/>
        </p:nvGrpSpPr>
        <p:grpSpPr>
          <a:xfrm>
            <a:off x="900360" y="28054080"/>
            <a:ext cx="19179000" cy="20880"/>
            <a:chOff x="900360" y="28054080"/>
            <a:chExt cx="19179000" cy="20880"/>
          </a:xfrm>
        </p:grpSpPr>
        <p:sp>
          <p:nvSpPr>
            <p:cNvPr id="78" name="Freeform 27"/>
            <p:cNvSpPr/>
            <p:nvPr/>
          </p:nvSpPr>
          <p:spPr>
            <a:xfrm>
              <a:off x="900360" y="2805408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1080360" y="20416680"/>
            <a:ext cx="1518264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7569080" y="20416680"/>
            <a:ext cx="2689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3"/>
          <p:cNvSpPr/>
          <p:nvPr/>
        </p:nvSpPr>
        <p:spPr>
          <a:xfrm>
            <a:off x="3780000" y="2466000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977400" y="25355160"/>
            <a:ext cx="19179000" cy="20880"/>
            <a:chOff x="977400" y="25355160"/>
            <a:chExt cx="19179000" cy="20880"/>
          </a:xfrm>
        </p:grpSpPr>
        <p:sp>
          <p:nvSpPr>
            <p:cNvPr id="83" name="Freeform 1"/>
            <p:cNvSpPr/>
            <p:nvPr/>
          </p:nvSpPr>
          <p:spPr>
            <a:xfrm>
              <a:off x="977400" y="253551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"/>
          <p:cNvSpPr/>
          <p:nvPr/>
        </p:nvSpPr>
        <p:spPr>
          <a:xfrm>
            <a:off x="1062000" y="22948200"/>
            <a:ext cx="190944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902880" y="7380000"/>
            <a:ext cx="19796040" cy="50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720000" y="-180000"/>
            <a:ext cx="2033964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92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2026-03-02T19:03:04Z</dcterms:modified>
  <cp:revision>18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