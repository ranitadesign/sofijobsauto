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 Bold"/>
    </p:embeddedFont>
    <p:embeddedFont>
      <p:font typeface="Proxima Nova"/>
      <p:regular r:id="rId4"/>
      <p:bold r:id="rId4"/>
    </p:embeddedFont>
    <p:embeddedFont>
      <p:font typeface="Proxima nova"/>
      <p:regular r:id="rId4"/>
    </p:embeddedFont>
    <p:embeddedFont>
      <p:font typeface="Microsoft YaHei"/>
      <p:regular r:id="rId5"/>
    </p:embeddedFont>
    <p:embeddedFont>
      <p:font typeface="Poppins Bold"/>
    </p:embeddedFont>
    <p:embeddedFont>
      <p:font typeface="Montserrat"/>
      <p:regular r:id="rId6"/>
      <p:bold r:id="rId6"/>
    </p:embeddedFont>
    <p:embeddedFont>
      <p:font typeface="Gare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font" Target="fonts/Font_4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2720" cy="63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2720" cy="394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160" cy="63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160" cy="394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7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EEDA104-F67D-4ED1-848C-33C5F3A862F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6F84D15-B4FA-49B4-B24E-8419B08C419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1BF51C-E986-4144-A4F9-4A78A256642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0600" cy="115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080" cy="584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0600" cy="468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207BF88-8607-476D-BAC7-EFB2138D5D0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8840" cy="55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8840" cy="410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8840" cy="79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AEC8A9A-866F-4D2B-BC29-EAB344288F4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4840" cy="146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CF54BF8-A8F2-46B5-A8CB-7E59AC071F1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040" cy="451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0A1F273-AAA7-4F95-A04C-333330EB2F3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9840" cy="584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2360" cy="584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ED90454-05A6-4DCF-B1E8-9EB572E0D77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040" cy="451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66661D2-FC39-4EA9-AEC4-D8CE314E393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4840" cy="135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4840" cy="149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2F9D34A-1DE5-49C8-A21B-B6F43126452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0920" cy="451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0920" cy="451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FF5125C-2902-4300-BBC8-7325BEECDD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3"/>
          <p:cNvSpPr/>
          <p:nvPr/>
        </p:nvSpPr>
        <p:spPr>
          <a:xfrm>
            <a:off x="8971920" y="3088080"/>
            <a:ext cx="33368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8"/>
          <p:cNvSpPr/>
          <p:nvPr/>
        </p:nvSpPr>
        <p:spPr>
          <a:xfrm>
            <a:off x="986400" y="4111200"/>
            <a:ext cx="191772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14"/>
          <p:cNvSpPr/>
          <p:nvPr/>
        </p:nvSpPr>
        <p:spPr>
          <a:xfrm>
            <a:off x="7299720" y="6751080"/>
            <a:ext cx="66812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18"/>
          <p:cNvGrpSpPr/>
          <p:nvPr/>
        </p:nvGrpSpPr>
        <p:grpSpPr>
          <a:xfrm>
            <a:off x="1051920" y="4111200"/>
            <a:ext cx="19177560" cy="19440"/>
            <a:chOff x="1051920" y="4111200"/>
            <a:chExt cx="19177560" cy="19440"/>
          </a:xfrm>
        </p:grpSpPr>
        <p:sp>
          <p:nvSpPr>
            <p:cNvPr id="63" name="Freeform 19"/>
            <p:cNvSpPr/>
            <p:nvPr/>
          </p:nvSpPr>
          <p:spPr>
            <a:xfrm>
              <a:off x="1051920" y="4111200"/>
              <a:ext cx="19177560" cy="19440"/>
            </a:xfrm>
            <a:custGeom>
              <a:avLst/>
              <a:gdLst>
                <a:gd name="textAreaLeft" fmla="*/ 0 w 19177560"/>
                <a:gd name="textAreaRight" fmla="*/ 19185120 w 19177560"/>
                <a:gd name="textAreaTop" fmla="*/ 0 h 19440"/>
                <a:gd name="textAreaBottom" fmla="*/ 27000 h 194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4" name="Group 20"/>
          <p:cNvGrpSpPr/>
          <p:nvPr/>
        </p:nvGrpSpPr>
        <p:grpSpPr>
          <a:xfrm>
            <a:off x="979920" y="7380000"/>
            <a:ext cx="19177560" cy="19440"/>
            <a:chOff x="979920" y="7380000"/>
            <a:chExt cx="19177560" cy="19440"/>
          </a:xfrm>
        </p:grpSpPr>
        <p:sp>
          <p:nvSpPr>
            <p:cNvPr id="65" name="Freeform 21"/>
            <p:cNvSpPr/>
            <p:nvPr/>
          </p:nvSpPr>
          <p:spPr>
            <a:xfrm>
              <a:off x="979920" y="7380000"/>
              <a:ext cx="19177560" cy="19440"/>
            </a:xfrm>
            <a:custGeom>
              <a:avLst/>
              <a:gdLst>
                <a:gd name="textAreaLeft" fmla="*/ 0 w 19177560"/>
                <a:gd name="textAreaRight" fmla="*/ 19185120 w 19177560"/>
                <a:gd name="textAreaTop" fmla="*/ 0 h 19440"/>
                <a:gd name="textAreaBottom" fmla="*/ 27000 h 194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TextBox 16"/>
          <p:cNvSpPr/>
          <p:nvPr/>
        </p:nvSpPr>
        <p:spPr>
          <a:xfrm>
            <a:off x="902880" y="7272000"/>
            <a:ext cx="19794600" cy="505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{{exp_1_role}} {{exp_1_company}}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{{exp_2_role}} {{exp_2_company}}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{{exp_2_dates}}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{{exp_2_bullets_block}}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{{exp_3_role}} {{exp_3_company}}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{{exp_3_dates}}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{{exp_3_bullets_block}}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{{exp_4_role}} {{exp_4_company}}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{{exp_4_dates}}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{{exp_4_bullets_block}}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"/>
          <p:cNvSpPr/>
          <p:nvPr/>
        </p:nvSpPr>
        <p:spPr>
          <a:xfrm>
            <a:off x="720000" y="0"/>
            <a:ext cx="20338200" cy="171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7"/>
          <p:cNvSpPr/>
          <p:nvPr/>
        </p:nvSpPr>
        <p:spPr>
          <a:xfrm>
            <a:off x="1800000" y="1202040"/>
            <a:ext cx="1817784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5"/>
          <p:cNvSpPr/>
          <p:nvPr/>
        </p:nvSpPr>
        <p:spPr>
          <a:xfrm>
            <a:off x="3343320" y="22713120"/>
            <a:ext cx="13939200" cy="6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9"/>
          <p:cNvSpPr/>
          <p:nvPr/>
        </p:nvSpPr>
        <p:spPr>
          <a:xfrm>
            <a:off x="1016640" y="18628560"/>
            <a:ext cx="149889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0"/>
          <p:cNvSpPr/>
          <p:nvPr/>
        </p:nvSpPr>
        <p:spPr>
          <a:xfrm>
            <a:off x="1080360" y="23415120"/>
            <a:ext cx="19646280" cy="33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2"/>
          <p:cNvSpPr/>
          <p:nvPr/>
        </p:nvSpPr>
        <p:spPr>
          <a:xfrm>
            <a:off x="1055880" y="19358280"/>
            <a:ext cx="14949720" cy="54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3"/>
          <p:cNvSpPr/>
          <p:nvPr/>
        </p:nvSpPr>
        <p:spPr>
          <a:xfrm>
            <a:off x="15758640" y="18628560"/>
            <a:ext cx="44362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" name="Group 22"/>
          <p:cNvGrpSpPr/>
          <p:nvPr/>
        </p:nvGrpSpPr>
        <p:grpSpPr>
          <a:xfrm>
            <a:off x="1016640" y="18542880"/>
            <a:ext cx="19178640" cy="20520"/>
            <a:chOff x="1016640" y="18542880"/>
            <a:chExt cx="19178640" cy="20520"/>
          </a:xfrm>
        </p:grpSpPr>
        <p:sp>
          <p:nvSpPr>
            <p:cNvPr id="75" name="Freeform 23"/>
            <p:cNvSpPr/>
            <p:nvPr/>
          </p:nvSpPr>
          <p:spPr>
            <a:xfrm>
              <a:off x="1016640" y="18542880"/>
              <a:ext cx="19178640" cy="20520"/>
            </a:xfrm>
            <a:custGeom>
              <a:avLst/>
              <a:gdLst>
                <a:gd name="textAreaLeft" fmla="*/ 0 w 19178640"/>
                <a:gd name="textAreaRight" fmla="*/ 19185120 w 19178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6" name="Group 24"/>
          <p:cNvGrpSpPr/>
          <p:nvPr/>
        </p:nvGrpSpPr>
        <p:grpSpPr>
          <a:xfrm>
            <a:off x="1002960" y="20912760"/>
            <a:ext cx="19178640" cy="20520"/>
            <a:chOff x="1002960" y="20912760"/>
            <a:chExt cx="19178640" cy="20520"/>
          </a:xfrm>
        </p:grpSpPr>
        <p:sp>
          <p:nvSpPr>
            <p:cNvPr id="77" name="Freeform 25"/>
            <p:cNvSpPr/>
            <p:nvPr/>
          </p:nvSpPr>
          <p:spPr>
            <a:xfrm>
              <a:off x="1002960" y="20912760"/>
              <a:ext cx="19178640" cy="20520"/>
            </a:xfrm>
            <a:custGeom>
              <a:avLst/>
              <a:gdLst>
                <a:gd name="textAreaLeft" fmla="*/ 0 w 19178640"/>
                <a:gd name="textAreaRight" fmla="*/ 19185120 w 19178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roup 26"/>
          <p:cNvGrpSpPr/>
          <p:nvPr/>
        </p:nvGrpSpPr>
        <p:grpSpPr>
          <a:xfrm>
            <a:off x="1003320" y="23425200"/>
            <a:ext cx="19178640" cy="20520"/>
            <a:chOff x="1003320" y="23425200"/>
            <a:chExt cx="19178640" cy="20520"/>
          </a:xfrm>
        </p:grpSpPr>
        <p:sp>
          <p:nvSpPr>
            <p:cNvPr id="79" name="Freeform 27"/>
            <p:cNvSpPr/>
            <p:nvPr/>
          </p:nvSpPr>
          <p:spPr>
            <a:xfrm>
              <a:off x="1003320" y="23425200"/>
              <a:ext cx="19178640" cy="20520"/>
            </a:xfrm>
            <a:custGeom>
              <a:avLst/>
              <a:gdLst>
                <a:gd name="textAreaLeft" fmla="*/ 0 w 19178640"/>
                <a:gd name="textAreaRight" fmla="*/ 19185120 w 19178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31"/>
          <p:cNvSpPr/>
          <p:nvPr/>
        </p:nvSpPr>
        <p:spPr>
          <a:xfrm>
            <a:off x="1003320" y="19707120"/>
            <a:ext cx="151822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2"/>
          <p:cNvSpPr/>
          <p:nvPr/>
        </p:nvSpPr>
        <p:spPr>
          <a:xfrm>
            <a:off x="1042200" y="19800000"/>
            <a:ext cx="14963040" cy="54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3"/>
          <p:cNvSpPr/>
          <p:nvPr/>
        </p:nvSpPr>
        <p:spPr>
          <a:xfrm>
            <a:off x="15282360" y="19707120"/>
            <a:ext cx="48992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20"/>
          <p:cNvSpPr/>
          <p:nvPr/>
        </p:nvSpPr>
        <p:spPr>
          <a:xfrm>
            <a:off x="3459960" y="22610880"/>
            <a:ext cx="13939200" cy="6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984600" y="20917800"/>
            <a:ext cx="19094040" cy="19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1"/>
          <p:cNvSpPr/>
          <p:nvPr/>
        </p:nvSpPr>
        <p:spPr>
          <a:xfrm>
            <a:off x="1120320" y="27300600"/>
            <a:ext cx="19359720" cy="276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{{skill_5}}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6" name="Group 1"/>
          <p:cNvGrpSpPr/>
          <p:nvPr/>
        </p:nvGrpSpPr>
        <p:grpSpPr>
          <a:xfrm>
            <a:off x="837360" y="27275760"/>
            <a:ext cx="19178640" cy="20520"/>
            <a:chOff x="837360" y="27275760"/>
            <a:chExt cx="19178640" cy="20520"/>
          </a:xfrm>
        </p:grpSpPr>
        <p:sp>
          <p:nvSpPr>
            <p:cNvPr id="87" name="Freeform 1"/>
            <p:cNvSpPr/>
            <p:nvPr/>
          </p:nvSpPr>
          <p:spPr>
            <a:xfrm>
              <a:off x="837360" y="27275760"/>
              <a:ext cx="19178640" cy="20520"/>
            </a:xfrm>
            <a:custGeom>
              <a:avLst/>
              <a:gdLst>
                <a:gd name="textAreaLeft" fmla="*/ 0 w 19178640"/>
                <a:gd name="textAreaRight" fmla="*/ 19185120 w 19178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8" name=""/>
          <p:cNvSpPr/>
          <p:nvPr/>
        </p:nvSpPr>
        <p:spPr>
          <a:xfrm>
            <a:off x="7228080" y="22840920"/>
            <a:ext cx="718056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IDIOMAS E INFORMATICA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7372440" y="26621280"/>
            <a:ext cx="718056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7228440" y="20357280"/>
            <a:ext cx="718056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7228800" y="17981640"/>
            <a:ext cx="718056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2026-03-08T22:31:13Z</dcterms:modified>
  <cp:revision>22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