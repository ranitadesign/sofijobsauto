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  <p:regular r:id="rId4"/>
      <p:bold r:id="rId4"/>
    </p:embeddedFont>
    <p:embeddedFont>
      <p:font typeface="Proxima Nova Bold"/>
    </p:embeddedFont>
    <p:embeddedFont>
      <p:font typeface="Proxima nova"/>
      <p:regular r:id="rId4"/>
    </p:embeddedFont>
    <p:embeddedFont>
      <p:font typeface="Microsoft YaHei"/>
      <p:regular r:id="rId5"/>
    </p:embeddedFont>
    <p:embeddedFont>
      <p:font typeface="Garet"/>
      <p:regular r:id="rId6"/>
      <p:bold r:id="rId6"/>
    </p:embeddedFont>
    <p:embeddedFont>
      <p:font typeface="Montserrat"/>
      <p:regular r:id="rId7"/>
      <p:bold r:id="rId7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Garet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C33C82-D3FD-4D74-B7D8-D80C3F2D4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D33A4D-5E1C-4E0F-9BA7-4B325D19CF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60CB44-AA20-4EC2-BCC9-9B1EB8372F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B8F871-A6CF-48FA-9FB2-64210FFD36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119938-8185-477A-8919-EB5C9E3FC1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CCE33F-EB99-48C7-A50D-9B25044722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03D06-54F1-48F3-8F28-78B9A03F10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327C02-DCF2-40A2-A81E-2283D0FF02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F22D74-8CA8-493F-8C80-78A8BFAF01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8D78E1-B811-458C-B343-78E5695AB8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FDA25D-91F9-4EBD-A602-A3E71D672C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3"/>
          <p:cNvSpPr/>
          <p:nvPr/>
        </p:nvSpPr>
        <p:spPr>
          <a:xfrm>
            <a:off x="8971920" y="3880080"/>
            <a:ext cx="33379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8"/>
          <p:cNvSpPr/>
          <p:nvPr/>
        </p:nvSpPr>
        <p:spPr>
          <a:xfrm>
            <a:off x="986400" y="4903200"/>
            <a:ext cx="191782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4"/>
          <p:cNvSpPr/>
          <p:nvPr/>
        </p:nvSpPr>
        <p:spPr>
          <a:xfrm>
            <a:off x="7299720" y="7291080"/>
            <a:ext cx="66823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18"/>
          <p:cNvGrpSpPr/>
          <p:nvPr/>
        </p:nvGrpSpPr>
        <p:grpSpPr>
          <a:xfrm>
            <a:off x="1051920" y="4903200"/>
            <a:ext cx="19178640" cy="20520"/>
            <a:chOff x="1051920" y="4903200"/>
            <a:chExt cx="19178640" cy="20520"/>
          </a:xfrm>
        </p:grpSpPr>
        <p:sp>
          <p:nvSpPr>
            <p:cNvPr id="63" name="Freeform 19"/>
            <p:cNvSpPr/>
            <p:nvPr/>
          </p:nvSpPr>
          <p:spPr>
            <a:xfrm>
              <a:off x="1051920" y="490320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20"/>
          <p:cNvGrpSpPr/>
          <p:nvPr/>
        </p:nvGrpSpPr>
        <p:grpSpPr>
          <a:xfrm>
            <a:off x="979920" y="7920000"/>
            <a:ext cx="19178640" cy="20520"/>
            <a:chOff x="979920" y="7920000"/>
            <a:chExt cx="19178640" cy="20520"/>
          </a:xfrm>
        </p:grpSpPr>
        <p:sp>
          <p:nvSpPr>
            <p:cNvPr id="65" name="Freeform 21"/>
            <p:cNvSpPr/>
            <p:nvPr/>
          </p:nvSpPr>
          <p:spPr>
            <a:xfrm>
              <a:off x="979920" y="792000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4"/>
          <p:cNvSpPr/>
          <p:nvPr/>
        </p:nvSpPr>
        <p:spPr>
          <a:xfrm>
            <a:off x="3713400" y="17819640"/>
            <a:ext cx="139392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3780000" y="27360000"/>
            <a:ext cx="139392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INFORMACIÓN ADICIONAL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3880440" y="21960000"/>
            <a:ext cx="139392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093680" y="18785160"/>
            <a:ext cx="1498896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049400" y="28260000"/>
            <a:ext cx="1964628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080360" y="25560000"/>
            <a:ext cx="1935972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17681040" y="18785160"/>
            <a:ext cx="25909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22"/>
          <p:cNvGrpSpPr/>
          <p:nvPr/>
        </p:nvGrpSpPr>
        <p:grpSpPr>
          <a:xfrm>
            <a:off x="1093680" y="18663120"/>
            <a:ext cx="19178640" cy="20520"/>
            <a:chOff x="1093680" y="18663120"/>
            <a:chExt cx="19178640" cy="20520"/>
          </a:xfrm>
        </p:grpSpPr>
        <p:sp>
          <p:nvSpPr>
            <p:cNvPr id="74" name="Freeform 23"/>
            <p:cNvSpPr/>
            <p:nvPr/>
          </p:nvSpPr>
          <p:spPr>
            <a:xfrm>
              <a:off x="1093680" y="1866312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24"/>
          <p:cNvGrpSpPr/>
          <p:nvPr/>
        </p:nvGrpSpPr>
        <p:grpSpPr>
          <a:xfrm>
            <a:off x="1080360" y="22655160"/>
            <a:ext cx="19178640" cy="20520"/>
            <a:chOff x="1080360" y="22655160"/>
            <a:chExt cx="19178640" cy="20520"/>
          </a:xfrm>
        </p:grpSpPr>
        <p:sp>
          <p:nvSpPr>
            <p:cNvPr id="76" name="Freeform 25"/>
            <p:cNvSpPr/>
            <p:nvPr/>
          </p:nvSpPr>
          <p:spPr>
            <a:xfrm>
              <a:off x="1080360" y="2265516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Group 26"/>
          <p:cNvGrpSpPr/>
          <p:nvPr/>
        </p:nvGrpSpPr>
        <p:grpSpPr>
          <a:xfrm>
            <a:off x="900360" y="28054080"/>
            <a:ext cx="19178640" cy="20520"/>
            <a:chOff x="900360" y="28054080"/>
            <a:chExt cx="19178640" cy="20520"/>
          </a:xfrm>
        </p:grpSpPr>
        <p:sp>
          <p:nvSpPr>
            <p:cNvPr id="78" name="Freeform 27"/>
            <p:cNvSpPr/>
            <p:nvPr/>
          </p:nvSpPr>
          <p:spPr>
            <a:xfrm>
              <a:off x="900360" y="2805408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31"/>
          <p:cNvSpPr/>
          <p:nvPr/>
        </p:nvSpPr>
        <p:spPr>
          <a:xfrm>
            <a:off x="1080360" y="20416680"/>
            <a:ext cx="1518228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3"/>
          <p:cNvSpPr/>
          <p:nvPr/>
        </p:nvSpPr>
        <p:spPr>
          <a:xfrm>
            <a:off x="17569080" y="20416680"/>
            <a:ext cx="26895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3780000" y="24660000"/>
            <a:ext cx="139392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1"/>
          <p:cNvGrpSpPr/>
          <p:nvPr/>
        </p:nvGrpSpPr>
        <p:grpSpPr>
          <a:xfrm>
            <a:off x="977400" y="25355160"/>
            <a:ext cx="19178640" cy="20520"/>
            <a:chOff x="977400" y="25355160"/>
            <a:chExt cx="19178640" cy="20520"/>
          </a:xfrm>
        </p:grpSpPr>
        <p:sp>
          <p:nvSpPr>
            <p:cNvPr id="83" name="Freeform 1"/>
            <p:cNvSpPr/>
            <p:nvPr/>
          </p:nvSpPr>
          <p:spPr>
            <a:xfrm>
              <a:off x="977400" y="2535516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"/>
          <p:cNvSpPr/>
          <p:nvPr/>
        </p:nvSpPr>
        <p:spPr>
          <a:xfrm>
            <a:off x="1062000" y="22948200"/>
            <a:ext cx="190940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902880" y="7380000"/>
            <a:ext cx="19795680" cy="50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{{exp_1_role}} {{exp_1_company}}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{{exp_1_dates}}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{{exp_2_role}} {{exp_2_company}}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{{exp_2_dates}}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{{exp_2_bullets_block}}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{{exp_3_role}} {{exp_3_company}}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{{exp_3_dates}}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{{exp_3_bullets_block}}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{{exp_4_role}} {{exp_4_company}}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{{exp_4_dates}}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{{exp_4_bullets_block}}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20000" y="-180000"/>
            <a:ext cx="2033928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1800000" y="1440000"/>
            <a:ext cx="1817892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2026-03-05T15:29:23Z</dcterms:modified>
  <cp:revision>19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