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roxima nova"/>
    </p:embeddedFont>
    <p:embeddedFont>
      <p:font typeface="Proxima Nova Bold"/>
    </p:embeddedFont>
    <p:embeddedFont>
      <p:font typeface="Proxima Nova"/>
      <p:regular r:id="rId4"/>
      <p:bold r:id="rId4"/>
    </p:embeddedFont>
    <p:embeddedFont>
      <p:font typeface="Microsoft YaHei"/>
      <p:regular r:id="rId5"/>
    </p:embeddedFont>
    <p:embeddedFont>
      <p:font typeface="Montserrat"/>
      <p:regular r:id="rId6"/>
      <p:bold r:id="rId6"/>
    </p:embeddedFont>
    <p:embeddedFont>
      <p:font typeface="Garet"/>
      <p:regular r:id="rId7"/>
      <p:bold r:id="rId7"/>
    </p:embeddedFont>
    <p:embeddedFont>
      <p:font typeface="Poppins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roxima_Nova_Regular.fntdata"/><Relationship Id="rId5" Type="http://schemas.openxmlformats.org/officeDocument/2006/relationships/font" Target="fonts/Font_2_Microsoft_YaHei_Regular.fntdata"/><Relationship Id="rId6" Type="http://schemas.openxmlformats.org/officeDocument/2006/relationships/font" Target="fonts/Font_3_Montserrat_Regular.fntdata"/><Relationship Id="rId7" Type="http://schemas.openxmlformats.org/officeDocument/2006/relationships/font" Target="fonts/Font_4_Garet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1680" cy="1135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1680" cy="451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6CC2159-C822-489E-AF6A-BD509F9178C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4480" cy="135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4480" cy="1492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74F1B32-D2AF-49E3-BE60-0F7FD242391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1680" cy="1135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0560" cy="451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0560" cy="451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C63AF52-6A4B-454C-A50F-8FB651EDD78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1680" cy="1135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2360" cy="631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2360" cy="394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3800" cy="631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3800" cy="394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6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7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8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29CACEE-BCB5-4638-9B77-D4A594E0325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1680" cy="1135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C62A94C-73DE-42CA-BE4E-E7603F94674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2A4B050-CD6C-44B7-883C-85F92959CFA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0240" cy="115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3720" cy="584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0240" cy="468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F1D3E05-9D90-4D17-8C7D-0DAC9575F1E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8480" cy="558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8480" cy="4106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8480" cy="79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6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7EA66EB-EFC4-403F-9820-535FB5B648B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4480" cy="1461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F28FA48-8633-4563-9960-EDE73B91919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1680" cy="1135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1680" cy="451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1A2011F-9982-4ED6-BC04-7DD84F7081F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9480" cy="584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2000" cy="584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0F2D6A4-E00A-499F-9C86-55C6204A6B4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Box 3"/>
          <p:cNvSpPr/>
          <p:nvPr/>
        </p:nvSpPr>
        <p:spPr>
          <a:xfrm>
            <a:off x="8971920" y="3088080"/>
            <a:ext cx="333648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PERFIL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Box 8"/>
          <p:cNvSpPr/>
          <p:nvPr/>
        </p:nvSpPr>
        <p:spPr>
          <a:xfrm>
            <a:off x="986400" y="4111200"/>
            <a:ext cx="191768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357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{{about}}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Box 14"/>
          <p:cNvSpPr/>
          <p:nvPr/>
        </p:nvSpPr>
        <p:spPr>
          <a:xfrm>
            <a:off x="7299720" y="6751080"/>
            <a:ext cx="668088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EXPERIENCIA LABORAL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2" name="Group 18"/>
          <p:cNvGrpSpPr/>
          <p:nvPr/>
        </p:nvGrpSpPr>
        <p:grpSpPr>
          <a:xfrm>
            <a:off x="1051920" y="4111200"/>
            <a:ext cx="19177200" cy="19080"/>
            <a:chOff x="1051920" y="4111200"/>
            <a:chExt cx="19177200" cy="19080"/>
          </a:xfrm>
        </p:grpSpPr>
        <p:sp>
          <p:nvSpPr>
            <p:cNvPr id="63" name="Freeform 19"/>
            <p:cNvSpPr/>
            <p:nvPr/>
          </p:nvSpPr>
          <p:spPr>
            <a:xfrm>
              <a:off x="1051920" y="4111200"/>
              <a:ext cx="19177200" cy="19080"/>
            </a:xfrm>
            <a:custGeom>
              <a:avLst/>
              <a:gdLst>
                <a:gd name="textAreaLeft" fmla="*/ 0 w 19177200"/>
                <a:gd name="textAreaRight" fmla="*/ 19185120 w 19177200"/>
                <a:gd name="textAreaTop" fmla="*/ 0 h 19080"/>
                <a:gd name="textAreaBottom" fmla="*/ 27000 h 1908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4" name="Group 20"/>
          <p:cNvGrpSpPr/>
          <p:nvPr/>
        </p:nvGrpSpPr>
        <p:grpSpPr>
          <a:xfrm>
            <a:off x="979920" y="7380000"/>
            <a:ext cx="19177200" cy="19080"/>
            <a:chOff x="979920" y="7380000"/>
            <a:chExt cx="19177200" cy="19080"/>
          </a:xfrm>
        </p:grpSpPr>
        <p:sp>
          <p:nvSpPr>
            <p:cNvPr id="65" name="Freeform 21"/>
            <p:cNvSpPr/>
            <p:nvPr/>
          </p:nvSpPr>
          <p:spPr>
            <a:xfrm>
              <a:off x="979920" y="7380000"/>
              <a:ext cx="19177200" cy="19080"/>
            </a:xfrm>
            <a:custGeom>
              <a:avLst/>
              <a:gdLst>
                <a:gd name="textAreaLeft" fmla="*/ 0 w 19177200"/>
                <a:gd name="textAreaRight" fmla="*/ 19185120 w 19177200"/>
                <a:gd name="textAreaTop" fmla="*/ 0 h 19080"/>
                <a:gd name="textAreaBottom" fmla="*/ 27000 h 1908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6" name="TextBox 16"/>
          <p:cNvSpPr/>
          <p:nvPr/>
        </p:nvSpPr>
        <p:spPr>
          <a:xfrm>
            <a:off x="902880" y="7452000"/>
            <a:ext cx="19794240" cy="505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{{exp_1_role}} {{exp_1_company}}  </a:t>
            </a: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{{exp_1_dates}}</a:t>
            </a: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{{exp_1_bullets_block}}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{{exp_2_role}} {{exp_2_company}}  </a:t>
            </a: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{{exp_2_dates}}</a:t>
            </a: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  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{{exp_2_bullets_block}}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{{exp_3_role}} {{exp_3_company}}  </a:t>
            </a: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{{exp_3_dates}}</a:t>
            </a: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  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{{exp_3_bullets_block}}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{{exp_4_role}} {{exp_4_company}} </a:t>
            </a: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{{exp_4_dates}}</a:t>
            </a: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  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{{exp_4_bullets_block}}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2"/>
          <p:cNvSpPr/>
          <p:nvPr/>
        </p:nvSpPr>
        <p:spPr>
          <a:xfrm>
            <a:off x="720000" y="0"/>
            <a:ext cx="20337840" cy="171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13504"/>
              </a:lnSpc>
            </a:pPr>
            <a:r>
              <a:rPr lang="en-US" sz="800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{{name}}</a:t>
            </a:r>
            <a:endParaRPr lang="es-AR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7"/>
          <p:cNvSpPr/>
          <p:nvPr/>
        </p:nvSpPr>
        <p:spPr>
          <a:xfrm>
            <a:off x="1800000" y="1202040"/>
            <a:ext cx="1817748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357"/>
              </a:lnSpc>
            </a:pP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40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{{title}}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{{contact_phone}} | {{contact_email}} | {{contact_location}}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5"/>
          <p:cNvSpPr/>
          <p:nvPr/>
        </p:nvSpPr>
        <p:spPr>
          <a:xfrm>
            <a:off x="3343320" y="22713120"/>
            <a:ext cx="13938840" cy="66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9"/>
          <p:cNvSpPr/>
          <p:nvPr/>
        </p:nvSpPr>
        <p:spPr>
          <a:xfrm>
            <a:off x="1016640" y="18628560"/>
            <a:ext cx="1498860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{{edu_1_degree}} </a:t>
            </a: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{{edu_1_school}}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0"/>
          <p:cNvSpPr/>
          <p:nvPr/>
        </p:nvSpPr>
        <p:spPr>
          <a:xfrm>
            <a:off x="1080360" y="23415120"/>
            <a:ext cx="19645920" cy="331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{{it_1}}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{{it_2}}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{{it_3}}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2"/>
          <p:cNvSpPr/>
          <p:nvPr/>
        </p:nvSpPr>
        <p:spPr>
          <a:xfrm>
            <a:off x="1055880" y="19358280"/>
            <a:ext cx="14949360" cy="54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13"/>
          <p:cNvSpPr/>
          <p:nvPr/>
        </p:nvSpPr>
        <p:spPr>
          <a:xfrm>
            <a:off x="15758640" y="18628560"/>
            <a:ext cx="443592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{{edu_1_years}}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4" name="Group 22"/>
          <p:cNvGrpSpPr/>
          <p:nvPr/>
        </p:nvGrpSpPr>
        <p:grpSpPr>
          <a:xfrm>
            <a:off x="1016640" y="18542880"/>
            <a:ext cx="19178280" cy="20160"/>
            <a:chOff x="1016640" y="18542880"/>
            <a:chExt cx="19178280" cy="20160"/>
          </a:xfrm>
        </p:grpSpPr>
        <p:sp>
          <p:nvSpPr>
            <p:cNvPr id="75" name="Freeform 23"/>
            <p:cNvSpPr/>
            <p:nvPr/>
          </p:nvSpPr>
          <p:spPr>
            <a:xfrm>
              <a:off x="1016640" y="18542880"/>
              <a:ext cx="19178280" cy="20160"/>
            </a:xfrm>
            <a:custGeom>
              <a:avLst/>
              <a:gdLst>
                <a:gd name="textAreaLeft" fmla="*/ 0 w 19178280"/>
                <a:gd name="textAreaRight" fmla="*/ 19185120 w 19178280"/>
                <a:gd name="textAreaTop" fmla="*/ 0 h 20160"/>
                <a:gd name="textAreaBottom" fmla="*/ 27000 h 2016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6" name="Group 24"/>
          <p:cNvGrpSpPr/>
          <p:nvPr/>
        </p:nvGrpSpPr>
        <p:grpSpPr>
          <a:xfrm>
            <a:off x="1002960" y="20912760"/>
            <a:ext cx="19178280" cy="20160"/>
            <a:chOff x="1002960" y="20912760"/>
            <a:chExt cx="19178280" cy="20160"/>
          </a:xfrm>
        </p:grpSpPr>
        <p:sp>
          <p:nvSpPr>
            <p:cNvPr id="77" name="Freeform 25"/>
            <p:cNvSpPr/>
            <p:nvPr/>
          </p:nvSpPr>
          <p:spPr>
            <a:xfrm>
              <a:off x="1002960" y="20912760"/>
              <a:ext cx="19178280" cy="20160"/>
            </a:xfrm>
            <a:custGeom>
              <a:avLst/>
              <a:gdLst>
                <a:gd name="textAreaLeft" fmla="*/ 0 w 19178280"/>
                <a:gd name="textAreaRight" fmla="*/ 19185120 w 19178280"/>
                <a:gd name="textAreaTop" fmla="*/ 0 h 20160"/>
                <a:gd name="textAreaBottom" fmla="*/ 27000 h 2016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8" name="Group 26"/>
          <p:cNvGrpSpPr/>
          <p:nvPr/>
        </p:nvGrpSpPr>
        <p:grpSpPr>
          <a:xfrm>
            <a:off x="1003320" y="23425200"/>
            <a:ext cx="19178280" cy="20160"/>
            <a:chOff x="1003320" y="23425200"/>
            <a:chExt cx="19178280" cy="20160"/>
          </a:xfrm>
        </p:grpSpPr>
        <p:sp>
          <p:nvSpPr>
            <p:cNvPr id="79" name="Freeform 27"/>
            <p:cNvSpPr/>
            <p:nvPr/>
          </p:nvSpPr>
          <p:spPr>
            <a:xfrm>
              <a:off x="1003320" y="23425200"/>
              <a:ext cx="19178280" cy="20160"/>
            </a:xfrm>
            <a:custGeom>
              <a:avLst/>
              <a:gdLst>
                <a:gd name="textAreaLeft" fmla="*/ 0 w 19178280"/>
                <a:gd name="textAreaRight" fmla="*/ 19185120 w 19178280"/>
                <a:gd name="textAreaTop" fmla="*/ 0 h 20160"/>
                <a:gd name="textAreaBottom" fmla="*/ 27000 h 2016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0" name="TextBox 31"/>
          <p:cNvSpPr/>
          <p:nvPr/>
        </p:nvSpPr>
        <p:spPr>
          <a:xfrm>
            <a:off x="1003320" y="19707120"/>
            <a:ext cx="1518192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{{edu_2_degree}} </a:t>
            </a: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{{edu_2_school}}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32"/>
          <p:cNvSpPr/>
          <p:nvPr/>
        </p:nvSpPr>
        <p:spPr>
          <a:xfrm>
            <a:off x="1042200" y="19800000"/>
            <a:ext cx="14962680" cy="54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33"/>
          <p:cNvSpPr/>
          <p:nvPr/>
        </p:nvSpPr>
        <p:spPr>
          <a:xfrm>
            <a:off x="15282360" y="19707120"/>
            <a:ext cx="489888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{{edu_2_years}}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20"/>
          <p:cNvSpPr/>
          <p:nvPr/>
        </p:nvSpPr>
        <p:spPr>
          <a:xfrm>
            <a:off x="3459960" y="22610880"/>
            <a:ext cx="13938840" cy="66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"/>
          <p:cNvSpPr/>
          <p:nvPr/>
        </p:nvSpPr>
        <p:spPr>
          <a:xfrm>
            <a:off x="984600" y="20917800"/>
            <a:ext cx="19093680" cy="198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{{curso_4}}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11"/>
          <p:cNvSpPr/>
          <p:nvPr/>
        </p:nvSpPr>
        <p:spPr>
          <a:xfrm>
            <a:off x="1120320" y="27300600"/>
            <a:ext cx="19359360" cy="276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{{skill_4}}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{{skill_5}}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6" name="Group 1"/>
          <p:cNvGrpSpPr/>
          <p:nvPr/>
        </p:nvGrpSpPr>
        <p:grpSpPr>
          <a:xfrm>
            <a:off x="837360" y="27275760"/>
            <a:ext cx="19178280" cy="20160"/>
            <a:chOff x="837360" y="27275760"/>
            <a:chExt cx="19178280" cy="20160"/>
          </a:xfrm>
        </p:grpSpPr>
        <p:sp>
          <p:nvSpPr>
            <p:cNvPr id="87" name="Freeform 1"/>
            <p:cNvSpPr/>
            <p:nvPr/>
          </p:nvSpPr>
          <p:spPr>
            <a:xfrm>
              <a:off x="837360" y="27275760"/>
              <a:ext cx="19178280" cy="20160"/>
            </a:xfrm>
            <a:custGeom>
              <a:avLst/>
              <a:gdLst>
                <a:gd name="textAreaLeft" fmla="*/ 0 w 19178280"/>
                <a:gd name="textAreaRight" fmla="*/ 19185120 w 19178280"/>
                <a:gd name="textAreaTop" fmla="*/ 0 h 20160"/>
                <a:gd name="textAreaBottom" fmla="*/ 27000 h 2016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8" name=""/>
          <p:cNvSpPr/>
          <p:nvPr/>
        </p:nvSpPr>
        <p:spPr>
          <a:xfrm>
            <a:off x="7228080" y="22840920"/>
            <a:ext cx="7180200" cy="78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IDIOMAS E INFORMATICA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"/>
          <p:cNvSpPr/>
          <p:nvPr/>
        </p:nvSpPr>
        <p:spPr>
          <a:xfrm>
            <a:off x="7372440" y="26621280"/>
            <a:ext cx="7180200" cy="78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COMPETENCIAS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"/>
          <p:cNvSpPr/>
          <p:nvPr/>
        </p:nvSpPr>
        <p:spPr>
          <a:xfrm>
            <a:off x="7228440" y="20357280"/>
            <a:ext cx="7180200" cy="78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CERTIFICACIONES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"/>
          <p:cNvSpPr/>
          <p:nvPr/>
        </p:nvSpPr>
        <p:spPr>
          <a:xfrm>
            <a:off x="7228800" y="17981640"/>
            <a:ext cx="7180200" cy="78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EDUCACIÓN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DAG9kRgokg4</dc:identifier>
  <dc:language>es-AR</dc:language>
  <cp:lastModifiedBy/>
  <dcterms:modified xsi:type="dcterms:W3CDTF">2026-03-09T19:58:17Z</dcterms:modified>
  <cp:revision>23</cp:revision>
  <dc:subject/>
  <dc:title>Plantilla_oficial_9.pptx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