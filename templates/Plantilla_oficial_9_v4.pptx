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61AC76-DC02-4783-B490-B40CFA662A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0DEED7-8501-49D9-BEEB-7C9E07EDD1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DA7D8A-8797-4300-8D81-E2F965EE76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9D5801-D576-4BF3-A8B9-8879EA0E6D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E76394-A201-4179-A9DB-4AFEFB26F1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640242-1FC7-47F8-AD38-1615FD3761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77660D-5826-48EA-848D-E10A52D8CB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E467BC-9A37-452E-A3ED-E69430ACF6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97D069-230B-45C3-A379-8FB65DFAB1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D750D7-1FE2-4D36-B55E-2C5A61798A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8CFFD9-D67B-4CBF-8E23-7910F019BB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8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903200"/>
            <a:ext cx="19179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7291080"/>
            <a:ext cx="66830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051920" y="4903200"/>
            <a:ext cx="19179360" cy="21240"/>
            <a:chOff x="1051920" y="4903200"/>
            <a:chExt cx="19179360" cy="21240"/>
          </a:xfrm>
        </p:grpSpPr>
        <p:sp>
          <p:nvSpPr>
            <p:cNvPr id="63" name="Freeform 19"/>
            <p:cNvSpPr/>
            <p:nvPr/>
          </p:nvSpPr>
          <p:spPr>
            <a:xfrm>
              <a:off x="1051920" y="490320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9920" y="7920000"/>
            <a:ext cx="19179360" cy="21240"/>
            <a:chOff x="979920" y="7920000"/>
            <a:chExt cx="19179360" cy="21240"/>
          </a:xfrm>
        </p:grpSpPr>
        <p:sp>
          <p:nvSpPr>
            <p:cNvPr id="65" name="Freeform 21"/>
            <p:cNvSpPr/>
            <p:nvPr/>
          </p:nvSpPr>
          <p:spPr>
            <a:xfrm>
              <a:off x="979920" y="792000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713400" y="1781964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600360" y="2736000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4244400" y="2196108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680" y="18785160"/>
            <a:ext cx="1498968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400" y="28260000"/>
            <a:ext cx="196470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80360" y="25560000"/>
            <a:ext cx="193604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1040" y="18785160"/>
            <a:ext cx="2591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3680" y="18663120"/>
            <a:ext cx="19179360" cy="21240"/>
            <a:chOff x="1093680" y="18663120"/>
            <a:chExt cx="19179360" cy="21240"/>
          </a:xfrm>
        </p:grpSpPr>
        <p:sp>
          <p:nvSpPr>
            <p:cNvPr id="74" name="Freeform 23"/>
            <p:cNvSpPr/>
            <p:nvPr/>
          </p:nvSpPr>
          <p:spPr>
            <a:xfrm>
              <a:off x="1093680" y="1866312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360" y="22655160"/>
            <a:ext cx="19179360" cy="21240"/>
            <a:chOff x="1080360" y="22655160"/>
            <a:chExt cx="19179360" cy="21240"/>
          </a:xfrm>
        </p:grpSpPr>
        <p:sp>
          <p:nvSpPr>
            <p:cNvPr id="76" name="Freeform 25"/>
            <p:cNvSpPr/>
            <p:nvPr/>
          </p:nvSpPr>
          <p:spPr>
            <a:xfrm>
              <a:off x="1080360" y="2265516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360" y="28054080"/>
            <a:ext cx="19179360" cy="21240"/>
            <a:chOff x="900360" y="28054080"/>
            <a:chExt cx="19179360" cy="21240"/>
          </a:xfrm>
        </p:grpSpPr>
        <p:sp>
          <p:nvSpPr>
            <p:cNvPr id="78" name="Freeform 27"/>
            <p:cNvSpPr/>
            <p:nvPr/>
          </p:nvSpPr>
          <p:spPr>
            <a:xfrm>
              <a:off x="900360" y="280540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360" y="20416680"/>
            <a:ext cx="1518300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9080" y="20416680"/>
            <a:ext cx="2690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3"/>
          <p:cNvSpPr/>
          <p:nvPr/>
        </p:nvSpPr>
        <p:spPr>
          <a:xfrm>
            <a:off x="4141440" y="24661080"/>
            <a:ext cx="13939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7400" y="25355160"/>
            <a:ext cx="19179360" cy="21240"/>
            <a:chOff x="977400" y="25355160"/>
            <a:chExt cx="19179360" cy="21240"/>
          </a:xfrm>
        </p:grpSpPr>
        <p:sp>
          <p:nvSpPr>
            <p:cNvPr id="83" name="Freeform 1"/>
            <p:cNvSpPr/>
            <p:nvPr/>
          </p:nvSpPr>
          <p:spPr>
            <a:xfrm>
              <a:off x="977400" y="2535516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62000" y="22948200"/>
            <a:ext cx="19094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2880" y="7380000"/>
            <a:ext cx="19796400" cy="50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720000" y="-180000"/>
            <a:ext cx="20340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9640" cy="16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2026-03-01T23:01:01Z</dcterms:modified>
  <cp:revision>17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