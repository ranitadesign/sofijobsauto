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roxima Nova Bold"/>
    </p:embeddedFont>
    <p:embeddedFont>
      <p:font typeface="Proxima Nova"/>
      <p:regular r:id="rId4"/>
      <p:bold r:id="rId4"/>
    </p:embeddedFont>
    <p:embeddedFont>
      <p:font typeface="Poppins Bold"/>
    </p:embeddedFont>
    <p:embeddedFont>
      <p:font typeface="Microsoft YaHei"/>
      <p:regular r:id="rId5"/>
    </p:embeddedFont>
    <p:embeddedFont>
      <p:font typeface="Montserrat"/>
      <p:regular r:id="rId6"/>
      <p:bold r:id="rId6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roxima_Nova_Regular.fntdata"/><Relationship Id="rId5" Type="http://schemas.openxmlformats.org/officeDocument/2006/relationships/font" Target="fonts/Font_2_Microsoft_YaHei_Regular.fntdata"/><Relationship Id="rId6" Type="http://schemas.openxmlformats.org/officeDocument/2006/relationships/font" Target="fonts/Font_3_Montserrat_Regular.fntdata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2000" cy="584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4520" cy="584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710B8AD-B0B1-4980-AE58-A3323D2C40B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200" cy="1137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4200" cy="4520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FFEF792-4D70-4632-A56B-EA0B58A2C23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7000" cy="13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7000" cy="1494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4E95F97-FD72-4FBE-AD27-7AD9294FFF1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200" cy="1137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3080" cy="4520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3080" cy="4520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E8C8EA9-33F1-4857-8D1D-A6E49A23D6D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200" cy="1137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4880" cy="63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4880" cy="3945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6320" cy="63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6320" cy="3945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7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8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2C231E3-2768-4AB8-91A9-1D14AAC5CDE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200" cy="1137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28F4201-356D-4410-9E43-5EC99AFABD9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77052D7-537A-4824-BC5D-FB529BD65E2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2760" cy="115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6240" cy="584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2760" cy="468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63C279C-EE5A-4E7F-863C-55EBEF34DB9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1000" cy="561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1000" cy="4109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1000" cy="79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892F1B4-3352-4E96-8AF7-3411FA764B4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7000" cy="146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BC6F88F-A3F6-4B3C-8D10-DBD4FE5E57B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200" cy="1137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4200" cy="4520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22EE5D9-9ED8-43F4-9B39-F18D1F2A203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Box 3"/>
          <p:cNvSpPr/>
          <p:nvPr/>
        </p:nvSpPr>
        <p:spPr>
          <a:xfrm>
            <a:off x="8971920" y="3880080"/>
            <a:ext cx="333900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PERFIL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Box 8"/>
          <p:cNvSpPr/>
          <p:nvPr/>
        </p:nvSpPr>
        <p:spPr>
          <a:xfrm>
            <a:off x="986400" y="4903200"/>
            <a:ext cx="1917936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357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{{about}}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Box 14"/>
          <p:cNvSpPr/>
          <p:nvPr/>
        </p:nvSpPr>
        <p:spPr>
          <a:xfrm>
            <a:off x="7299720" y="7291080"/>
            <a:ext cx="668340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EXPERIENCIA LABORAL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2" name="Group 18"/>
          <p:cNvGrpSpPr/>
          <p:nvPr/>
        </p:nvGrpSpPr>
        <p:grpSpPr>
          <a:xfrm>
            <a:off x="1051920" y="4903200"/>
            <a:ext cx="19179720" cy="21600"/>
            <a:chOff x="1051920" y="4903200"/>
            <a:chExt cx="19179720" cy="21600"/>
          </a:xfrm>
        </p:grpSpPr>
        <p:sp>
          <p:nvSpPr>
            <p:cNvPr id="63" name="Freeform 19"/>
            <p:cNvSpPr/>
            <p:nvPr/>
          </p:nvSpPr>
          <p:spPr>
            <a:xfrm>
              <a:off x="1051920" y="4903200"/>
              <a:ext cx="19179720" cy="21600"/>
            </a:xfrm>
            <a:custGeom>
              <a:avLst/>
              <a:gdLst>
                <a:gd name="textAreaLeft" fmla="*/ 0 w 19179720"/>
                <a:gd name="textAreaRight" fmla="*/ 19185120 w 19179720"/>
                <a:gd name="textAreaTop" fmla="*/ 0 h 21600"/>
                <a:gd name="textAreaBottom" fmla="*/ 27000 h 2160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4" name="Group 20"/>
          <p:cNvGrpSpPr/>
          <p:nvPr/>
        </p:nvGrpSpPr>
        <p:grpSpPr>
          <a:xfrm>
            <a:off x="979920" y="7920000"/>
            <a:ext cx="19179720" cy="21600"/>
            <a:chOff x="979920" y="7920000"/>
            <a:chExt cx="19179720" cy="21600"/>
          </a:xfrm>
        </p:grpSpPr>
        <p:sp>
          <p:nvSpPr>
            <p:cNvPr id="65" name="Freeform 21"/>
            <p:cNvSpPr/>
            <p:nvPr/>
          </p:nvSpPr>
          <p:spPr>
            <a:xfrm>
              <a:off x="979920" y="7920000"/>
              <a:ext cx="19179720" cy="21600"/>
            </a:xfrm>
            <a:custGeom>
              <a:avLst/>
              <a:gdLst>
                <a:gd name="textAreaLeft" fmla="*/ 0 w 19179720"/>
                <a:gd name="textAreaRight" fmla="*/ 19185120 w 19179720"/>
                <a:gd name="textAreaTop" fmla="*/ 0 h 21600"/>
                <a:gd name="textAreaBottom" fmla="*/ 27000 h 2160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6" name="TextBox 4"/>
          <p:cNvSpPr/>
          <p:nvPr/>
        </p:nvSpPr>
        <p:spPr>
          <a:xfrm>
            <a:off x="3713400" y="17819640"/>
            <a:ext cx="1394028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EDUCACIÓN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5"/>
          <p:cNvSpPr/>
          <p:nvPr/>
        </p:nvSpPr>
        <p:spPr>
          <a:xfrm>
            <a:off x="3600360" y="27360000"/>
            <a:ext cx="1394028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INFORMACIÓN ADICIONAL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6"/>
          <p:cNvSpPr/>
          <p:nvPr/>
        </p:nvSpPr>
        <p:spPr>
          <a:xfrm>
            <a:off x="4244400" y="21961080"/>
            <a:ext cx="1394028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CERTIFICACIONES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9"/>
          <p:cNvSpPr/>
          <p:nvPr/>
        </p:nvSpPr>
        <p:spPr>
          <a:xfrm>
            <a:off x="1093680" y="18785160"/>
            <a:ext cx="14990040" cy="110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{{edu_1_degree}}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{{edu_1_school}}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10"/>
          <p:cNvSpPr/>
          <p:nvPr/>
        </p:nvSpPr>
        <p:spPr>
          <a:xfrm>
            <a:off x="1049400" y="28260000"/>
            <a:ext cx="1964736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{{idioma_1}}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{{idioma_2}}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{{idioma_3}}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1"/>
          <p:cNvSpPr/>
          <p:nvPr/>
        </p:nvSpPr>
        <p:spPr>
          <a:xfrm>
            <a:off x="1080360" y="25560000"/>
            <a:ext cx="1936080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{{skill_1}}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{{skill_2}}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{{skill_3}}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3"/>
          <p:cNvSpPr/>
          <p:nvPr/>
        </p:nvSpPr>
        <p:spPr>
          <a:xfrm>
            <a:off x="17681040" y="18785160"/>
            <a:ext cx="259200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{{edu_1_years}}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3" name="Group 22"/>
          <p:cNvGrpSpPr/>
          <p:nvPr/>
        </p:nvGrpSpPr>
        <p:grpSpPr>
          <a:xfrm>
            <a:off x="1093680" y="18663120"/>
            <a:ext cx="19179720" cy="21600"/>
            <a:chOff x="1093680" y="18663120"/>
            <a:chExt cx="19179720" cy="21600"/>
          </a:xfrm>
        </p:grpSpPr>
        <p:sp>
          <p:nvSpPr>
            <p:cNvPr id="74" name="Freeform 23"/>
            <p:cNvSpPr/>
            <p:nvPr/>
          </p:nvSpPr>
          <p:spPr>
            <a:xfrm>
              <a:off x="1093680" y="18663120"/>
              <a:ext cx="19179720" cy="21600"/>
            </a:xfrm>
            <a:custGeom>
              <a:avLst/>
              <a:gdLst>
                <a:gd name="textAreaLeft" fmla="*/ 0 w 19179720"/>
                <a:gd name="textAreaRight" fmla="*/ 19185120 w 19179720"/>
                <a:gd name="textAreaTop" fmla="*/ 0 h 21600"/>
                <a:gd name="textAreaBottom" fmla="*/ 27000 h 2160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5" name="Group 24"/>
          <p:cNvGrpSpPr/>
          <p:nvPr/>
        </p:nvGrpSpPr>
        <p:grpSpPr>
          <a:xfrm>
            <a:off x="1080360" y="22655160"/>
            <a:ext cx="19179720" cy="21600"/>
            <a:chOff x="1080360" y="22655160"/>
            <a:chExt cx="19179720" cy="21600"/>
          </a:xfrm>
        </p:grpSpPr>
        <p:sp>
          <p:nvSpPr>
            <p:cNvPr id="76" name="Freeform 25"/>
            <p:cNvSpPr/>
            <p:nvPr/>
          </p:nvSpPr>
          <p:spPr>
            <a:xfrm>
              <a:off x="1080360" y="22655160"/>
              <a:ext cx="19179720" cy="21600"/>
            </a:xfrm>
            <a:custGeom>
              <a:avLst/>
              <a:gdLst>
                <a:gd name="textAreaLeft" fmla="*/ 0 w 19179720"/>
                <a:gd name="textAreaRight" fmla="*/ 19185120 w 19179720"/>
                <a:gd name="textAreaTop" fmla="*/ 0 h 21600"/>
                <a:gd name="textAreaBottom" fmla="*/ 27000 h 2160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7" name="Group 26"/>
          <p:cNvGrpSpPr/>
          <p:nvPr/>
        </p:nvGrpSpPr>
        <p:grpSpPr>
          <a:xfrm>
            <a:off x="900360" y="28054080"/>
            <a:ext cx="19179720" cy="21600"/>
            <a:chOff x="900360" y="28054080"/>
            <a:chExt cx="19179720" cy="21600"/>
          </a:xfrm>
        </p:grpSpPr>
        <p:sp>
          <p:nvSpPr>
            <p:cNvPr id="78" name="Freeform 27"/>
            <p:cNvSpPr/>
            <p:nvPr/>
          </p:nvSpPr>
          <p:spPr>
            <a:xfrm>
              <a:off x="900360" y="28054080"/>
              <a:ext cx="19179720" cy="21600"/>
            </a:xfrm>
            <a:custGeom>
              <a:avLst/>
              <a:gdLst>
                <a:gd name="textAreaLeft" fmla="*/ 0 w 19179720"/>
                <a:gd name="textAreaRight" fmla="*/ 19185120 w 19179720"/>
                <a:gd name="textAreaTop" fmla="*/ 0 h 21600"/>
                <a:gd name="textAreaBottom" fmla="*/ 27000 h 2160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9" name="TextBox 31"/>
          <p:cNvSpPr/>
          <p:nvPr/>
        </p:nvSpPr>
        <p:spPr>
          <a:xfrm>
            <a:off x="1080360" y="20416680"/>
            <a:ext cx="15183360" cy="110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{{edu_2_degree}}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{{edu_2_school}}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33"/>
          <p:cNvSpPr/>
          <p:nvPr/>
        </p:nvSpPr>
        <p:spPr>
          <a:xfrm>
            <a:off x="17569080" y="20416680"/>
            <a:ext cx="26906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{{edu_2_years}}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23"/>
          <p:cNvSpPr/>
          <p:nvPr/>
        </p:nvSpPr>
        <p:spPr>
          <a:xfrm>
            <a:off x="4141440" y="24661080"/>
            <a:ext cx="1394028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COMPETENCIAS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2" name="Group 1"/>
          <p:cNvGrpSpPr/>
          <p:nvPr/>
        </p:nvGrpSpPr>
        <p:grpSpPr>
          <a:xfrm>
            <a:off x="977400" y="25355160"/>
            <a:ext cx="19179720" cy="21600"/>
            <a:chOff x="977400" y="25355160"/>
            <a:chExt cx="19179720" cy="21600"/>
          </a:xfrm>
        </p:grpSpPr>
        <p:sp>
          <p:nvSpPr>
            <p:cNvPr id="83" name="Freeform 1"/>
            <p:cNvSpPr/>
            <p:nvPr/>
          </p:nvSpPr>
          <p:spPr>
            <a:xfrm>
              <a:off x="977400" y="25355160"/>
              <a:ext cx="19179720" cy="21600"/>
            </a:xfrm>
            <a:custGeom>
              <a:avLst/>
              <a:gdLst>
                <a:gd name="textAreaLeft" fmla="*/ 0 w 19179720"/>
                <a:gd name="textAreaRight" fmla="*/ 19185120 w 19179720"/>
                <a:gd name="textAreaTop" fmla="*/ 0 h 21600"/>
                <a:gd name="textAreaBottom" fmla="*/ 27000 h 2160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4" name=""/>
          <p:cNvSpPr/>
          <p:nvPr/>
        </p:nvSpPr>
        <p:spPr>
          <a:xfrm>
            <a:off x="1062000" y="22948200"/>
            <a:ext cx="1909512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{{curso_1}}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{{curso_2}}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{{curso_3}}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16"/>
          <p:cNvSpPr/>
          <p:nvPr/>
        </p:nvSpPr>
        <p:spPr>
          <a:xfrm>
            <a:off x="902880" y="7380000"/>
            <a:ext cx="19796760" cy="50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195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{{exp_1_role}} {{exp_1_company}}  </a:t>
            </a: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{{exp_1_dates}}</a:t>
            </a: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{{exp_1_bullets_block}}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{{exp_2_role}} {{exp_2_company}}  </a:t>
            </a: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{{exp_2_dates}}</a:t>
            </a: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  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{{exp_2_bullets_block}}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{{exp_3_role}} {{exp_3_company}}  </a:t>
            </a: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{{exp_3_dates}}</a:t>
            </a: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  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{{exp_3_bullets_block}}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{{exp_4_role}} {{exp_4_company}} </a:t>
            </a: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{{exp_4_dates}}</a:t>
            </a: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  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{{exp_4_bullets_block}}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2"/>
          <p:cNvSpPr/>
          <p:nvPr/>
        </p:nvSpPr>
        <p:spPr>
          <a:xfrm>
            <a:off x="3600000" y="-180000"/>
            <a:ext cx="14904000" cy="171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13504"/>
              </a:lnSpc>
            </a:pPr>
            <a:r>
              <a:rPr lang="en-US" sz="965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{{name}}</a:t>
            </a:r>
            <a:endParaRPr lang="es-AR" sz="9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7"/>
          <p:cNvSpPr/>
          <p:nvPr/>
        </p:nvSpPr>
        <p:spPr>
          <a:xfrm>
            <a:off x="1800000" y="1440000"/>
            <a:ext cx="18180000" cy="166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357"/>
              </a:lnSpc>
            </a:pP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60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{{title}}</a:t>
            </a:r>
            <a:endParaRPr lang="es-AR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{{contact_phone}} | {{contact_email}} | </a:t>
            </a: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{{contact_location}}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DAG9kRgokg4</dc:identifier>
  <dc:language>es-AR</dc:language>
  <cp:lastModifiedBy/>
  <dcterms:modified xsi:type="dcterms:W3CDTF">2026-02-27T12:44:07Z</dcterms:modified>
  <cp:revision>16</cp:revision>
  <dc:subject/>
  <dc:title>Plantilla_oficial_9.pptx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