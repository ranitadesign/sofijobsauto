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Poppins Bold"/>
    </p:embeddedFont>
    <p:embeddedFont>
      <p:font typeface="Montserrat"/>
      <p:regular r:id="rId6"/>
      <p:bold r:id="rId6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2C9725-DFD5-4E18-AA2C-A836718461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FDCF0A-AED0-4470-A8D1-50E897614B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90A31A-65FB-4CDF-BD64-F720384C87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31B9DB-4AB4-4ED6-8546-F59B4A4A59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6209F7-3EA4-434F-BF42-18D4F22859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EAB3FE-F5B8-4432-8751-90B7E48BEC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9673F7-B6AF-40AB-8763-D489F7E948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B77A64-3969-4CE0-BC4E-96A27415B8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3FF303-EE29-4D6C-89D2-044A056B67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10035E-CBC0-435E-A046-0C707C6A66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A1FF57-4566-44D9-8CF0-3656822807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088080"/>
            <a:ext cx="33372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111200"/>
            <a:ext cx="19177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6751080"/>
            <a:ext cx="66816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051920" y="4111200"/>
            <a:ext cx="19177920" cy="19800"/>
            <a:chOff x="1051920" y="4111200"/>
            <a:chExt cx="19177920" cy="19800"/>
          </a:xfrm>
        </p:grpSpPr>
        <p:sp>
          <p:nvSpPr>
            <p:cNvPr id="63" name="Freeform 19"/>
            <p:cNvSpPr/>
            <p:nvPr/>
          </p:nvSpPr>
          <p:spPr>
            <a:xfrm>
              <a:off x="1051920" y="411120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9920" y="7380000"/>
            <a:ext cx="19177920" cy="19800"/>
            <a:chOff x="979920" y="7380000"/>
            <a:chExt cx="19177920" cy="19800"/>
          </a:xfrm>
        </p:grpSpPr>
        <p:sp>
          <p:nvSpPr>
            <p:cNvPr id="65" name="Freeform 21"/>
            <p:cNvSpPr/>
            <p:nvPr/>
          </p:nvSpPr>
          <p:spPr>
            <a:xfrm>
              <a:off x="979920" y="738000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16"/>
          <p:cNvSpPr/>
          <p:nvPr/>
        </p:nvSpPr>
        <p:spPr>
          <a:xfrm>
            <a:off x="902880" y="7272000"/>
            <a:ext cx="19794960" cy="50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20000" y="0"/>
            <a:ext cx="2033856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7"/>
          <p:cNvSpPr/>
          <p:nvPr/>
        </p:nvSpPr>
        <p:spPr>
          <a:xfrm>
            <a:off x="1800000" y="1202040"/>
            <a:ext cx="181782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3343320" y="2271312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16640" y="18628560"/>
            <a:ext cx="149893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080360" y="23415120"/>
            <a:ext cx="1964664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055880" y="19358280"/>
            <a:ext cx="1495008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5758640" y="18628560"/>
            <a:ext cx="4436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16640" y="18542880"/>
            <a:ext cx="19179000" cy="20880"/>
            <a:chOff x="1016640" y="18542880"/>
            <a:chExt cx="19179000" cy="20880"/>
          </a:xfrm>
        </p:grpSpPr>
        <p:sp>
          <p:nvSpPr>
            <p:cNvPr id="75" name="Freeform 23"/>
            <p:cNvSpPr/>
            <p:nvPr/>
          </p:nvSpPr>
          <p:spPr>
            <a:xfrm>
              <a:off x="1016640" y="1854288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02960" y="20912760"/>
            <a:ext cx="19179000" cy="20880"/>
            <a:chOff x="1002960" y="20912760"/>
            <a:chExt cx="19179000" cy="20880"/>
          </a:xfrm>
        </p:grpSpPr>
        <p:sp>
          <p:nvSpPr>
            <p:cNvPr id="77" name="Freeform 25"/>
            <p:cNvSpPr/>
            <p:nvPr/>
          </p:nvSpPr>
          <p:spPr>
            <a:xfrm>
              <a:off x="1002960" y="209127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1003320" y="23425200"/>
            <a:ext cx="19179000" cy="20880"/>
            <a:chOff x="1003320" y="23425200"/>
            <a:chExt cx="19179000" cy="20880"/>
          </a:xfrm>
        </p:grpSpPr>
        <p:sp>
          <p:nvSpPr>
            <p:cNvPr id="79" name="Freeform 27"/>
            <p:cNvSpPr/>
            <p:nvPr/>
          </p:nvSpPr>
          <p:spPr>
            <a:xfrm>
              <a:off x="1003320" y="234252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03320" y="19707120"/>
            <a:ext cx="15182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042200" y="19800000"/>
            <a:ext cx="1496340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5282360" y="19707120"/>
            <a:ext cx="48996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3459960" y="2261088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984600" y="20917800"/>
            <a:ext cx="19094400" cy="19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1120320" y="27300600"/>
            <a:ext cx="19360080" cy="276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837360" y="27275760"/>
            <a:ext cx="19179000" cy="20880"/>
            <a:chOff x="837360" y="27275760"/>
            <a:chExt cx="19179000" cy="20880"/>
          </a:xfrm>
        </p:grpSpPr>
        <p:sp>
          <p:nvSpPr>
            <p:cNvPr id="87" name="Freeform 1"/>
            <p:cNvSpPr/>
            <p:nvPr/>
          </p:nvSpPr>
          <p:spPr>
            <a:xfrm>
              <a:off x="837360" y="272757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"/>
          <p:cNvSpPr txBox="1"/>
          <p:nvPr/>
        </p:nvSpPr>
        <p:spPr>
          <a:xfrm>
            <a:off x="7228080" y="2284092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7372440" y="26621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228440" y="20357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228800" y="1798164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2026-03-08T20:33:49Z</dcterms:modified>
  <cp:revision>21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