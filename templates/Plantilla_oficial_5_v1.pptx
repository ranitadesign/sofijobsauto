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Montserrat"/>
      <p:regular r:id="rId4"/>
      <p:bold r:id="rId4"/>
    </p:embeddedFont>
    <p:embeddedFont>
      <p:font typeface="Microsoft YaHei"/>
      <p:regular r:id="rId5"/>
    </p:embeddedFont>
    <p:embeddedFont>
      <p:font typeface="Montserrat Semi-Bold"/>
    </p:embeddedFont>
    <p:embeddedFont>
      <p:font typeface="Montserrat Medium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08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60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4CAEB5-629E-4156-BC91-75FEAD56B7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79B757-5D71-498E-A264-57328174AE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080" cy="134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080" cy="14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7BB2CF-5DBF-4B7F-864A-389CEDCD73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C83987-6B50-4B36-BDBC-CA4AB4A746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96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96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40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40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235DA0-C2A0-469D-853A-00608C467E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E1D069-54AC-4B67-B2D9-3EB36F56E77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D7145C-D0CB-4EFF-96F7-12E438820A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840" cy="114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32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840" cy="467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EE257D-4D27-4813-A4B1-615921A0DD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080" cy="55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080" cy="410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080" cy="79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D2F2F4-1AE8-4243-90B5-41241F6AA5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080" cy="14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EF1FBD-94D6-4D4E-BF41-31784981A9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2BACEE-73C2-4757-A80A-6D4A19BB144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74160" y="-87840"/>
            <a:ext cx="2898360" cy="305388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77320" cy="1777320"/>
            <a:chOff x="560520" y="379800"/>
            <a:chExt cx="1777320" cy="177732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77320" cy="1777320"/>
            </a:xfrm>
            <a:custGeom>
              <a:avLst/>
              <a:gdLst>
                <a:gd name="textAreaLeft" fmla="*/ 0 w 1777320"/>
                <a:gd name="textAreaRight" fmla="*/ 1790640 w 1777320"/>
                <a:gd name="textAreaTop" fmla="*/ 0 h 1777320"/>
                <a:gd name="textAreaBottom" fmla="*/ 1790640 h 177732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41440" cy="150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AutoShape 9"/>
          <p:cNvSpPr/>
          <p:nvPr/>
        </p:nvSpPr>
        <p:spPr>
          <a:xfrm>
            <a:off x="3109680" y="55260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9"/>
          <p:cNvSpPr/>
          <p:nvPr/>
        </p:nvSpPr>
        <p:spPr>
          <a:xfrm>
            <a:off x="437760" y="2386440"/>
            <a:ext cx="2293920" cy="88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4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Medium"/>
              </a:rPr>
              <a:t>{{name}}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4"/>
          <p:cNvSpPr/>
          <p:nvPr/>
        </p:nvSpPr>
        <p:spPr>
          <a:xfrm>
            <a:off x="3096360" y="703440"/>
            <a:ext cx="4265640" cy="79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[[EXPERIENCE_BLOCK]]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8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{{exp_1_role}}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{{exp_1_company}} {{exp_1_dates}}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5"/>
          <p:cNvSpPr/>
          <p:nvPr/>
        </p:nvSpPr>
        <p:spPr>
          <a:xfrm>
            <a:off x="3110040" y="227520"/>
            <a:ext cx="25963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378360" y="313560"/>
            <a:ext cx="1791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AutoShape 8"/>
          <p:cNvSpPr/>
          <p:nvPr/>
        </p:nvSpPr>
        <p:spPr>
          <a:xfrm>
            <a:off x="326160" y="535788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1"/>
          <p:cNvSpPr/>
          <p:nvPr/>
        </p:nvSpPr>
        <p:spPr>
          <a:xfrm>
            <a:off x="326160" y="5040000"/>
            <a:ext cx="1382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2"/>
          <p:cNvSpPr/>
          <p:nvPr/>
        </p:nvSpPr>
        <p:spPr>
          <a:xfrm>
            <a:off x="326160" y="5463360"/>
            <a:ext cx="223884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223560" y="3744360"/>
            <a:ext cx="2653920" cy="6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6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60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{{/sidebar_contact}}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216360" y="4140360"/>
            <a:ext cx="248256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701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{{text}}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{{/contact_rows}}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AutoShape 10"/>
          <p:cNvSpPr/>
          <p:nvPr/>
        </p:nvSpPr>
        <p:spPr>
          <a:xfrm>
            <a:off x="333720" y="79851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32"/>
          <p:cNvSpPr/>
          <p:nvPr/>
        </p:nvSpPr>
        <p:spPr>
          <a:xfrm>
            <a:off x="319320" y="7666560"/>
            <a:ext cx="1714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3"/>
          <p:cNvSpPr/>
          <p:nvPr/>
        </p:nvSpPr>
        <p:spPr>
          <a:xfrm>
            <a:off x="318600" y="7999200"/>
            <a:ext cx="22543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AutoShape 42"/>
          <p:cNvSpPr/>
          <p:nvPr/>
        </p:nvSpPr>
        <p:spPr>
          <a:xfrm>
            <a:off x="340920" y="97923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43"/>
          <p:cNvSpPr/>
          <p:nvPr/>
        </p:nvSpPr>
        <p:spPr>
          <a:xfrm>
            <a:off x="326160" y="9473400"/>
            <a:ext cx="1714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44"/>
          <p:cNvSpPr/>
          <p:nvPr/>
        </p:nvSpPr>
        <p:spPr>
          <a:xfrm>
            <a:off x="360000" y="9807120"/>
            <a:ext cx="225432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{{it_4}}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081960" y="7317360"/>
            <a:ext cx="4157280" cy="2388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[[SIDEBAR_BLOCK]]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{{#sidebar_sections_eduycursos}}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{{body}}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{{/sidebar_sections_eduycursos}}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2026-03-05T13:51:24Z</dcterms:modified>
  <cp:revision>38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