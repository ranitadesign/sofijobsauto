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media/image2.svg" ContentType="image/svg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7556500" cy="10693400"/>
  <p:notesSz cx="7559675" cy="10691813"/>
  <p:embeddedFontLst>
    <p:embeddedFont>
      <p:font typeface="Nova"/>
    </p:embeddedFont>
    <p:embeddedFont>
      <p:font typeface="Montserrat"/>
      <p:regular r:id="rId4"/>
    </p:embeddedFont>
    <p:embeddedFont>
      <p:font typeface="Montserrat Medium"/>
    </p:embeddedFont>
    <p:embeddedFont>
      <p:font typeface="poppins Medium"/>
    </p:embeddedFont>
    <p:embeddedFont>
      <p:font typeface="Microsoft YaHei"/>
    </p:embeddedFont>
    <p:embeddedFont>
      <p:font typeface="Montserrat Semi-Bold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Montserrat_Regular.fntdata"/><Relationship Id="rId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0960" cy="1154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4440" cy="584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0960" cy="468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FC9DD96-F2F9-40FF-9F50-A00AC362CFC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9200" cy="559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9200" cy="4107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9200" cy="797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6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1EE9433-312C-405A-8BAF-26A96BD837B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5200" cy="1462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DE55E5A-0FD2-4D6E-81DE-4ABFBAA2892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400" cy="1135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2400" cy="4518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415F90A-1190-4227-941F-6295829FB15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0200" cy="584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2720" cy="584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6EB33C2-3981-40B5-B24B-02818A4DCBD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400" cy="1135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2400" cy="4518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40B55A5-142A-47B9-B9D5-AA22D5381D8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5200" cy="1355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5200" cy="1492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9075587-5DEB-4A03-A912-A4219AF462B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400" cy="1135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1280" cy="4518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1280" cy="4518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31A141D-BCE3-48AF-A8FB-6C07FB8C595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400" cy="1135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3080" cy="63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3080" cy="3944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4520" cy="63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4520" cy="3944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6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7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8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51177C8-D6F9-4F75-B11F-AD93BDC9CCE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400" cy="1135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4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341CDBD-8033-4DBB-BF00-AED198E8F95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19C48E1-361A-452E-8857-6D646922902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slideLayout" Target="../slideLayouts/slideLayout1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"/>
          <p:cNvSpPr/>
          <p:nvPr/>
        </p:nvSpPr>
        <p:spPr>
          <a:xfrm rot="5422800">
            <a:off x="68040" y="-87840"/>
            <a:ext cx="2904480" cy="3060000"/>
          </a:xfrm>
          <a:prstGeom prst="rtTriangle">
            <a:avLst/>
          </a:pr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pSp>
        <p:nvGrpSpPr>
          <p:cNvPr id="60" name="Group 3"/>
          <p:cNvGrpSpPr/>
          <p:nvPr/>
        </p:nvGrpSpPr>
        <p:grpSpPr>
          <a:xfrm>
            <a:off x="560520" y="379800"/>
            <a:ext cx="1783440" cy="1783440"/>
            <a:chOff x="560520" y="379800"/>
            <a:chExt cx="1783440" cy="1783440"/>
          </a:xfrm>
        </p:grpSpPr>
        <p:sp>
          <p:nvSpPr>
            <p:cNvPr id="61" name="Freeform 4"/>
            <p:cNvSpPr/>
            <p:nvPr/>
          </p:nvSpPr>
          <p:spPr>
            <a:xfrm>
              <a:off x="560520" y="379800"/>
              <a:ext cx="1783440" cy="1783440"/>
            </a:xfrm>
            <a:custGeom>
              <a:avLst/>
              <a:gdLst>
                <a:gd name="textAreaLeft" fmla="*/ 0 w 1783440"/>
                <a:gd name="textAreaRight" fmla="*/ 1790640 w 1783440"/>
                <a:gd name="textAreaTop" fmla="*/ 0 h 1783440"/>
                <a:gd name="textAreaBottom" fmla="*/ 1790640 h 1783440"/>
              </a:gdLst>
              <a:ahLst/>
              <a:cxnLst/>
              <a:rect l="textAreaLeft" t="textAreaTop" r="textAreaRight" b="textAreaBottom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2" name="TextBox 5"/>
            <p:cNvSpPr/>
            <p:nvPr/>
          </p:nvSpPr>
          <p:spPr>
            <a:xfrm>
              <a:off x="728640" y="484560"/>
              <a:ext cx="1447560" cy="1510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 defTabSz="914400">
                <a:lnSpc>
                  <a:spcPts val="1400"/>
                </a:lnSpc>
              </a:pPr>
              <a:endPara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sp>
        <p:nvSpPr>
          <p:cNvPr id="63" name="AutoShape 8"/>
          <p:cNvSpPr/>
          <p:nvPr/>
        </p:nvSpPr>
        <p:spPr>
          <a:xfrm>
            <a:off x="326160" y="5127120"/>
            <a:ext cx="2251440" cy="360"/>
          </a:xfrm>
          <a:prstGeom prst="line">
            <a:avLst/>
          </a:prstGeom>
          <a:ln w="9525">
            <a:solidFill>
              <a:srgbClr val="c0504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AutoShape 9"/>
          <p:cNvSpPr/>
          <p:nvPr/>
        </p:nvSpPr>
        <p:spPr>
          <a:xfrm>
            <a:off x="3109680" y="552600"/>
            <a:ext cx="3948480" cy="360"/>
          </a:xfrm>
          <a:prstGeom prst="line">
            <a:avLst/>
          </a:prstGeom>
          <a:ln w="9525">
            <a:solidFill>
              <a:srgbClr val="c0504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AutoShape 10"/>
          <p:cNvSpPr/>
          <p:nvPr/>
        </p:nvSpPr>
        <p:spPr>
          <a:xfrm>
            <a:off x="333720" y="7984800"/>
            <a:ext cx="2251440" cy="360"/>
          </a:xfrm>
          <a:prstGeom prst="line">
            <a:avLst/>
          </a:prstGeom>
          <a:ln w="9525">
            <a:solidFill>
              <a:srgbClr val="c0504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AutoShape 11"/>
          <p:cNvSpPr/>
          <p:nvPr/>
        </p:nvSpPr>
        <p:spPr>
          <a:xfrm>
            <a:off x="3109680" y="8554680"/>
            <a:ext cx="3948480" cy="360"/>
          </a:xfrm>
          <a:prstGeom prst="line">
            <a:avLst/>
          </a:prstGeom>
          <a:ln w="9525">
            <a:solidFill>
              <a:srgbClr val="c0504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AutoShape 12"/>
          <p:cNvSpPr/>
          <p:nvPr/>
        </p:nvSpPr>
        <p:spPr>
          <a:xfrm>
            <a:off x="318240" y="3633840"/>
            <a:ext cx="2251440" cy="360"/>
          </a:xfrm>
          <a:prstGeom prst="line">
            <a:avLst/>
          </a:prstGeom>
          <a:ln w="9525">
            <a:solidFill>
              <a:srgbClr val="c0504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Freeform 13"/>
          <p:cNvSpPr/>
          <p:nvPr/>
        </p:nvSpPr>
        <p:spPr>
          <a:xfrm>
            <a:off x="348840" y="4375800"/>
            <a:ext cx="177120" cy="197640"/>
          </a:xfrm>
          <a:custGeom>
            <a:avLst/>
            <a:gdLst>
              <a:gd name="textAreaLeft" fmla="*/ 0 w 177120"/>
              <a:gd name="textAreaRight" fmla="*/ 184320 w 177120"/>
              <a:gd name="textAreaTop" fmla="*/ 0 h 197640"/>
              <a:gd name="textAreaBottom" fmla="*/ 204840 h 197640"/>
            </a:gdLst>
            <a:ahLst/>
            <a:cxnLst/>
            <a:rect l="textAreaLeft" t="textAreaTop" r="textAreaRight" b="textAreaBottom"/>
            <a:pathLst>
              <a:path w="184490" h="204988">
                <a:moveTo>
                  <a:pt x="0" y="0"/>
                </a:moveTo>
                <a:lnTo>
                  <a:pt x="184490" y="0"/>
                </a:lnTo>
                <a:lnTo>
                  <a:pt x="184490" y="204988"/>
                </a:lnTo>
                <a:lnTo>
                  <a:pt x="0" y="204988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9" name="Group 14"/>
          <p:cNvGrpSpPr/>
          <p:nvPr/>
        </p:nvGrpSpPr>
        <p:grpSpPr>
          <a:xfrm>
            <a:off x="340560" y="3777120"/>
            <a:ext cx="187560" cy="187560"/>
            <a:chOff x="340560" y="3777120"/>
            <a:chExt cx="187560" cy="187560"/>
          </a:xfrm>
        </p:grpSpPr>
        <p:sp>
          <p:nvSpPr>
            <p:cNvPr id="70" name="Freeform 15"/>
            <p:cNvSpPr/>
            <p:nvPr/>
          </p:nvSpPr>
          <p:spPr>
            <a:xfrm>
              <a:off x="340560" y="3777120"/>
              <a:ext cx="187560" cy="187560"/>
            </a:xfrm>
            <a:custGeom>
              <a:avLst/>
              <a:gdLst>
                <a:gd name="textAreaLeft" fmla="*/ 0 w 187560"/>
                <a:gd name="textAreaRight" fmla="*/ 194760 w 187560"/>
                <a:gd name="textAreaTop" fmla="*/ 0 h 187560"/>
                <a:gd name="textAreaBottom" fmla="*/ 194760 h 187560"/>
              </a:gdLst>
              <a:ahLst/>
              <a:cxnLst/>
              <a:rect l="textAreaLeft" t="textAreaTop" r="textAreaRight" b="textAreaBottom"/>
              <a:pathLst>
                <a:path w="211345" h="211201">
                  <a:moveTo>
                    <a:pt x="18034" y="180340"/>
                  </a:moveTo>
                  <a:lnTo>
                    <a:pt x="56515" y="141859"/>
                  </a:lnTo>
                  <a:lnTo>
                    <a:pt x="75565" y="160909"/>
                  </a:lnTo>
                  <a:lnTo>
                    <a:pt x="160782" y="75692"/>
                  </a:lnTo>
                  <a:lnTo>
                    <a:pt x="141732" y="56642"/>
                  </a:lnTo>
                  <a:lnTo>
                    <a:pt x="180340" y="18034"/>
                  </a:lnTo>
                  <a:cubicBezTo>
                    <a:pt x="187325" y="25400"/>
                    <a:pt x="197358" y="37846"/>
                    <a:pt x="198247" y="47117"/>
                  </a:cubicBezTo>
                  <a:cubicBezTo>
                    <a:pt x="199136" y="56515"/>
                    <a:pt x="194183" y="70993"/>
                    <a:pt x="184531" y="87503"/>
                  </a:cubicBezTo>
                  <a:cubicBezTo>
                    <a:pt x="174244" y="105156"/>
                    <a:pt x="159385" y="123825"/>
                    <a:pt x="141732" y="141605"/>
                  </a:cubicBezTo>
                  <a:cubicBezTo>
                    <a:pt x="108331" y="175006"/>
                    <a:pt x="70358" y="198247"/>
                    <a:pt x="49403" y="198247"/>
                  </a:cubicBezTo>
                  <a:lnTo>
                    <a:pt x="47879" y="198247"/>
                  </a:lnTo>
                  <a:cubicBezTo>
                    <a:pt x="37973" y="197358"/>
                    <a:pt x="25400" y="187198"/>
                    <a:pt x="18161" y="180340"/>
                  </a:cubicBezTo>
                  <a:moveTo>
                    <a:pt x="0" y="180086"/>
                  </a:moveTo>
                  <a:lnTo>
                    <a:pt x="4191" y="184658"/>
                  </a:lnTo>
                  <a:cubicBezTo>
                    <a:pt x="6477" y="187198"/>
                    <a:pt x="27305" y="209296"/>
                    <a:pt x="45974" y="211074"/>
                  </a:cubicBezTo>
                  <a:lnTo>
                    <a:pt x="48260" y="211201"/>
                  </a:lnTo>
                  <a:cubicBezTo>
                    <a:pt x="74295" y="211201"/>
                    <a:pt x="114046" y="187452"/>
                    <a:pt x="150876" y="150749"/>
                  </a:cubicBezTo>
                  <a:cubicBezTo>
                    <a:pt x="169291" y="132334"/>
                    <a:pt x="184912" y="112649"/>
                    <a:pt x="195707" y="94107"/>
                  </a:cubicBezTo>
                  <a:cubicBezTo>
                    <a:pt x="203581" y="80772"/>
                    <a:pt x="212598" y="61468"/>
                    <a:pt x="211201" y="45974"/>
                  </a:cubicBezTo>
                  <a:cubicBezTo>
                    <a:pt x="209550" y="27432"/>
                    <a:pt x="187325" y="6604"/>
                    <a:pt x="184785" y="4191"/>
                  </a:cubicBezTo>
                  <a:lnTo>
                    <a:pt x="180086" y="0"/>
                  </a:lnTo>
                  <a:lnTo>
                    <a:pt x="123571" y="56642"/>
                  </a:lnTo>
                  <a:lnTo>
                    <a:pt x="142621" y="75692"/>
                  </a:lnTo>
                  <a:lnTo>
                    <a:pt x="75692" y="142621"/>
                  </a:lnTo>
                  <a:lnTo>
                    <a:pt x="56642" y="123571"/>
                  </a:lnTo>
                  <a:close/>
                </a:path>
              </a:pathLst>
            </a:custGeom>
            <a:solidFill>
              <a:srgbClr val="a4776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1" name="Group 16"/>
          <p:cNvGrpSpPr/>
          <p:nvPr/>
        </p:nvGrpSpPr>
        <p:grpSpPr>
          <a:xfrm>
            <a:off x="339480" y="4075560"/>
            <a:ext cx="189360" cy="189360"/>
            <a:chOff x="339480" y="4075560"/>
            <a:chExt cx="189360" cy="189360"/>
          </a:xfrm>
        </p:grpSpPr>
        <p:sp>
          <p:nvSpPr>
            <p:cNvPr id="72" name="Freeform 17"/>
            <p:cNvSpPr/>
            <p:nvPr/>
          </p:nvSpPr>
          <p:spPr>
            <a:xfrm>
              <a:off x="339480" y="4075560"/>
              <a:ext cx="189360" cy="189360"/>
            </a:xfrm>
            <a:custGeom>
              <a:avLst/>
              <a:gdLst>
                <a:gd name="textAreaLeft" fmla="*/ 0 w 189360"/>
                <a:gd name="textAreaRight" fmla="*/ 196560 w 189360"/>
                <a:gd name="textAreaTop" fmla="*/ 0 h 189360"/>
                <a:gd name="textAreaBottom" fmla="*/ 196560 h 189360"/>
              </a:gdLst>
              <a:ahLst/>
              <a:cxnLst/>
              <a:rect l="textAreaLeft" t="textAreaTop" r="textAreaRight" b="textAreaBottom"/>
              <a:pathLst>
                <a:path w="213106" h="213106">
                  <a:moveTo>
                    <a:pt x="130556" y="106553"/>
                  </a:moveTo>
                  <a:cubicBezTo>
                    <a:pt x="130556" y="119761"/>
                    <a:pt x="119761" y="130556"/>
                    <a:pt x="106553" y="130556"/>
                  </a:cubicBezTo>
                  <a:cubicBezTo>
                    <a:pt x="93345" y="130556"/>
                    <a:pt x="82677" y="119761"/>
                    <a:pt x="82677" y="106553"/>
                  </a:cubicBezTo>
                  <a:cubicBezTo>
                    <a:pt x="82677" y="93345"/>
                    <a:pt x="93472" y="82550"/>
                    <a:pt x="106680" y="82550"/>
                  </a:cubicBezTo>
                  <a:cubicBezTo>
                    <a:pt x="119888" y="82550"/>
                    <a:pt x="130683" y="93345"/>
                    <a:pt x="130683" y="106553"/>
                  </a:cubicBezTo>
                  <a:moveTo>
                    <a:pt x="182118" y="31242"/>
                  </a:moveTo>
                  <a:cubicBezTo>
                    <a:pt x="161798" y="11049"/>
                    <a:pt x="135001" y="0"/>
                    <a:pt x="106553" y="0"/>
                  </a:cubicBezTo>
                  <a:cubicBezTo>
                    <a:pt x="78105" y="0"/>
                    <a:pt x="51308" y="11049"/>
                    <a:pt x="31242" y="31242"/>
                  </a:cubicBezTo>
                  <a:cubicBezTo>
                    <a:pt x="11176" y="51435"/>
                    <a:pt x="0" y="78105"/>
                    <a:pt x="0" y="106553"/>
                  </a:cubicBezTo>
                  <a:cubicBezTo>
                    <a:pt x="0" y="135001"/>
                    <a:pt x="11049" y="161798"/>
                    <a:pt x="31242" y="181864"/>
                  </a:cubicBezTo>
                  <a:cubicBezTo>
                    <a:pt x="51435" y="201930"/>
                    <a:pt x="78105" y="213106"/>
                    <a:pt x="106553" y="213106"/>
                  </a:cubicBezTo>
                  <a:lnTo>
                    <a:pt x="148082" y="204724"/>
                  </a:lnTo>
                  <a:lnTo>
                    <a:pt x="150114" y="203835"/>
                  </a:lnTo>
                  <a:lnTo>
                    <a:pt x="143383" y="187833"/>
                  </a:lnTo>
                  <a:lnTo>
                    <a:pt x="141351" y="188722"/>
                  </a:lnTo>
                  <a:cubicBezTo>
                    <a:pt x="130429" y="193421"/>
                    <a:pt x="118745" y="195707"/>
                    <a:pt x="106680" y="195707"/>
                  </a:cubicBezTo>
                  <a:cubicBezTo>
                    <a:pt x="57531" y="195707"/>
                    <a:pt x="17399" y="155702"/>
                    <a:pt x="17399" y="106553"/>
                  </a:cubicBezTo>
                  <a:cubicBezTo>
                    <a:pt x="17399" y="57404"/>
                    <a:pt x="57404" y="17399"/>
                    <a:pt x="106553" y="17399"/>
                  </a:cubicBezTo>
                  <a:cubicBezTo>
                    <a:pt x="155702" y="17399"/>
                    <a:pt x="195834" y="57404"/>
                    <a:pt x="195834" y="106680"/>
                  </a:cubicBezTo>
                  <a:cubicBezTo>
                    <a:pt x="195834" y="127254"/>
                    <a:pt x="183388" y="136652"/>
                    <a:pt x="171831" y="136652"/>
                  </a:cubicBezTo>
                  <a:cubicBezTo>
                    <a:pt x="160274" y="136652"/>
                    <a:pt x="147828" y="127254"/>
                    <a:pt x="147828" y="106680"/>
                  </a:cubicBezTo>
                  <a:cubicBezTo>
                    <a:pt x="147828" y="83947"/>
                    <a:pt x="129286" y="65405"/>
                    <a:pt x="106553" y="65405"/>
                  </a:cubicBezTo>
                  <a:cubicBezTo>
                    <a:pt x="83820" y="65405"/>
                    <a:pt x="65278" y="83820"/>
                    <a:pt x="65278" y="106553"/>
                  </a:cubicBezTo>
                  <a:cubicBezTo>
                    <a:pt x="65278" y="129286"/>
                    <a:pt x="83820" y="147828"/>
                    <a:pt x="106553" y="147828"/>
                  </a:cubicBezTo>
                  <a:cubicBezTo>
                    <a:pt x="118491" y="147828"/>
                    <a:pt x="129540" y="142748"/>
                    <a:pt x="137414" y="133985"/>
                  </a:cubicBezTo>
                  <a:lnTo>
                    <a:pt x="140970" y="139319"/>
                  </a:lnTo>
                  <a:cubicBezTo>
                    <a:pt x="150622" y="149479"/>
                    <a:pt x="160909" y="153924"/>
                    <a:pt x="171831" y="153924"/>
                  </a:cubicBezTo>
                  <a:cubicBezTo>
                    <a:pt x="182753" y="153924"/>
                    <a:pt x="193040" y="149479"/>
                    <a:pt x="200533" y="141605"/>
                  </a:cubicBezTo>
                  <a:cubicBezTo>
                    <a:pt x="208788" y="132969"/>
                    <a:pt x="213106" y="120904"/>
                    <a:pt x="213106" y="106680"/>
                  </a:cubicBezTo>
                  <a:cubicBezTo>
                    <a:pt x="213106" y="78232"/>
                    <a:pt x="202057" y="51435"/>
                    <a:pt x="181864" y="31369"/>
                  </a:cubicBezTo>
                </a:path>
              </a:pathLst>
            </a:custGeom>
            <a:solidFill>
              <a:srgbClr val="a4776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3" name="AutoShape 18"/>
          <p:cNvSpPr/>
          <p:nvPr/>
        </p:nvSpPr>
        <p:spPr>
          <a:xfrm>
            <a:off x="3109680" y="9813960"/>
            <a:ext cx="3948480" cy="360"/>
          </a:xfrm>
          <a:prstGeom prst="line">
            <a:avLst/>
          </a:prstGeom>
          <a:ln w="9525">
            <a:solidFill>
              <a:srgbClr val="c0504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19"/>
          <p:cNvSpPr/>
          <p:nvPr/>
        </p:nvSpPr>
        <p:spPr>
          <a:xfrm>
            <a:off x="437760" y="2287080"/>
            <a:ext cx="2300040" cy="67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2653"/>
              </a:lnSpc>
            </a:pPr>
            <a:r>
              <a:rPr lang="en-US" sz="2600" b="1" u="none" strike="noStrike">
                <a:solidFill>
                  <a:srgbClr val="c0504d"/>
                </a:solidFill>
                <a:effectLst/>
                <a:uFillTx/>
                <a:latin typeface="poppins Medium"/>
                <a:ea typeface="Montserrat Medium"/>
              </a:rPr>
              <a:t>{{name}}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2653"/>
              </a:lnSpc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20"/>
          <p:cNvSpPr/>
          <p:nvPr/>
        </p:nvSpPr>
        <p:spPr>
          <a:xfrm>
            <a:off x="46440" y="2908800"/>
            <a:ext cx="3055680" cy="21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anchorCtr="1">
            <a:spAutoFit/>
          </a:bodyPr>
          <a:p>
            <a:pPr algn="ctr" defTabSz="914400">
              <a:lnSpc>
                <a:spcPts val="1678"/>
              </a:lnSpc>
            </a:pPr>
            <a:r>
              <a:rPr lang="en-US" sz="900" b="0" u="none" strike="noStrike">
                <a:solidFill>
                  <a:srgbClr val="292d2d"/>
                </a:solidFill>
                <a:effectLst/>
                <a:uFillTx/>
                <a:latin typeface="Nova"/>
                <a:ea typeface="Montserrat"/>
              </a:rPr>
              <a:t>{{title}}</a:t>
            </a:r>
            <a:endParaRPr lang="es-A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21"/>
          <p:cNvSpPr/>
          <p:nvPr/>
        </p:nvSpPr>
        <p:spPr>
          <a:xfrm>
            <a:off x="326160" y="4809240"/>
            <a:ext cx="138816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100"/>
              </a:lnSpc>
            </a:pPr>
            <a:r>
              <a:rPr lang="en-US" sz="1500" b="1" u="none" strike="noStrike">
                <a:solidFill>
                  <a:srgbClr val="292d2d"/>
                </a:solidFill>
                <a:effectLst/>
                <a:uFillTx/>
                <a:latin typeface="poppins Medium"/>
                <a:ea typeface="Montserrat Semi-Bold"/>
              </a:rPr>
              <a:t>Sobre mi</a:t>
            </a:r>
            <a:endParaRPr lang="es-A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22"/>
          <p:cNvSpPr/>
          <p:nvPr/>
        </p:nvSpPr>
        <p:spPr>
          <a:xfrm>
            <a:off x="326160" y="5232600"/>
            <a:ext cx="2244240" cy="234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1423"/>
              </a:lnSpc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Nova"/>
                <a:ea typeface="Montserrat"/>
              </a:rPr>
              <a:t>{{about}}</a:t>
            </a:r>
            <a:br>
              <a:rPr sz="800"/>
            </a:b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24"/>
          <p:cNvSpPr/>
          <p:nvPr/>
        </p:nvSpPr>
        <p:spPr>
          <a:xfrm>
            <a:off x="3096360" y="703440"/>
            <a:ext cx="4271760" cy="431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261"/>
              </a:lnSpc>
            </a:pPr>
            <a:r>
              <a:rPr lang="en-US" sz="1200" b="1" u="none" strike="noStrike">
                <a:solidFill>
                  <a:srgbClr val="292d2d"/>
                </a:solidFill>
                <a:effectLst/>
                <a:uFillTx/>
                <a:latin typeface="poppins Medium"/>
                <a:ea typeface="Montserrat Medium"/>
              </a:rPr>
              <a:t>{{exp_1_role}}</a:t>
            </a:r>
            <a:r>
              <a:rPr lang="en-US" sz="1200" b="1" u="none" strike="noStrike">
                <a:solidFill>
                  <a:srgbClr val="292d2d"/>
                </a:solidFill>
                <a:effectLst/>
                <a:uFillTx/>
                <a:latin typeface="Montserrat Medium"/>
                <a:ea typeface="Montserrat Medium"/>
              </a:rPr>
              <a:t> </a:t>
            </a:r>
            <a:r>
              <a:rPr lang="en-US" sz="1200" b="0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 </a:t>
            </a:r>
            <a:r>
              <a:rPr lang="en-US" sz="1200" b="0" u="none" strike="noStrike">
                <a:solidFill>
                  <a:srgbClr val="292d2d"/>
                </a:solidFill>
                <a:effectLst/>
                <a:uFillTx/>
                <a:latin typeface="Nova"/>
                <a:ea typeface="Montserrat"/>
              </a:rPr>
              <a:t>{{exp_1_company}} {{exp_1_dates}}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endParaRPr lang="es-A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268"/>
              </a:lnSpc>
            </a:pPr>
            <a:r>
              <a:rPr lang="es-AR" sz="1200" b="0" u="none" strike="noStrike">
                <a:solidFill>
                  <a:srgbClr val="000000"/>
                </a:solidFill>
                <a:effectLst/>
                <a:uFillTx/>
                <a:latin typeface="Nova"/>
                <a:ea typeface="Montserrat"/>
              </a:rPr>
              <a:t>{{exp_1_bullets_block}}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17"/>
              </a:lnSpc>
              <a:spcBef>
                <a:spcPts val="283"/>
              </a:spcBef>
              <a:spcAft>
                <a:spcPts val="283"/>
              </a:spcAft>
            </a:pPr>
            <a:endParaRPr lang="es-A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17"/>
              </a:lnSpc>
              <a:spcBef>
                <a:spcPts val="283"/>
              </a:spcBef>
              <a:spcAft>
                <a:spcPts val="283"/>
              </a:spcAft>
            </a:pPr>
            <a:endParaRPr lang="es-A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17"/>
              </a:lnSpc>
              <a:spcBef>
                <a:spcPts val="283"/>
              </a:spcBef>
              <a:spcAft>
                <a:spcPts val="283"/>
              </a:spcAft>
            </a:pPr>
            <a:endParaRPr lang="es-A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17"/>
              </a:lnSpc>
              <a:spcBef>
                <a:spcPts val="283"/>
              </a:spcBef>
              <a:spcAft>
                <a:spcPts val="283"/>
              </a:spcAft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17"/>
              </a:lnSpc>
              <a:spcBef>
                <a:spcPts val="283"/>
              </a:spcBef>
              <a:spcAft>
                <a:spcPts val="283"/>
              </a:spcAft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17"/>
              </a:lnSpc>
              <a:spcBef>
                <a:spcPts val="283"/>
              </a:spcBef>
              <a:spcAft>
                <a:spcPts val="283"/>
              </a:spcAft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17"/>
              </a:lnSpc>
              <a:spcBef>
                <a:spcPts val="283"/>
              </a:spcBef>
              <a:spcAft>
                <a:spcPts val="283"/>
              </a:spcAft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17"/>
              </a:lnSpc>
              <a:spcBef>
                <a:spcPts val="283"/>
              </a:spcBef>
              <a:spcAft>
                <a:spcPts val="283"/>
              </a:spcAft>
            </a:pPr>
            <a:endParaRPr lang="es-A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17"/>
              </a:lnSpc>
              <a:spcBef>
                <a:spcPts val="283"/>
              </a:spcBef>
              <a:spcAft>
                <a:spcPts val="283"/>
              </a:spcAft>
            </a:pPr>
            <a:endParaRPr lang="es-A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17"/>
              </a:lnSpc>
              <a:spcBef>
                <a:spcPts val="283"/>
              </a:spcBef>
              <a:spcAft>
                <a:spcPts val="283"/>
              </a:spcAft>
            </a:pPr>
            <a:endParaRPr lang="es-A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17"/>
              </a:lnSpc>
              <a:spcBef>
                <a:spcPts val="283"/>
              </a:spcBef>
              <a:spcAft>
                <a:spcPts val="283"/>
              </a:spcAft>
            </a:pPr>
            <a:endParaRPr lang="es-A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17"/>
              </a:lnSpc>
              <a:spcBef>
                <a:spcPts val="283"/>
              </a:spcBef>
              <a:spcAft>
                <a:spcPts val="283"/>
              </a:spcAft>
            </a:pPr>
            <a:endParaRPr lang="es-A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17"/>
              </a:lnSpc>
              <a:spcBef>
                <a:spcPts val="283"/>
              </a:spcBef>
              <a:spcAft>
                <a:spcPts val="283"/>
              </a:spcAft>
            </a:pPr>
            <a:endParaRPr lang="es-A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17"/>
              </a:lnSpc>
              <a:spcBef>
                <a:spcPts val="283"/>
              </a:spcBef>
              <a:spcAft>
                <a:spcPts val="283"/>
              </a:spcAft>
            </a:pPr>
            <a:endParaRPr lang="es-A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17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Box 25"/>
          <p:cNvSpPr/>
          <p:nvPr/>
        </p:nvSpPr>
        <p:spPr>
          <a:xfrm>
            <a:off x="3110040" y="227520"/>
            <a:ext cx="260244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100"/>
              </a:lnSpc>
            </a:pPr>
            <a:r>
              <a:rPr lang="en-US" sz="1500" b="1" u="none" strike="noStrike">
                <a:solidFill>
                  <a:srgbClr val="292d2d"/>
                </a:solidFill>
                <a:effectLst/>
                <a:uFillTx/>
                <a:latin typeface="poppins Medium"/>
                <a:ea typeface="Montserrat Semi-Bold"/>
              </a:rPr>
              <a:t>Experiencia laboral</a:t>
            </a:r>
            <a:endParaRPr lang="es-A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Box 32"/>
          <p:cNvSpPr/>
          <p:nvPr/>
        </p:nvSpPr>
        <p:spPr>
          <a:xfrm>
            <a:off x="319320" y="7666200"/>
            <a:ext cx="17200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100"/>
              </a:lnSpc>
            </a:pPr>
            <a:r>
              <a:rPr lang="en-US" sz="1500" b="1" u="none" strike="noStrike">
                <a:solidFill>
                  <a:srgbClr val="292d2d"/>
                </a:solidFill>
                <a:effectLst/>
                <a:uFillTx/>
                <a:latin typeface="poppins Medium"/>
                <a:ea typeface="Montserrat Semi-Bold"/>
              </a:rPr>
              <a:t>Competencias</a:t>
            </a:r>
            <a:endParaRPr lang="es-A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33"/>
          <p:cNvSpPr/>
          <p:nvPr/>
        </p:nvSpPr>
        <p:spPr>
          <a:xfrm>
            <a:off x="318600" y="7998840"/>
            <a:ext cx="2259720" cy="12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72800" lvl="1" indent="-86400" defTabSz="914400">
              <a:lnSpc>
                <a:spcPts val="1701"/>
              </a:lnSpc>
              <a:buClr>
                <a:srgbClr val="292d2d"/>
              </a:buClr>
              <a:buFont typeface="Arial"/>
              <a:buChar char="•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Nova"/>
                <a:ea typeface="Montserrat Medium"/>
              </a:rPr>
              <a:t>{{skill_1}}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" lvl="1" indent="-86400" defTabSz="914400">
              <a:lnSpc>
                <a:spcPts val="1701"/>
              </a:lnSpc>
              <a:buClr>
                <a:srgbClr val="292d2d"/>
              </a:buClr>
              <a:buFont typeface="Arial"/>
              <a:buChar char="•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Nova"/>
                <a:ea typeface="Montserrat Medium"/>
              </a:rPr>
              <a:t>{{skill_2}}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" lvl="1" indent="-86400" defTabSz="914400">
              <a:lnSpc>
                <a:spcPts val="1701"/>
              </a:lnSpc>
              <a:buClr>
                <a:srgbClr val="292d2d"/>
              </a:buClr>
              <a:buFont typeface="Arial"/>
              <a:buChar char="•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Nova"/>
                <a:ea typeface="Montserrat Medium"/>
              </a:rPr>
              <a:t>{{skill_3}}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" lvl="1" indent="-86400" defTabSz="914400">
              <a:lnSpc>
                <a:spcPts val="1701"/>
              </a:lnSpc>
              <a:buClr>
                <a:srgbClr val="292d2d"/>
              </a:buClr>
              <a:buFont typeface="Arial"/>
              <a:buChar char="•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Nova"/>
                <a:ea typeface="Montserrat Medium"/>
              </a:rPr>
              <a:t>{{skill_4}}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" lvl="1" indent="-86400" defTabSz="914400">
              <a:lnSpc>
                <a:spcPts val="1701"/>
              </a:lnSpc>
              <a:buClr>
                <a:srgbClr val="292d2d"/>
              </a:buClr>
              <a:buFont typeface="Arial"/>
              <a:buChar char="•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Nova"/>
                <a:ea typeface="Montserrat Medium"/>
              </a:rPr>
              <a:t>{{skill_5}}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" lvl="1" indent="-86400" defTabSz="914400">
              <a:lnSpc>
                <a:spcPts val="1701"/>
              </a:lnSpc>
              <a:buClr>
                <a:srgbClr val="292d2d"/>
              </a:buClr>
              <a:buFont typeface="Arial"/>
              <a:buChar char="•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Nova"/>
                <a:ea typeface="Montserrat Medium"/>
              </a:rPr>
              <a:t>{{skill_6}}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34"/>
          <p:cNvSpPr/>
          <p:nvPr/>
        </p:nvSpPr>
        <p:spPr>
          <a:xfrm>
            <a:off x="3110040" y="8231760"/>
            <a:ext cx="260244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100"/>
              </a:lnSpc>
            </a:pPr>
            <a:r>
              <a:rPr lang="en-US" sz="1500" b="1" u="none" strike="noStrike">
                <a:solidFill>
                  <a:srgbClr val="292d2d"/>
                </a:solidFill>
                <a:effectLst/>
                <a:uFillTx/>
                <a:latin typeface="poppins Medium"/>
                <a:ea typeface="Montserrat Semi-Bold"/>
              </a:rPr>
              <a:t>Formación Académica</a:t>
            </a:r>
            <a:endParaRPr lang="es-A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35"/>
          <p:cNvSpPr/>
          <p:nvPr/>
        </p:nvSpPr>
        <p:spPr>
          <a:xfrm>
            <a:off x="3110040" y="8593920"/>
            <a:ext cx="3940920" cy="55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72800" lvl="1" indent="-86400" algn="just" defTabSz="914400">
              <a:lnSpc>
                <a:spcPts val="1457"/>
              </a:lnSpc>
              <a:buClr>
                <a:srgbClr val="292d2d"/>
              </a:buClr>
              <a:buFont typeface="Arial"/>
              <a:buChar char="•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Nova"/>
                <a:ea typeface="Montserrat"/>
              </a:rPr>
              <a:t>{{edu_1_degree}}  {{edu_1_school}} {{edu_1_years}}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" lvl="1" indent="-86400" algn="just" defTabSz="914400">
              <a:lnSpc>
                <a:spcPts val="1457"/>
              </a:lnSpc>
              <a:buClr>
                <a:srgbClr val="292d2d"/>
              </a:buClr>
              <a:buFont typeface="Arial"/>
              <a:buChar char="•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Nova"/>
                <a:ea typeface="Montserrat"/>
              </a:rPr>
              <a:t>{{edu_2_degree}}  {{edu_2_school}} {{edu_2_years}}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" lvl="1" indent="-86400" algn="just" defTabSz="914400">
              <a:lnSpc>
                <a:spcPts val="1457"/>
              </a:lnSpc>
              <a:buClr>
                <a:srgbClr val="292d2d"/>
              </a:buClr>
              <a:buFont typeface="Arial"/>
              <a:buChar char="•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Nova"/>
                <a:ea typeface="Montserrat"/>
              </a:rPr>
              <a:t>{{edu_3_degree}}  {{edu_3_school}} {{edu_3_years}}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36"/>
          <p:cNvSpPr/>
          <p:nvPr/>
        </p:nvSpPr>
        <p:spPr>
          <a:xfrm>
            <a:off x="339480" y="3314880"/>
            <a:ext cx="119880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100"/>
              </a:lnSpc>
            </a:pPr>
            <a:r>
              <a:rPr lang="en-US" sz="1500" b="1" u="none" strike="noStrike">
                <a:solidFill>
                  <a:srgbClr val="292d2d"/>
                </a:solidFill>
                <a:effectLst/>
                <a:uFillTx/>
                <a:latin typeface="poppins Medium"/>
                <a:ea typeface="Montserrat Semi-Bold"/>
              </a:rPr>
              <a:t>Contacto</a:t>
            </a:r>
            <a:endParaRPr lang="es-A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37"/>
          <p:cNvSpPr/>
          <p:nvPr/>
        </p:nvSpPr>
        <p:spPr>
          <a:xfrm>
            <a:off x="638280" y="4407840"/>
            <a:ext cx="173052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071"/>
              </a:lnSpc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Nova"/>
                <a:ea typeface="Montserrat"/>
              </a:rPr>
              <a:t>{{contact_location}}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38"/>
          <p:cNvSpPr/>
          <p:nvPr/>
        </p:nvSpPr>
        <p:spPr>
          <a:xfrm>
            <a:off x="638280" y="4103640"/>
            <a:ext cx="187704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071"/>
              </a:lnSpc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Nova"/>
                <a:ea typeface="Montserrat"/>
              </a:rPr>
              <a:t>{{contact_email}}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39"/>
          <p:cNvSpPr/>
          <p:nvPr/>
        </p:nvSpPr>
        <p:spPr>
          <a:xfrm>
            <a:off x="638280" y="3804120"/>
            <a:ext cx="11502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071"/>
              </a:lnSpc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Nova"/>
                <a:ea typeface="Montserrat"/>
              </a:rPr>
              <a:t>+{{contact_phone}}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Box 40"/>
          <p:cNvSpPr/>
          <p:nvPr/>
        </p:nvSpPr>
        <p:spPr>
          <a:xfrm>
            <a:off x="3110040" y="9475560"/>
            <a:ext cx="260244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100"/>
              </a:lnSpc>
            </a:pPr>
            <a:r>
              <a:rPr lang="en-US" sz="1500" b="1" u="none" strike="noStrike">
                <a:solidFill>
                  <a:srgbClr val="292d2d"/>
                </a:solidFill>
                <a:effectLst/>
                <a:uFillTx/>
                <a:latin typeface="poppins Medium"/>
                <a:ea typeface="Montserrat Semi-Bold"/>
              </a:rPr>
              <a:t>Cursos y Capacitaciones</a:t>
            </a:r>
            <a:endParaRPr lang="es-A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Box 41"/>
          <p:cNvSpPr/>
          <p:nvPr/>
        </p:nvSpPr>
        <p:spPr>
          <a:xfrm>
            <a:off x="3110040" y="9900000"/>
            <a:ext cx="3940920" cy="5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72800" lvl="1" indent="-86400" algn="just" defTabSz="914400">
              <a:lnSpc>
                <a:spcPts val="567"/>
              </a:lnSpc>
              <a:spcBef>
                <a:spcPts val="283"/>
              </a:spcBef>
              <a:spcAft>
                <a:spcPts val="283"/>
              </a:spcAft>
              <a:buClr>
                <a:srgbClr val="292d2d"/>
              </a:buClr>
              <a:buFont typeface="Arial"/>
              <a:buChar char="•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Nova"/>
                <a:ea typeface="Montserrat"/>
              </a:rPr>
              <a:t>{{curso_1}}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" lvl="1" indent="-86400" algn="just" defTabSz="914400">
              <a:lnSpc>
                <a:spcPts val="567"/>
              </a:lnSpc>
              <a:spcBef>
                <a:spcPts val="283"/>
              </a:spcBef>
              <a:spcAft>
                <a:spcPts val="283"/>
              </a:spcAft>
              <a:buClr>
                <a:srgbClr val="292d2d"/>
              </a:buClr>
              <a:buFont typeface="Arial"/>
              <a:buChar char="•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Nova"/>
                <a:ea typeface="Montserrat"/>
              </a:rPr>
              <a:t>{{curso_2}}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" lvl="1" indent="-86400" algn="just" defTabSz="914400">
              <a:lnSpc>
                <a:spcPts val="567"/>
              </a:lnSpc>
              <a:spcBef>
                <a:spcPts val="283"/>
              </a:spcBef>
              <a:spcAft>
                <a:spcPts val="283"/>
              </a:spcAft>
              <a:buClr>
                <a:srgbClr val="292d2d"/>
              </a:buClr>
              <a:buFont typeface="Arial"/>
              <a:buChar char="•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Nova"/>
                <a:ea typeface="Montserrat"/>
              </a:rPr>
              <a:t>{{curso_3}}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" lvl="1" indent="-86400" algn="just" defTabSz="914400">
              <a:lnSpc>
                <a:spcPts val="567"/>
              </a:lnSpc>
              <a:spcBef>
                <a:spcPts val="283"/>
              </a:spcBef>
              <a:spcAft>
                <a:spcPts val="283"/>
              </a:spcAft>
              <a:buClr>
                <a:srgbClr val="292d2d"/>
              </a:buClr>
              <a:buFont typeface="Arial"/>
              <a:buChar char="•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Nova"/>
                <a:ea typeface="Montserrat"/>
              </a:rPr>
              <a:t>{{curso_4}}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AutoShape 42"/>
          <p:cNvSpPr/>
          <p:nvPr/>
        </p:nvSpPr>
        <p:spPr>
          <a:xfrm>
            <a:off x="340920" y="9794520"/>
            <a:ext cx="2251440" cy="360"/>
          </a:xfrm>
          <a:prstGeom prst="line">
            <a:avLst/>
          </a:prstGeom>
          <a:ln w="9525">
            <a:solidFill>
              <a:srgbClr val="c0504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Box 43"/>
          <p:cNvSpPr/>
          <p:nvPr/>
        </p:nvSpPr>
        <p:spPr>
          <a:xfrm>
            <a:off x="326160" y="9475560"/>
            <a:ext cx="17200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100"/>
              </a:lnSpc>
            </a:pPr>
            <a:r>
              <a:rPr lang="en-US" sz="1500" b="1" u="none" strike="noStrike">
                <a:solidFill>
                  <a:srgbClr val="292d2d"/>
                </a:solidFill>
                <a:effectLst/>
                <a:uFillTx/>
                <a:latin typeface="poppins Medium"/>
                <a:ea typeface="Montserrat Semi-Bold"/>
              </a:rPr>
              <a:t>Informática</a:t>
            </a:r>
            <a:endParaRPr lang="es-A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Box 44"/>
          <p:cNvSpPr/>
          <p:nvPr/>
        </p:nvSpPr>
        <p:spPr>
          <a:xfrm>
            <a:off x="326160" y="9808920"/>
            <a:ext cx="225972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72800" lvl="1" indent="-86400" defTabSz="914400">
              <a:lnSpc>
                <a:spcPts val="1417"/>
              </a:lnSpc>
              <a:buClr>
                <a:srgbClr val="292d2d"/>
              </a:buClr>
              <a:buFont typeface="Arial"/>
              <a:buChar char="•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Nova"/>
                <a:ea typeface="Montserrat Medium"/>
              </a:rPr>
              <a:t>{{it_1}} 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" lvl="1" indent="-86400" defTabSz="914400">
              <a:lnSpc>
                <a:spcPts val="1417"/>
              </a:lnSpc>
              <a:buClr>
                <a:srgbClr val="292d2d"/>
              </a:buClr>
              <a:buFont typeface="Arial"/>
              <a:buChar char="•"/>
            </a:pPr>
            <a:r>
              <a:rPr lang="es-AR" sz="800" b="0" u="none" strike="noStrike">
                <a:solidFill>
                  <a:srgbClr val="000000"/>
                </a:solidFill>
                <a:effectLst/>
                <a:uFillTx/>
                <a:latin typeface="Nova"/>
                <a:ea typeface="Montserrat Medium"/>
              </a:rPr>
              <a:t>{{it_2}} 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" lvl="1" indent="-86400" defTabSz="914400">
              <a:lnSpc>
                <a:spcPts val="1417"/>
              </a:lnSpc>
              <a:buClr>
                <a:srgbClr val="292d2d"/>
              </a:buClr>
              <a:buFont typeface="Arial"/>
              <a:buChar char="•"/>
            </a:pPr>
            <a:r>
              <a:rPr lang="es-AR" sz="800" b="0" u="none" strike="noStrike">
                <a:solidFill>
                  <a:srgbClr val="000000"/>
                </a:solidFill>
                <a:effectLst/>
                <a:uFillTx/>
                <a:latin typeface="Nova"/>
                <a:ea typeface="Microsoft YaHei"/>
              </a:rPr>
              <a:t>{{it_3}} 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" lvl="1" indent="-86400" defTabSz="914400">
              <a:lnSpc>
                <a:spcPts val="1417"/>
              </a:lnSpc>
              <a:buClr>
                <a:srgbClr val="292d2d"/>
              </a:buClr>
              <a:buFont typeface="Arial"/>
              <a:buChar char="•"/>
            </a:pPr>
            <a:r>
              <a:rPr lang="es-AR" sz="800" b="0" u="none" strike="noStrike">
                <a:solidFill>
                  <a:srgbClr val="000000"/>
                </a:solidFill>
                <a:effectLst/>
                <a:uFillTx/>
                <a:latin typeface="Nova"/>
                <a:ea typeface="Microsoft YaHei"/>
              </a:rPr>
              <a:t>{{it_4}} 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Box 4"/>
          <p:cNvSpPr/>
          <p:nvPr/>
        </p:nvSpPr>
        <p:spPr>
          <a:xfrm>
            <a:off x="3106080" y="5760000"/>
            <a:ext cx="3907800" cy="39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1417"/>
              </a:lnSpc>
              <a:spcBef>
                <a:spcPts val="283"/>
              </a:spcBef>
              <a:spcAft>
                <a:spcPts val="283"/>
              </a:spcAft>
            </a:pPr>
            <a:endParaRPr lang="es-A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17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Box 3"/>
          <p:cNvSpPr/>
          <p:nvPr/>
        </p:nvSpPr>
        <p:spPr>
          <a:xfrm>
            <a:off x="3110400" y="5436720"/>
            <a:ext cx="4084920" cy="15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261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"/>
          <p:cNvSpPr/>
          <p:nvPr/>
        </p:nvSpPr>
        <p:spPr>
          <a:xfrm>
            <a:off x="378000" y="313200"/>
            <a:ext cx="17978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lang="es-AR" sz="9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31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DAG7rZJGnrs</dc:identifier>
  <dc:language>es-AR</dc:language>
  <cp:lastModifiedBy/>
  <dcterms:modified xsi:type="dcterms:W3CDTF">2026-01-14T16:24:01Z</dcterms:modified>
  <cp:revision>21</cp:revision>
  <dc:subject/>
  <dc:title>Plantillas originales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