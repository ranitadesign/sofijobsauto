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7556500" cy="10693400"/>
  <p:notesSz cx="7559675" cy="10691813"/>
  <p:embeddedFontLst>
    <p:embeddedFont>
      <p:font typeface="Montserrat"/>
      <p:regular r:id="rId4"/>
      <p:bold r:id="rId4"/>
    </p:embeddedFont>
    <p:embeddedFont>
      <p:font typeface="Microsoft YaHei"/>
      <p:regular r:id="rId5"/>
    </p:embeddedFont>
    <p:embeddedFont>
      <p:font typeface="Montserrat Medium"/>
    </p:embeddedFont>
    <p:embeddedFont>
      <p:font typeface="Montserrat Semi-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font" Target="fonts/Font_2_Microsoft_YaHei_Regular.fntdata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640" cy="113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520" cy="45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520" cy="45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702F3C-FA6F-4597-92FE-35CBF88F65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640" cy="113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7320" cy="62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7320" cy="393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8760" cy="62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8760" cy="393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964DFC-EAC2-4E5D-9F78-63FA552017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640" cy="113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D3E85A-651A-4B39-8CE8-0B9D3CB24F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6B228D-8B97-4690-9DEC-E15B3D882F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5200" cy="114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8680" cy="584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5200" cy="467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45243E-0301-4A66-AE21-E393401F9A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440" cy="5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440" cy="410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44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65D2E1-6CA9-486B-B005-18BA85B432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440" cy="145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FAF56E-0ACA-4057-A701-A31BBE77AB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640" cy="113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640" cy="45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6B47A6-2D28-49C5-9A70-CDBF2FA379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440" cy="583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6960" cy="583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39AA06A-6343-433A-96F4-5D459FC3C2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640" cy="113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640" cy="45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727593-6105-4633-A46A-7C248DCA93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440" cy="13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440" cy="14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52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0760" cy="35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FB6E2F-E26D-4B4C-BF26-2AC97D99E1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5422800">
            <a:off x="73800" y="-87840"/>
            <a:ext cx="2898720" cy="3054240"/>
          </a:xfrm>
          <a:prstGeom prst="rtTriangle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"/>
          <p:cNvGrpSpPr/>
          <p:nvPr/>
        </p:nvGrpSpPr>
        <p:grpSpPr>
          <a:xfrm>
            <a:off x="560520" y="379800"/>
            <a:ext cx="1777680" cy="1777680"/>
            <a:chOff x="560520" y="379800"/>
            <a:chExt cx="1777680" cy="1777680"/>
          </a:xfrm>
        </p:grpSpPr>
        <p:sp>
          <p:nvSpPr>
            <p:cNvPr id="61" name="Freeform 4"/>
            <p:cNvSpPr/>
            <p:nvPr/>
          </p:nvSpPr>
          <p:spPr>
            <a:xfrm>
              <a:off x="560520" y="379800"/>
              <a:ext cx="1777680" cy="1777680"/>
            </a:xfrm>
            <a:custGeom>
              <a:avLst/>
              <a:gdLst>
                <a:gd name="textAreaLeft" fmla="*/ 0 w 1777680"/>
                <a:gd name="textAreaRight" fmla="*/ 1790640 w 1777680"/>
                <a:gd name="textAreaTop" fmla="*/ 0 h 1777680"/>
                <a:gd name="textAreaBottom" fmla="*/ 1790640 h 177768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TextBox 5"/>
            <p:cNvSpPr/>
            <p:nvPr/>
          </p:nvSpPr>
          <p:spPr>
            <a:xfrm>
              <a:off x="728640" y="484560"/>
              <a:ext cx="1441800" cy="150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14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3" name="AutoShape 9"/>
          <p:cNvSpPr/>
          <p:nvPr/>
        </p:nvSpPr>
        <p:spPr>
          <a:xfrm>
            <a:off x="3109680" y="552600"/>
            <a:ext cx="394848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9"/>
          <p:cNvSpPr/>
          <p:nvPr/>
        </p:nvSpPr>
        <p:spPr>
          <a:xfrm>
            <a:off x="437760" y="2386440"/>
            <a:ext cx="22942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3"/>
              </a:lnSpc>
            </a:pPr>
            <a:r>
              <a:rPr lang="en-US" sz="2400" b="1" u="none" strike="noStrike">
                <a:solidFill>
                  <a:srgbClr val="c0504d"/>
                </a:solidFill>
                <a:effectLst/>
                <a:uFillTx/>
                <a:latin typeface="Montserrat"/>
                <a:ea typeface="Montserrat Medium"/>
              </a:rPr>
              <a:t>{{name}}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78"/>
              </a:lnSpc>
            </a:pP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{{title}}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653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4"/>
          <p:cNvSpPr/>
          <p:nvPr/>
        </p:nvSpPr>
        <p:spPr>
          <a:xfrm>
            <a:off x="3096360" y="703440"/>
            <a:ext cx="4266000" cy="88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1"/>
              </a:lnSpc>
            </a:pPr>
            <a:r>
              <a:rPr lang="en-US" sz="8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{{exp_1_role}} </a:t>
            </a:r>
            <a:r>
              <a:rPr lang="en-US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{{exp_1_company}} {{exp_1_dates}}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{{exp_1_bullets_block}}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{{#sidebar_sections_eduycursos}}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{{title}}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900" b="0" u="none" spc="-300" strike="noStrike">
                <a:solidFill>
                  <a:srgbClr val="c0504d"/>
                </a:solidFill>
                <a:effectLst/>
                <a:uFillTx/>
                <a:latin typeface="Montserrat"/>
                <a:ea typeface="Montserrat"/>
              </a:rPr>
              <a:t>{{line}}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{{body}}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{{/sidebar_sections_eduycursos}}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5"/>
          <p:cNvSpPr/>
          <p:nvPr/>
        </p:nvSpPr>
        <p:spPr>
          <a:xfrm>
            <a:off x="3110040" y="227520"/>
            <a:ext cx="2596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Experiencia laboral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3106080" y="5760000"/>
            <a:ext cx="390204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3110400" y="5436720"/>
            <a:ext cx="407916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378360" y="313560"/>
            <a:ext cx="17917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s-AR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AutoShape 8"/>
          <p:cNvSpPr/>
          <p:nvPr/>
        </p:nvSpPr>
        <p:spPr>
          <a:xfrm>
            <a:off x="326160" y="535788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1"/>
          <p:cNvSpPr/>
          <p:nvPr/>
        </p:nvSpPr>
        <p:spPr>
          <a:xfrm>
            <a:off x="326160" y="5040000"/>
            <a:ext cx="1383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Sobre mi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2"/>
          <p:cNvSpPr/>
          <p:nvPr/>
        </p:nvSpPr>
        <p:spPr>
          <a:xfrm>
            <a:off x="326160" y="5463360"/>
            <a:ext cx="223920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23"/>
              </a:lnSpc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{{about}}</a:t>
            </a:r>
            <a:br>
              <a:rPr sz="800"/>
            </a:b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23560" y="3744360"/>
            <a:ext cx="265428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600" b="1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{{#sidebar_contact}}</a:t>
            </a:r>
            <a:endParaRPr lang="es-A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500" b="1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{{title}}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900" b="0" u="none" spc="-300" strike="noStrike">
                <a:solidFill>
                  <a:srgbClr val="c0504d"/>
                </a:solidFill>
                <a:effectLst/>
                <a:uFillTx/>
                <a:latin typeface="Montserrat"/>
                <a:ea typeface="Montserrat"/>
              </a:rPr>
              <a:t>{{line}}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600" b="1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{{/sidebar_contact}}</a:t>
            </a:r>
            <a:endParaRPr lang="es-A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16360" y="4140360"/>
            <a:ext cx="24829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{{#contact_rows}}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701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{{text}}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{{/contact_rows}}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AutoShape 10"/>
          <p:cNvSpPr/>
          <p:nvPr/>
        </p:nvSpPr>
        <p:spPr>
          <a:xfrm>
            <a:off x="333720" y="798516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2"/>
          <p:cNvSpPr/>
          <p:nvPr/>
        </p:nvSpPr>
        <p:spPr>
          <a:xfrm>
            <a:off x="319320" y="7666560"/>
            <a:ext cx="1715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Competencias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3"/>
          <p:cNvSpPr/>
          <p:nvPr/>
        </p:nvSpPr>
        <p:spPr>
          <a:xfrm>
            <a:off x="318600" y="7999200"/>
            <a:ext cx="225468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{{skill_1}}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{{skill_2}}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{{skill_3}}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{{skill_4}}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{{skill_5}}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{{skill_6}}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AutoShape 42"/>
          <p:cNvSpPr/>
          <p:nvPr/>
        </p:nvSpPr>
        <p:spPr>
          <a:xfrm>
            <a:off x="340920" y="979236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3"/>
          <p:cNvSpPr/>
          <p:nvPr/>
        </p:nvSpPr>
        <p:spPr>
          <a:xfrm>
            <a:off x="326160" y="9473400"/>
            <a:ext cx="1715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Informática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4"/>
          <p:cNvSpPr/>
          <p:nvPr/>
        </p:nvSpPr>
        <p:spPr>
          <a:xfrm>
            <a:off x="360000" y="9807120"/>
            <a:ext cx="225468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{{it_1}}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 Medium"/>
              </a:rPr>
              <a:t>{{it_2}}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icrosoft YaHei"/>
              </a:rPr>
              <a:t>{{it_3}}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icrosoft YaHei"/>
              </a:rPr>
              <a:t>{{it_4}}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DAG7rZJGnrs</dc:identifier>
  <dc:language>es-AR</dc:language>
  <cp:lastModifiedBy/>
  <dcterms:modified xsi:type="dcterms:W3CDTF">2026-02-11T00:58:51Z</dcterms:modified>
  <cp:revision>37</cp:revision>
  <dc:subject/>
  <dc:title>Plantillas originales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